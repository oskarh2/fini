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8" r:id="rId5"/>
    <p:sldMasterId id="2147483719" r:id="rId6"/>
  </p:sldMasterIdLst>
  <p:notesMasterIdLst>
    <p:notesMasterId r:id="rId9"/>
  </p:notesMasterIdLst>
  <p:sldIdLst>
    <p:sldId id="438" r:id="rId7"/>
    <p:sldId id="207613689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B8AB03-59EF-FF78-B793-13DDCEDA5374}" name="Haney, Amy" initials="HA" userId="S::amy.haney@aciworldwide.com::ad52f0b3-1666-4ccc-bcc9-edb661fecf2e" providerId="AD"/>
  <p188:author id="{683CA10B-15A0-3340-884C-697CE98CA186}" name="Gupta, Ashutosh" initials="GA" userId="S::ashutosh.gupta@aciworldwide.com::c92bfcb2-9eb1-46cf-8941-b1efd500fa8e" providerId="AD"/>
  <p188:author id="{6835EF2C-9A26-B66A-B774-53BB7CB5D45B}" name="Needel, Adam" initials="AN" userId="S::adam.needel@aciworldwide.com::878c587f-c8ec-46a5-b0d4-6d1e4afac64e" providerId="AD"/>
  <p188:author id="{9256F068-C343-AF6D-8215-FEDDA85A8C41}" name="Santhapadavu Chandru, Divalkar" initials="DS" userId="S::divalkar.chandru@aciworldwide.com::0c18dc96-5bb9-4be2-b5a4-2e707bfa86e0" providerId="AD"/>
  <p188:author id="{C4BD3DAE-D7B6-5DF1-2EEC-E1630D61CF8A}" name="Hrabik, Beverly" initials="BH" userId="S::bev.hrabik@aciworldwide.com::e223fc66-386c-4981-9df8-37a6e6f89471" providerId="AD"/>
  <p188:author id="{84B523DF-F169-5381-7AAC-659EADF90C01}" name="Carey, Joseph" initials="JC" userId="S::joseph.carey@aciworldwide.com::b3e3efdd-db70-46b0-bec2-108687b0a26d" providerId="AD"/>
  <p188:author id="{7834F7E0-96C7-69AF-00CB-617A14B6404B}" name="Bao, Jerry" initials="BJ" userId="S::jerry.bao@aciworldwide.com::676dc219-fd90-4d90-bcff-476f64e79268" providerId="AD"/>
  <p188:author id="{612F6DE1-2086-66D9-4F47-6369E2E5F6D6}" name="McKenna, Niamh" initials="MN" userId="S::niamh.mckenna@aciworldwide.com::34fc0706-5667-4a6d-bdab-f03281af6d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744EF-856F-4CD1-A60E-2EFCCD28EB32}" v="9" dt="2026-01-06T18:11:48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9BB03-6674-4C41-966C-22AF562127F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A907A-63CA-44E1-8477-9384B0D13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7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34E7-1AED-90BC-09E8-341E6629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64369-6D68-8CFD-148B-1D62BE8AC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F60D8-6B97-C10E-00E7-9AD4A4F0C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6C24F-E19D-F222-B2F0-B64969A8E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493F7-2D0F-2840-ADAC-FAC0AA54251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73641-1FD8-C424-F9BE-9F9F3202C2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Last updated 22-Feb-22</a:t>
            </a:r>
          </a:p>
        </p:txBody>
      </p:sp>
    </p:spTree>
    <p:extLst>
      <p:ext uri="{BB962C8B-B14F-4D97-AF65-F5344CB8AC3E}">
        <p14:creationId xmlns:p14="http://schemas.microsoft.com/office/powerpoint/2010/main" val="2228972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D31D54F1-A2AF-EC4B-BAD8-5A716A1A2A7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/>
          </a:p>
        </p:txBody>
      </p:sp>
      <p:sp>
        <p:nvSpPr>
          <p:cNvPr id="3" name="SUBLINE"/>
          <p:cNvSpPr>
            <a:spLocks noGrp="1"/>
          </p:cNvSpPr>
          <p:nvPr>
            <p:ph type="body" idx="1" hasCustomPrompt="1"/>
          </p:nvPr>
        </p:nvSpPr>
        <p:spPr>
          <a:xfrm>
            <a:off x="728400" y="3793067"/>
            <a:ext cx="10521949" cy="1312330"/>
          </a:xfrm>
        </p:spPr>
        <p:txBody>
          <a:bodyPr>
            <a:normAutofit/>
          </a:bodyPr>
          <a:lstStyle>
            <a:lvl1pPr marL="0" indent="0">
              <a:buNone/>
              <a:defRPr sz="2400" b="1" i="0" cap="none" baseline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Subline (Arial 24pt)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8400" y="1620000"/>
            <a:ext cx="10515600" cy="19800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Slide (Arial 54pt)</a:t>
            </a:r>
          </a:p>
        </p:txBody>
      </p:sp>
      <p:pic>
        <p:nvPicPr>
          <p:cNvPr id="10" name="ACI-Logo-Full-White.pdf" descr="ACI-Logo-Full-White.pdf">
            <a:extLst>
              <a:ext uri="{FF2B5EF4-FFF2-40B4-BE49-F238E27FC236}">
                <a16:creationId xmlns:a16="http://schemas.microsoft.com/office/drawing/2014/main" id="{256D6BB9-710A-1940-ADE4-4CA7358598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400" y="825500"/>
            <a:ext cx="2730500" cy="5207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esenter">
            <a:extLst>
              <a:ext uri="{FF2B5EF4-FFF2-40B4-BE49-F238E27FC236}">
                <a16:creationId xmlns:a16="http://schemas.microsoft.com/office/drawing/2014/main" id="{02682D8E-9398-E448-8950-028DC0AD1F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8399" y="5166569"/>
            <a:ext cx="10521949" cy="1115123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sz="1600" b="1" cap="none" baseline="0" noProof="0"/>
              <a:t>Presenter Name (16PT)</a:t>
            </a:r>
          </a:p>
          <a:p>
            <a:r>
              <a:rPr lang="en-US" sz="1600" cap="none" baseline="0" noProof="0"/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330427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I Agenda 1 Table Form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liennummernplatzhalter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fld id="{BB7F249F-CCCE-DA49-A761-E31751E19E8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ußzeilenplatzhalte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r>
              <a:rPr lang="en-US" noProof="0"/>
              <a:t>Confidential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 hasCustomPrompt="1"/>
          </p:nvPr>
        </p:nvSpPr>
        <p:spPr>
          <a:xfrm>
            <a:off x="728400" y="365760"/>
            <a:ext cx="10515600" cy="722376"/>
          </a:xfrm>
          <a:prstGeom prst="rect">
            <a:avLst/>
          </a:prstGeom>
        </p:spPr>
        <p:txBody>
          <a:bodyPr/>
          <a:lstStyle>
            <a:lvl1pPr algn="l">
              <a:defRPr cap="none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Agenda (Arial 40pt)</a:t>
            </a:r>
          </a:p>
        </p:txBody>
      </p:sp>
      <p:pic>
        <p:nvPicPr>
          <p:cNvPr id="34" name="Image" descr="Image">
            <a:extLst>
              <a:ext uri="{FF2B5EF4-FFF2-40B4-BE49-F238E27FC236}">
                <a16:creationId xmlns:a16="http://schemas.microsoft.com/office/drawing/2014/main" id="{AF730A3E-ECC6-DE43-921C-3170D6D6E7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8400" y="6404000"/>
            <a:ext cx="2052086" cy="228600"/>
          </a:xfrm>
          <a:prstGeom prst="rect">
            <a:avLst/>
          </a:prstGeom>
          <a:ln w="3175">
            <a:miter lim="400000"/>
          </a:ln>
        </p:spPr>
      </p:pic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5A0328C5-7BAB-4A21-97FC-EEA5A2382DB7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728400" y="1821599"/>
            <a:ext cx="10625400" cy="4199199"/>
          </a:xfrm>
        </p:spPr>
        <p:txBody>
          <a:bodyPr anchor="ctr"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51970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/>
          <p:cNvSpPr>
            <a:spLocks noGrp="1"/>
          </p:cNvSpPr>
          <p:nvPr>
            <p:ph idx="1" hasCustomPrompt="1"/>
          </p:nvPr>
        </p:nvSpPr>
        <p:spPr>
          <a:xfrm>
            <a:off x="728400" y="1828800"/>
            <a:ext cx="10625400" cy="38088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First level text (Arial 18pt)</a:t>
            </a:r>
          </a:p>
          <a:p>
            <a:pPr lvl="1"/>
            <a:r>
              <a:rPr lang="en-US" noProof="0"/>
              <a:t>Second level (Arial 16pt)</a:t>
            </a:r>
          </a:p>
          <a:p>
            <a:pPr lvl="2"/>
            <a:r>
              <a:rPr lang="en-US" noProof="0"/>
              <a:t>Third level (Arial 16pt)</a:t>
            </a:r>
          </a:p>
          <a:p>
            <a:pPr lvl="3"/>
            <a:r>
              <a:rPr lang="en-US" noProof="0"/>
              <a:t>Fourth level (Arial 14pt)</a:t>
            </a:r>
          </a:p>
          <a:p>
            <a:pPr lvl="4"/>
            <a:r>
              <a:rPr lang="en-US" noProof="0"/>
              <a:t>Fifth level (Arial 12pt)</a:t>
            </a:r>
          </a:p>
        </p:txBody>
      </p:sp>
      <p:sp>
        <p:nvSpPr>
          <p:cNvPr id="7" name="Foliennummernplatzhalter">
            <a:extLst>
              <a:ext uri="{FF2B5EF4-FFF2-40B4-BE49-F238E27FC236}">
                <a16:creationId xmlns:a16="http://schemas.microsoft.com/office/drawing/2014/main" id="{89EDEFD0-9E0A-4C42-B60E-827A8E9DD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3800" y="6452600"/>
            <a:ext cx="3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kern="1200" cap="none" baseline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BB7F249F-CCCE-DA49-A761-E31751E19E88}" type="slidenum">
              <a:rPr lang="en-US" smtClean="0"/>
              <a:pPr/>
              <a:t>‹#›</a:t>
            </a:fld>
            <a:endParaRPr lang="en-US" sz="800" b="0" i="0" kern="1200" cap="none" baseline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Fußzeilenplatzhalter">
            <a:extLst>
              <a:ext uri="{FF2B5EF4-FFF2-40B4-BE49-F238E27FC236}">
                <a16:creationId xmlns:a16="http://schemas.microsoft.com/office/drawing/2014/main" id="{FDC92114-0088-AF4F-8AA7-44E9E94DD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9200" y="6452600"/>
            <a:ext cx="66246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 cap="none" baseline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5399BD2-0C59-B040-8958-F9A7BAF8A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365760"/>
            <a:ext cx="10625400" cy="718133"/>
          </a:xfrm>
          <a:prstGeom prst="rect">
            <a:avLst/>
          </a:prstGeom>
        </p:spPr>
        <p:txBody>
          <a:bodyPr/>
          <a:lstStyle>
            <a:lvl1pPr algn="l">
              <a:defRPr cap="none"/>
            </a:lvl1pPr>
          </a:lstStyle>
          <a:p>
            <a:r>
              <a:rPr lang="en-US" noProof="0"/>
              <a:t>Title (Arial 40pt)</a:t>
            </a: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B0F71F8C-8000-BC43-B536-F7FD14795C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20" y="1097280"/>
            <a:ext cx="10625400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80000" lvl="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</a:pPr>
            <a:r>
              <a:rPr lang="en-US" noProof="0"/>
              <a:t>Subline Text (Arial 18pt)</a:t>
            </a:r>
          </a:p>
        </p:txBody>
      </p:sp>
    </p:spTree>
    <p:extLst>
      <p:ext uri="{BB962C8B-B14F-4D97-AF65-F5344CB8AC3E}">
        <p14:creationId xmlns:p14="http://schemas.microsoft.com/office/powerpoint/2010/main" val="47001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tandard Content No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">
            <a:extLst>
              <a:ext uri="{FF2B5EF4-FFF2-40B4-BE49-F238E27FC236}">
                <a16:creationId xmlns:a16="http://schemas.microsoft.com/office/drawing/2014/main" id="{757A5AD9-D620-0847-B7D4-EDC7C8719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3800" y="6452600"/>
            <a:ext cx="3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kern="1200" cap="none" baseline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BB7F249F-CCCE-DA49-A761-E31751E19E88}" type="slidenum">
              <a:rPr lang="en-US" smtClean="0"/>
              <a:pPr/>
              <a:t>‹#›</a:t>
            </a:fld>
            <a:endParaRPr lang="en-US" sz="800" b="0" i="0" kern="1200" cap="none" baseline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Fußzeilenplatzhalter">
            <a:extLst>
              <a:ext uri="{FF2B5EF4-FFF2-40B4-BE49-F238E27FC236}">
                <a16:creationId xmlns:a16="http://schemas.microsoft.com/office/drawing/2014/main" id="{6432FE02-790A-8746-ACCC-1928458C2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9200" y="6452600"/>
            <a:ext cx="66246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 cap="none" baseline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F4A188CC-16D5-FA4E-B58B-7609F4E25F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8400" y="1828800"/>
            <a:ext cx="10625400" cy="38088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First level text (Arial 18pt)</a:t>
            </a:r>
          </a:p>
          <a:p>
            <a:pPr lvl="1"/>
            <a:r>
              <a:rPr lang="en-US" noProof="0"/>
              <a:t>Second level (Arial 16pt)</a:t>
            </a:r>
          </a:p>
          <a:p>
            <a:pPr lvl="2"/>
            <a:r>
              <a:rPr lang="en-US" noProof="0"/>
              <a:t>Third level (Arial 16pt)</a:t>
            </a:r>
          </a:p>
          <a:p>
            <a:pPr lvl="3"/>
            <a:r>
              <a:rPr lang="en-US" noProof="0"/>
              <a:t>Fourth level (Arial 14pt)</a:t>
            </a:r>
          </a:p>
          <a:p>
            <a:pPr lvl="4"/>
            <a:r>
              <a:rPr lang="en-US" noProof="0"/>
              <a:t>Fifth level (Arial 12pt)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54C994F2-D584-AC4B-AC86-75233E4CA6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365760"/>
            <a:ext cx="10625400" cy="718133"/>
          </a:xfrm>
          <a:prstGeom prst="rect">
            <a:avLst/>
          </a:prstGeom>
        </p:spPr>
        <p:txBody>
          <a:bodyPr/>
          <a:lstStyle>
            <a:lvl1pPr algn="l">
              <a:defRPr cap="none"/>
            </a:lvl1pPr>
          </a:lstStyle>
          <a:p>
            <a:r>
              <a:rPr lang="en-US" noProof="0"/>
              <a:t>Title (Arial 40pt)</a:t>
            </a:r>
          </a:p>
        </p:txBody>
      </p:sp>
    </p:spTree>
    <p:extLst>
      <p:ext uri="{BB962C8B-B14F-4D97-AF65-F5344CB8AC3E}">
        <p14:creationId xmlns:p14="http://schemas.microsoft.com/office/powerpoint/2010/main" val="111392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C71FB70-93B7-2044-9136-4542BBB216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/>
          </a:p>
        </p:txBody>
      </p:sp>
      <p:sp>
        <p:nvSpPr>
          <p:cNvPr id="19" name="Fußzeilenplatzhalter">
            <a:extLst>
              <a:ext uri="{FF2B5EF4-FFF2-40B4-BE49-F238E27FC236}">
                <a16:creationId xmlns:a16="http://schemas.microsoft.com/office/drawing/2014/main" id="{85B9885D-104B-F044-A7BE-07ADCC195CC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369200" y="6452600"/>
            <a:ext cx="6624600" cy="180000"/>
          </a:xfrm>
        </p:spPr>
        <p:txBody>
          <a:bodyPr/>
          <a:lstStyle>
            <a:lvl1pPr>
              <a:defRPr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r>
              <a:rPr lang="en-US" noProof="0"/>
              <a:t>Confidential</a:t>
            </a:r>
          </a:p>
        </p:txBody>
      </p:sp>
      <p:sp>
        <p:nvSpPr>
          <p:cNvPr id="20" name="Foliennummernplatzhalter">
            <a:extLst>
              <a:ext uri="{FF2B5EF4-FFF2-40B4-BE49-F238E27FC236}">
                <a16:creationId xmlns:a16="http://schemas.microsoft.com/office/drawing/2014/main" id="{6B68DAE6-D599-BC43-BFA9-518A8BCAE8C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0993800" y="6452600"/>
            <a:ext cx="360000" cy="180000"/>
          </a:xfrm>
        </p:spPr>
        <p:txBody>
          <a:bodyPr/>
          <a:lstStyle>
            <a:lvl1pPr>
              <a:defRPr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fld id="{BB7F249F-CCCE-DA49-A761-E31751E19E88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ACI-Logo-Full-White.pdf" descr="ACI-Logo-Full-White.pdf">
            <a:extLst>
              <a:ext uri="{FF2B5EF4-FFF2-40B4-BE49-F238E27FC236}">
                <a16:creationId xmlns:a16="http://schemas.microsoft.com/office/drawing/2014/main" id="{4ADD227D-0414-D341-884C-95216B9D06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7727" y="2759981"/>
            <a:ext cx="7016546" cy="1338039"/>
          </a:xfrm>
          <a:prstGeom prst="rect">
            <a:avLst/>
          </a:prstGeom>
          <a:ln w="3175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9982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52FDEE-983F-48BE-9143-2DC1DD9044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7F249F-CCCE-DA49-A761-E31751E19E88}" type="slidenum">
              <a:rPr lang="en-US" smtClean="0"/>
              <a:pPr/>
              <a:t>‹#›</a:t>
            </a:fld>
            <a:endParaRPr lang="en-US" sz="800" b="0" i="0" kern="1200" cap="none" baseline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DB22C-242A-4E5F-9B4E-EB60237A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895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"/>
          <p:cNvSpPr>
            <a:spLocks noGrp="1"/>
          </p:cNvSpPr>
          <p:nvPr>
            <p:ph type="sldNum" sz="quarter" idx="12"/>
          </p:nvPr>
        </p:nvSpPr>
        <p:spPr>
          <a:xfrm>
            <a:off x="10993801" y="6452600"/>
            <a:ext cx="360000" cy="180000"/>
          </a:xfrm>
        </p:spPr>
        <p:txBody>
          <a:bodyPr/>
          <a:lstStyle/>
          <a:p>
            <a:fld id="{BB7F249F-CCCE-DA49-A761-E31751E19E88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2" name="Fußzeilenplatzhalter"/>
          <p:cNvSpPr>
            <a:spLocks noGrp="1"/>
          </p:cNvSpPr>
          <p:nvPr>
            <p:ph type="ftr" sz="quarter" idx="11"/>
          </p:nvPr>
        </p:nvSpPr>
        <p:spPr>
          <a:xfrm>
            <a:off x="4369202" y="6452600"/>
            <a:ext cx="6624601" cy="180000"/>
          </a:xfrm>
        </p:spPr>
        <p:txBody>
          <a:bodyPr/>
          <a:lstStyle/>
          <a:p>
            <a:r>
              <a:rPr lang="en-US" noProof="0"/>
              <a:t>CONFIDENTIAL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sz="half" idx="2" hasCustomPrompt="1"/>
          </p:nvPr>
        </p:nvSpPr>
        <p:spPr>
          <a:xfrm>
            <a:off x="6172201" y="2016005"/>
            <a:ext cx="5477932" cy="3809887"/>
          </a:xfrm>
        </p:spPr>
        <p:txBody>
          <a:bodyPr/>
          <a:lstStyle/>
          <a:p>
            <a:pPr lvl="0"/>
            <a:r>
              <a:rPr lang="en-US" noProof="0"/>
              <a:t>First level text (Arial 18pt)</a:t>
            </a:r>
          </a:p>
          <a:p>
            <a:pPr lvl="1"/>
            <a:r>
              <a:rPr lang="en-US" noProof="0"/>
              <a:t>Second level (Arial 16pt)</a:t>
            </a:r>
          </a:p>
          <a:p>
            <a:pPr lvl="2"/>
            <a:r>
              <a:rPr lang="en-US" noProof="0"/>
              <a:t>Third level (Arial 16pt)</a:t>
            </a:r>
          </a:p>
          <a:p>
            <a:pPr lvl="3"/>
            <a:r>
              <a:rPr lang="en-US" noProof="0"/>
              <a:t>Fourth level (Arial 14pt)</a:t>
            </a:r>
          </a:p>
          <a:p>
            <a:pPr lvl="4"/>
            <a:r>
              <a:rPr lang="en-US" noProof="0"/>
              <a:t>Fifth level (Arial 12pt)</a:t>
            </a:r>
          </a:p>
        </p:txBody>
      </p:sp>
      <p:sp>
        <p:nvSpPr>
          <p:cNvPr id="3" name="Inhaltsplatzhalter 1"/>
          <p:cNvSpPr>
            <a:spLocks noGrp="1"/>
          </p:cNvSpPr>
          <p:nvPr>
            <p:ph sz="half" idx="1" hasCustomPrompt="1"/>
          </p:nvPr>
        </p:nvSpPr>
        <p:spPr>
          <a:xfrm>
            <a:off x="555462" y="2016005"/>
            <a:ext cx="5463143" cy="3809887"/>
          </a:xfrm>
        </p:spPr>
        <p:txBody>
          <a:bodyPr/>
          <a:lstStyle/>
          <a:p>
            <a:pPr lvl="0"/>
            <a:r>
              <a:rPr lang="en-US" noProof="0"/>
              <a:t>First level text (Arial 18pt)</a:t>
            </a:r>
          </a:p>
          <a:p>
            <a:pPr lvl="1"/>
            <a:r>
              <a:rPr lang="en-US" noProof="0"/>
              <a:t>Second level (Arial 16pt)</a:t>
            </a:r>
          </a:p>
          <a:p>
            <a:pPr lvl="2"/>
            <a:r>
              <a:rPr lang="en-US" noProof="0"/>
              <a:t>Third level (Arial 16pt)</a:t>
            </a:r>
          </a:p>
          <a:p>
            <a:pPr lvl="3"/>
            <a:r>
              <a:rPr lang="en-US" noProof="0"/>
              <a:t>Fourth level (Arial 14pt)</a:t>
            </a:r>
          </a:p>
          <a:p>
            <a:pPr lvl="4"/>
            <a:r>
              <a:rPr lang="en-US" noProof="0"/>
              <a:t>Fifth level (Arial 12pt)</a:t>
            </a:r>
          </a:p>
        </p:txBody>
      </p:sp>
      <p:sp>
        <p:nvSpPr>
          <p:cNvPr id="8" name="SUBLINE"/>
          <p:cNvSpPr>
            <a:spLocks noGrp="1"/>
          </p:cNvSpPr>
          <p:nvPr>
            <p:ph type="body" sz="quarter" idx="13" hasCustomPrompt="1"/>
          </p:nvPr>
        </p:nvSpPr>
        <p:spPr>
          <a:xfrm>
            <a:off x="555464" y="1011778"/>
            <a:ext cx="10515600" cy="3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lang="en-US" sz="1181" b="0" i="1" kern="1200" cap="none" baseline="0" dirty="0" smtClean="0">
                <a:solidFill>
                  <a:schemeClr val="accent6">
                    <a:lumMod val="25000"/>
                  </a:schemeClr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Subline (Arial 16pt)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555463" y="465131"/>
            <a:ext cx="11094674" cy="540000"/>
          </a:xfrm>
        </p:spPr>
        <p:txBody>
          <a:bodyPr/>
          <a:lstStyle>
            <a:lvl1pPr>
              <a:defRPr cap="none"/>
            </a:lvl1pPr>
          </a:lstStyle>
          <a:p>
            <a:r>
              <a:rPr lang="en-US" noProof="0"/>
              <a:t>Title (Arial 28pt)</a:t>
            </a:r>
          </a:p>
        </p:txBody>
      </p:sp>
    </p:spTree>
    <p:extLst>
      <p:ext uri="{BB962C8B-B14F-4D97-AF65-F5344CB8AC3E}">
        <p14:creationId xmlns:p14="http://schemas.microsoft.com/office/powerpoint/2010/main" val="139934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60E16E32-505B-6CF0-B811-59F5C9EF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8C6364-70E0-6213-4B3A-315E3FBCC039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6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60E16E32-505B-6CF0-B811-59F5C9EF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57E6F6-31CC-5D64-48E3-33BEB92642B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00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581606-7974-9E30-FE2A-74B2427EDEAA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78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C374BC9E-47C2-51E1-3D39-EE855423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002171-A7B0-9E49-8EB8-BAFF5B04BCCF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11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39E46CF-88A2-A4B6-B1E7-23644FDD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274AF1-CB02-2862-DEFA-CD851625CE7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394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3CA992BE-55B1-54A9-3E70-D9C7BFFDC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538458-90E2-AC92-57BD-23CF02FC01ED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758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12F9D91-37E3-D402-EA41-AE034ABB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973A15-934C-CC6B-B623-FB90A4E89330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511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E65893D8-0917-1DB3-B5C9-F8E7D11F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D38B11-F9E3-2B08-9E48-7E6E0886D4FE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35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D5454EAF-FE36-751E-5B57-818A55BA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EA552C-98D4-E941-A8AF-BB56D6C511E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223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16A221FF-86BE-160C-852D-B7693C17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3BCDC5-8061-86A1-CFE1-D37D0957B23E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816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77B4D4C9-A29A-B605-7268-67DDFAF3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7D8FA9-B688-5057-97DE-427895F77144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8752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605FED7D-6549-26E7-5A5B-1827ADEF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0860FD-5107-BF1F-9F6A-3E0B22DDF065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15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22F9E8D-A8E7-392D-DA82-55B73CDCC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CC68A8-5F3A-AD8C-B2E9-8024A8E89AF0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39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6ED38A8D-AEC2-170F-1E91-BB70382C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5A6680-BE6B-91AF-8201-041895BDAF11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616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D55F1A8B-A129-7A9C-7C3C-DE27DDAF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B451F7-A7C1-0619-3FBB-DF95EAFAB941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328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3B4B715D-C681-FE96-E142-3A4C9F2F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5EDDB7-7BAD-22BA-C1D2-35BA6739D4E7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8220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C9469CC0-1699-5795-E33D-8FCBADE0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226F02-92EE-BA11-24FB-4B4FEFE87984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7081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721EB090-44F6-76A8-3AFE-2D1B536B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E1A8EB-B719-75A5-BEC4-3E516295914B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473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9126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2963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361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3163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511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2808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7E708818-E513-8279-4306-C5B535DDD042}"/>
              </a:ext>
            </a:extLst>
          </p:cNvPr>
          <p:cNvSpPr/>
          <p:nvPr userDrawn="1"/>
        </p:nvSpPr>
        <p:spPr>
          <a:xfrm>
            <a:off x="7609728" y="0"/>
            <a:ext cx="4592432" cy="6858000"/>
          </a:xfrm>
          <a:custGeom>
            <a:avLst/>
            <a:gdLst>
              <a:gd name="connsiteX0" fmla="*/ 3139172 w 4592432"/>
              <a:gd name="connsiteY0" fmla="*/ 0 h 6858000"/>
              <a:gd name="connsiteX1" fmla="*/ 4592432 w 4592432"/>
              <a:gd name="connsiteY1" fmla="*/ 0 h 6858000"/>
              <a:gd name="connsiteX2" fmla="*/ 4592432 w 4592432"/>
              <a:gd name="connsiteY2" fmla="*/ 2862996 h 6858000"/>
              <a:gd name="connsiteX3" fmla="*/ 2763764 w 4592432"/>
              <a:gd name="connsiteY3" fmla="*/ 6858000 h 6858000"/>
              <a:gd name="connsiteX4" fmla="*/ 0 w 4592432"/>
              <a:gd name="connsiteY4" fmla="*/ 6858000 h 6858000"/>
              <a:gd name="connsiteX5" fmla="*/ 3139172 w 4592432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2432" h="6858000">
                <a:moveTo>
                  <a:pt x="3139172" y="0"/>
                </a:moveTo>
                <a:lnTo>
                  <a:pt x="4592432" y="0"/>
                </a:lnTo>
                <a:lnTo>
                  <a:pt x="4592432" y="2862996"/>
                </a:lnTo>
                <a:lnTo>
                  <a:pt x="2763764" y="6858000"/>
                </a:lnTo>
                <a:lnTo>
                  <a:pt x="0" y="6858000"/>
                </a:lnTo>
                <a:lnTo>
                  <a:pt x="3139172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716CC4EC-3BF7-1CCD-42ED-BEFD24FDDF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53684" y="919479"/>
            <a:ext cx="2518676" cy="510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663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CEE38FEB-A578-67C4-6759-1CF3F3BC02CA}"/>
              </a:ext>
            </a:extLst>
          </p:cNvPr>
          <p:cNvSpPr/>
          <p:nvPr userDrawn="1"/>
        </p:nvSpPr>
        <p:spPr>
          <a:xfrm>
            <a:off x="7609728" y="0"/>
            <a:ext cx="4592432" cy="6858000"/>
          </a:xfrm>
          <a:custGeom>
            <a:avLst/>
            <a:gdLst>
              <a:gd name="connsiteX0" fmla="*/ 3139172 w 4592432"/>
              <a:gd name="connsiteY0" fmla="*/ 0 h 6858000"/>
              <a:gd name="connsiteX1" fmla="*/ 4592432 w 4592432"/>
              <a:gd name="connsiteY1" fmla="*/ 0 h 6858000"/>
              <a:gd name="connsiteX2" fmla="*/ 4592432 w 4592432"/>
              <a:gd name="connsiteY2" fmla="*/ 2862996 h 6858000"/>
              <a:gd name="connsiteX3" fmla="*/ 2763764 w 4592432"/>
              <a:gd name="connsiteY3" fmla="*/ 6858000 h 6858000"/>
              <a:gd name="connsiteX4" fmla="*/ 0 w 4592432"/>
              <a:gd name="connsiteY4" fmla="*/ 6858000 h 6858000"/>
              <a:gd name="connsiteX5" fmla="*/ 3139172 w 4592432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2432" h="6858000">
                <a:moveTo>
                  <a:pt x="3139172" y="0"/>
                </a:moveTo>
                <a:lnTo>
                  <a:pt x="4592432" y="0"/>
                </a:lnTo>
                <a:lnTo>
                  <a:pt x="4592432" y="2862996"/>
                </a:lnTo>
                <a:lnTo>
                  <a:pt x="2763764" y="6858000"/>
                </a:lnTo>
                <a:lnTo>
                  <a:pt x="0" y="6858000"/>
                </a:lnTo>
                <a:lnTo>
                  <a:pt x="3139172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7F912A-E5EF-836A-8358-B5648FC22CD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9DF90FF5-BF3E-1DD6-C378-E2620BA4C2A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A716155-432B-6DE6-7915-AF69E8D19C09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67DC2873-DE29-3B85-7150-BA03495FE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53684" y="919479"/>
            <a:ext cx="2518676" cy="510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963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I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DAD678DE-7B38-CD85-FC95-052B65E1CDE5}"/>
              </a:ext>
            </a:extLst>
          </p:cNvPr>
          <p:cNvSpPr/>
          <p:nvPr/>
        </p:nvSpPr>
        <p:spPr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10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E11C0D7F-4887-3BC5-FFDD-48EC6C7B9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10545973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6" y="5166569"/>
            <a:ext cx="9611263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5AEB2BA-948E-5C9C-EFDD-EA370658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1079328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CAC1E9-6A66-B988-8EC2-BE8F86216656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9" name="Group 10">
            <a:extLst>
              <a:ext uri="{FF2B5EF4-FFF2-40B4-BE49-F238E27FC236}">
                <a16:creationId xmlns:a16="http://schemas.microsoft.com/office/drawing/2014/main" id="{17DDCA17-6FFD-4A58-3A31-6859D21C39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B9E9A55C-9FFD-4FCA-2EDD-ADB779B28FF6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A4E6C5D-3F79-F495-B0E4-712C5FD755FB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9751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I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DAD678DE-7B38-CD85-FC95-052B65E1CDE5}"/>
              </a:ext>
            </a:extLst>
          </p:cNvPr>
          <p:cNvSpPr/>
          <p:nvPr/>
        </p:nvSpPr>
        <p:spPr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10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E11C0D7F-4887-3BC5-FFDD-48EC6C7B9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1054597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6" y="5166569"/>
            <a:ext cx="8696863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5AEB2BA-948E-5C9C-EFDD-EA370658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1079328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CAC1E9-6A66-B988-8EC2-BE8F86216656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9" name="Group 10">
            <a:extLst>
              <a:ext uri="{FF2B5EF4-FFF2-40B4-BE49-F238E27FC236}">
                <a16:creationId xmlns:a16="http://schemas.microsoft.com/office/drawing/2014/main" id="{17DDCA17-6FFD-4A58-3A31-6859D21C39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B9E9A55C-9FFD-4FCA-2EDD-ADB779B28FF6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A4E6C5D-3F79-F495-B0E4-712C5FD755FB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425506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B70F0-D1B9-FF30-8E27-89ABC8D0B45F}"/>
              </a:ext>
            </a:extLst>
          </p:cNvPr>
          <p:cNvSpPr/>
          <p:nvPr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27730-5F5B-0B97-65E2-589955B25A8E}"/>
              </a:ext>
            </a:extLst>
          </p:cNvPr>
          <p:cNvSpPr/>
          <p:nvPr/>
        </p:nvSpPr>
        <p:spPr>
          <a:xfrm>
            <a:off x="0" y="0"/>
            <a:ext cx="12192000" cy="6300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 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E10AAA18-B47A-697D-7541-F2033CF3F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B3E3FE9F-04DE-90E8-D932-715F8B3734E8}"/>
              </a:ext>
            </a:extLst>
          </p:cNvPr>
          <p:cNvSpPr/>
          <p:nvPr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9090326A-AAE1-F1E3-970F-791CD0B65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LINE"/>
          <p:cNvSpPr>
            <a:spLocks noGrp="1"/>
          </p:cNvSpPr>
          <p:nvPr>
            <p:ph type="body" idx="1"/>
          </p:nvPr>
        </p:nvSpPr>
        <p:spPr>
          <a:xfrm>
            <a:off x="728400" y="3793067"/>
            <a:ext cx="10521949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8400" y="1620000"/>
            <a:ext cx="1051560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liennummernplatzhalter">
            <a:extLst>
              <a:ext uri="{FF2B5EF4-FFF2-40B4-BE49-F238E27FC236}">
                <a16:creationId xmlns:a16="http://schemas.microsoft.com/office/drawing/2014/main" id="{F2C8BD4E-3C1E-4518-4F80-22AA0C687F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8" name="Fußzeilenplatzhalter">
            <a:extLst>
              <a:ext uri="{FF2B5EF4-FFF2-40B4-BE49-F238E27FC236}">
                <a16:creationId xmlns:a16="http://schemas.microsoft.com/office/drawing/2014/main" id="{82B19C51-7CB9-CFF3-AD93-32284761A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8800" y="6453188"/>
            <a:ext cx="6624638" cy="179387"/>
          </a:xfrm>
        </p:spPr>
        <p:txBody>
          <a:bodyPr/>
          <a:lstStyle>
            <a:lvl1pPr algn="r"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673293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I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B70F0-D1B9-FF30-8E27-89ABC8D0B45F}"/>
              </a:ext>
            </a:extLst>
          </p:cNvPr>
          <p:cNvSpPr/>
          <p:nvPr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27730-5F5B-0B97-65E2-589955B25A8E}"/>
              </a:ext>
            </a:extLst>
          </p:cNvPr>
          <p:cNvSpPr/>
          <p:nvPr/>
        </p:nvSpPr>
        <p:spPr>
          <a:xfrm>
            <a:off x="0" y="0"/>
            <a:ext cx="12192000" cy="6300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 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E10AAA18-B47A-697D-7541-F2033CF3F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B3E3FE9F-04DE-90E8-D932-715F8B3734E8}"/>
              </a:ext>
            </a:extLst>
          </p:cNvPr>
          <p:cNvSpPr/>
          <p:nvPr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9090326A-AAE1-F1E3-970F-791CD0B65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LINE"/>
          <p:cNvSpPr>
            <a:spLocks noGrp="1"/>
          </p:cNvSpPr>
          <p:nvPr>
            <p:ph type="body" idx="1"/>
          </p:nvPr>
        </p:nvSpPr>
        <p:spPr>
          <a:xfrm>
            <a:off x="728401" y="3793067"/>
            <a:ext cx="6688400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8400" y="1620000"/>
            <a:ext cx="767392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liennummernplatzhalter">
            <a:extLst>
              <a:ext uri="{FF2B5EF4-FFF2-40B4-BE49-F238E27FC236}">
                <a16:creationId xmlns:a16="http://schemas.microsoft.com/office/drawing/2014/main" id="{F2C8BD4E-3C1E-4518-4F80-22AA0C687F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0B399D1-457B-864F-9316-4FC71123896F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2" name="Group 10">
            <a:extLst>
              <a:ext uri="{FF2B5EF4-FFF2-40B4-BE49-F238E27FC236}">
                <a16:creationId xmlns:a16="http://schemas.microsoft.com/office/drawing/2014/main" id="{A77AA221-9ABA-FB80-283D-FC93ED12608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EFB96A71-72D5-4F2F-57E2-3F11F37AEE63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593FA45-7455-8E14-6F14-89EC1780BE1C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61274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2253C0-DD0E-0BD1-E9B3-E4B396847F7E}"/>
              </a:ext>
            </a:extLst>
          </p:cNvPr>
          <p:cNvSpPr/>
          <p:nvPr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F3153755-85A9-E789-F05F-F6CA1AF70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riangle 7">
            <a:extLst>
              <a:ext uri="{FF2B5EF4-FFF2-40B4-BE49-F238E27FC236}">
                <a16:creationId xmlns:a16="http://schemas.microsoft.com/office/drawing/2014/main" id="{3881D6F8-F94F-4BA3-FC97-3AAA82305DC1}"/>
              </a:ext>
            </a:extLst>
          </p:cNvPr>
          <p:cNvSpPr/>
          <p:nvPr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36F7688A-4D74-266F-BD5E-4A2886A5F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LINE"/>
          <p:cNvSpPr>
            <a:spLocks noGrp="1"/>
          </p:cNvSpPr>
          <p:nvPr>
            <p:ph type="body" idx="1"/>
          </p:nvPr>
        </p:nvSpPr>
        <p:spPr>
          <a:xfrm>
            <a:off x="728401" y="3793067"/>
            <a:ext cx="6657920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8400" y="1620000"/>
            <a:ext cx="764344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liennummernplatzhalter">
            <a:extLst>
              <a:ext uri="{FF2B5EF4-FFF2-40B4-BE49-F238E27FC236}">
                <a16:creationId xmlns:a16="http://schemas.microsoft.com/office/drawing/2014/main" id="{6656786D-7503-C86D-26B3-03B3F374FA4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123675F-ACF7-8BBF-1FB4-29650263D402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AA8B4A-1A02-27BB-5B0B-BCABFED40F6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8A811E1D-E48B-8637-6350-A9BC30AD144F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AD1B296-1657-7086-073B-BC98BC155C8F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09727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CI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0DEB61-17C8-74D3-7D44-707BB47FCCFB}"/>
              </a:ext>
            </a:extLst>
          </p:cNvPr>
          <p:cNvSpPr/>
          <p:nvPr userDrawn="1"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24A59528-D7DD-996A-01F5-6D458FAFB2AA}"/>
              </a:ext>
            </a:extLst>
          </p:cNvPr>
          <p:cNvSpPr/>
          <p:nvPr userDrawn="1"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E10AAA18-B47A-697D-7541-F2033CF3F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06C11460-BD2E-2C43-7628-0DBD04FF4850}"/>
              </a:ext>
            </a:extLst>
          </p:cNvPr>
          <p:cNvSpPr/>
          <p:nvPr userDrawn="1"/>
        </p:nvSpPr>
        <p:spPr>
          <a:xfrm>
            <a:off x="10434144" y="2554288"/>
            <a:ext cx="1757856" cy="3746500"/>
          </a:xfrm>
          <a:custGeom>
            <a:avLst/>
            <a:gdLst>
              <a:gd name="connsiteX0" fmla="*/ 1757856 w 1757856"/>
              <a:gd name="connsiteY0" fmla="*/ 0 h 3746500"/>
              <a:gd name="connsiteX1" fmla="*/ 1757856 w 1757856"/>
              <a:gd name="connsiteY1" fmla="*/ 598081 h 3746500"/>
              <a:gd name="connsiteX2" fmla="*/ 280619 w 1757856"/>
              <a:gd name="connsiteY2" fmla="*/ 3746500 h 3746500"/>
              <a:gd name="connsiteX3" fmla="*/ 0 w 1757856"/>
              <a:gd name="connsiteY3" fmla="*/ 3746500 h 3746500"/>
              <a:gd name="connsiteX4" fmla="*/ 1757856 w 1757856"/>
              <a:gd name="connsiteY4" fmla="*/ 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7856" h="3746500">
                <a:moveTo>
                  <a:pt x="1757856" y="0"/>
                </a:moveTo>
                <a:lnTo>
                  <a:pt x="1757856" y="598081"/>
                </a:lnTo>
                <a:lnTo>
                  <a:pt x="280619" y="3746500"/>
                </a:lnTo>
                <a:lnTo>
                  <a:pt x="0" y="3746500"/>
                </a:lnTo>
                <a:lnTo>
                  <a:pt x="175785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15">
            <a:extLst>
              <a:ext uri="{FF2B5EF4-FFF2-40B4-BE49-F238E27FC236}">
                <a16:creationId xmlns:a16="http://schemas.microsoft.com/office/drawing/2014/main" id="{903C4FCF-D25D-F7D9-AE5A-D06C7229B7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LINE">
            <a:extLst>
              <a:ext uri="{FF2B5EF4-FFF2-40B4-BE49-F238E27FC236}">
                <a16:creationId xmlns:a16="http://schemas.microsoft.com/office/drawing/2014/main" id="{EBF41D3F-53B3-766A-67F5-AED638B65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401" y="3793067"/>
            <a:ext cx="6657920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E86D1A86-2AB2-2EBE-568E-9A633C6A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0" y="1620000"/>
            <a:ext cx="764344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Foliennummernplatzhalter">
            <a:extLst>
              <a:ext uri="{FF2B5EF4-FFF2-40B4-BE49-F238E27FC236}">
                <a16:creationId xmlns:a16="http://schemas.microsoft.com/office/drawing/2014/main" id="{CA3095C8-DC53-C609-88BA-B1A94F7B40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5" name="Fußzeilenplatzhalter">
            <a:extLst>
              <a:ext uri="{FF2B5EF4-FFF2-40B4-BE49-F238E27FC236}">
                <a16:creationId xmlns:a16="http://schemas.microsoft.com/office/drawing/2014/main" id="{FF5EB8C6-850B-401C-E13E-E099836DE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8800" y="6453188"/>
            <a:ext cx="6624638" cy="179387"/>
          </a:xfrm>
        </p:spPr>
        <p:txBody>
          <a:bodyPr/>
          <a:lstStyle>
            <a:lvl1pPr algn="r"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7052437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85482" y="1821600"/>
            <a:ext cx="10768318" cy="3438144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2" name="Foliennummernplatzhalter">
            <a:extLst>
              <a:ext uri="{FF2B5EF4-FFF2-40B4-BE49-F238E27FC236}">
                <a16:creationId xmlns:a16="http://schemas.microsoft.com/office/drawing/2014/main" id="{2ABC8CA8-4005-3A7A-3C96-C80553532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lang="en-US" sz="800" b="0" i="0" kern="1200" cap="none" baseline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fld id="{E0617A8D-DF13-DE44-8E79-6AB641EB65B0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3" name="Fußzeilenplatzhalter">
            <a:extLst>
              <a:ext uri="{FF2B5EF4-FFF2-40B4-BE49-F238E27FC236}">
                <a16:creationId xmlns:a16="http://schemas.microsoft.com/office/drawing/2014/main" id="{1B1F4E32-45ED-401C-CA50-8F775E89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556426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Title and Sub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2297CD31-003C-9C62-14B3-8BCFC93B5A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701920B0-F26A-B4AE-2B30-40C2781ED6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7128535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Foliennummernplatzhalter">
            <a:extLst>
              <a:ext uri="{FF2B5EF4-FFF2-40B4-BE49-F238E27FC236}">
                <a16:creationId xmlns:a16="http://schemas.microsoft.com/office/drawing/2014/main" id="{494FBA69-A86F-1BD3-BA86-C41211CE5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E8B8D-A732-EC43-8351-6D7901647739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6EBE03DD-9BC1-31A2-D698-500A69F1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0435591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ection Title and Sub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2297CD31-003C-9C62-14B3-8BCFC93B5A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701920B0-F26A-B4AE-2B30-40C2781ED6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AB25FD3-2AAC-710E-E990-D1E69B1E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702001"/>
            <a:ext cx="10299050" cy="1983666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08AB7521-3A5F-21F0-0787-EDD967C6E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3377" y="3073511"/>
            <a:ext cx="10041461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B51251-1DB8-C86F-5E55-64CA976FA992}"/>
              </a:ext>
            </a:extLst>
          </p:cNvPr>
          <p:cNvCxnSpPr>
            <a:cxnSpLocks/>
          </p:cNvCxnSpPr>
          <p:nvPr userDrawn="1"/>
        </p:nvCxnSpPr>
        <p:spPr>
          <a:xfrm>
            <a:off x="649288" y="3073083"/>
            <a:ext cx="0" cy="388937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1864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633AF5FF-7B4D-BF93-A526-F265DB8D8A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C17B6-8E7F-604B-9D4B-429F5A05B3D8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5" name="Fußzeilenplatzhalter">
            <a:extLst>
              <a:ext uri="{FF2B5EF4-FFF2-40B4-BE49-F238E27FC236}">
                <a16:creationId xmlns:a16="http://schemas.microsoft.com/office/drawing/2014/main" id="{9420573B-A339-D1DA-E66C-8A9435B409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72B8A344-78E0-D387-E9A2-7D7BEDFEC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82" y="1828800"/>
            <a:ext cx="10768318" cy="38088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36268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tandard Content No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/>
          <p:cNvSpPr>
            <a:spLocks noGrp="1"/>
          </p:cNvSpPr>
          <p:nvPr>
            <p:ph idx="1"/>
          </p:nvPr>
        </p:nvSpPr>
        <p:spPr>
          <a:xfrm>
            <a:off x="585482" y="1828800"/>
            <a:ext cx="10768318" cy="38088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0DA01704-0363-03B3-A9A4-259AD9868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BDF4D-5D58-764E-B8F1-45E44A35A50E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5C7D6598-9524-5F90-441B-F6E4FB78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0976551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AF936A89-9310-9927-2CC1-50055E1A53B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ABC6-F9B5-FE43-99BC-E31E5A976D9B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7" name="Fußzeilenplatzhalter">
            <a:extLst>
              <a:ext uri="{FF2B5EF4-FFF2-40B4-BE49-F238E27FC236}">
                <a16:creationId xmlns:a16="http://schemas.microsoft.com/office/drawing/2014/main" id="{ECC346D8-A685-49D7-DA67-D932135617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466163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 No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14693791-864B-19A9-D895-5E6D53480A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3D75E-A5FB-0B49-9633-5503DC4869F1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99AD6FA1-E70C-1ED6-BAB3-8575E5E5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131421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nhaltsplatzhalter 3"/>
          <p:cNvSpPr>
            <a:spLocks noGrp="1"/>
          </p:cNvSpPr>
          <p:nvPr>
            <p:ph sz="half" idx="33"/>
          </p:nvPr>
        </p:nvSpPr>
        <p:spPr>
          <a:xfrm>
            <a:off x="7968836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sz="half" idx="2"/>
          </p:nvPr>
        </p:nvSpPr>
        <p:spPr>
          <a:xfrm>
            <a:off x="4332542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"/>
          <p:cNvSpPr>
            <a:spLocks noGrp="1"/>
          </p:cNvSpPr>
          <p:nvPr>
            <p:ph idx="1"/>
          </p:nvPr>
        </p:nvSpPr>
        <p:spPr>
          <a:xfrm>
            <a:off x="585482" y="1828800"/>
            <a:ext cx="3494765" cy="38088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FF9D3A6F-2F5F-8146-66FE-F86E7EBC2B4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539F0-4099-3F46-B2F6-F2213A296F07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AE9E3B5A-F789-4551-8457-13E24F183100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1202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3 Column No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3"/>
          <p:cNvSpPr>
            <a:spLocks noGrp="1"/>
          </p:cNvSpPr>
          <p:nvPr>
            <p:ph sz="half" idx="33"/>
          </p:nvPr>
        </p:nvSpPr>
        <p:spPr>
          <a:xfrm>
            <a:off x="7968836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2"/>
          </p:nvPr>
        </p:nvSpPr>
        <p:spPr>
          <a:xfrm>
            <a:off x="4332542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>
          <a:xfrm>
            <a:off x="585482" y="1828800"/>
            <a:ext cx="3494765" cy="3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97C17C9F-6648-A331-3547-F056C8EF5E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C782E-9157-A043-8BF8-8F852C900330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7" name="Fußzeilenplatzhalter">
            <a:extLst>
              <a:ext uri="{FF2B5EF4-FFF2-40B4-BE49-F238E27FC236}">
                <a16:creationId xmlns:a16="http://schemas.microsoft.com/office/drawing/2014/main" id="{AF2B8668-BB69-34C8-4987-B3F9F93AB3FF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58494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W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21">
            <a:extLst>
              <a:ext uri="{FF2B5EF4-FFF2-40B4-BE49-F238E27FC236}">
                <a16:creationId xmlns:a16="http://schemas.microsoft.com/office/drawing/2014/main" id="{1E8196D3-E382-806F-B95C-F6C9B5CFE6DD}"/>
              </a:ext>
            </a:extLst>
          </p:cNvPr>
          <p:cNvCxnSpPr/>
          <p:nvPr/>
        </p:nvCxnSpPr>
        <p:spPr>
          <a:xfrm>
            <a:off x="6096000" y="1757363"/>
            <a:ext cx="0" cy="381000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22">
            <a:extLst>
              <a:ext uri="{FF2B5EF4-FFF2-40B4-BE49-F238E27FC236}">
                <a16:creationId xmlns:a16="http://schemas.microsoft.com/office/drawing/2014/main" id="{316A06D2-A7F0-3C47-E906-78215BC4D3A0}"/>
              </a:ext>
            </a:extLst>
          </p:cNvPr>
          <p:cNvCxnSpPr/>
          <p:nvPr/>
        </p:nvCxnSpPr>
        <p:spPr>
          <a:xfrm flipH="1">
            <a:off x="838200" y="3662363"/>
            <a:ext cx="10514013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23">
            <a:extLst>
              <a:ext uri="{FF2B5EF4-FFF2-40B4-BE49-F238E27FC236}">
                <a16:creationId xmlns:a16="http://schemas.microsoft.com/office/drawing/2014/main" id="{771C3BD9-E439-3CC8-C8C8-5FA88AB70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38" y="29321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S</a:t>
            </a:r>
          </a:p>
        </p:txBody>
      </p:sp>
      <p:sp>
        <p:nvSpPr>
          <p:cNvPr id="7" name="Textfeld 24">
            <a:extLst>
              <a:ext uri="{FF2B5EF4-FFF2-40B4-BE49-F238E27FC236}">
                <a16:creationId xmlns:a16="http://schemas.microsoft.com/office/drawing/2014/main" id="{25B25DD5-64BE-6DCD-2EA2-0F58E6111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4513" y="29321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W</a:t>
            </a:r>
          </a:p>
        </p:txBody>
      </p:sp>
      <p:sp>
        <p:nvSpPr>
          <p:cNvPr id="8" name="Textfeld 25">
            <a:extLst>
              <a:ext uri="{FF2B5EF4-FFF2-40B4-BE49-F238E27FC236}">
                <a16:creationId xmlns:a16="http://schemas.microsoft.com/office/drawing/2014/main" id="{C12E4B65-AABC-4091-07B3-25BB4C2D8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38" y="49133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O</a:t>
            </a:r>
          </a:p>
        </p:txBody>
      </p:sp>
      <p:sp>
        <p:nvSpPr>
          <p:cNvPr id="9" name="Textfeld 26">
            <a:extLst>
              <a:ext uri="{FF2B5EF4-FFF2-40B4-BE49-F238E27FC236}">
                <a16:creationId xmlns:a16="http://schemas.microsoft.com/office/drawing/2014/main" id="{D8AB3424-136F-2775-4187-DE3DCE69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4513" y="49133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R</a:t>
            </a:r>
          </a:p>
        </p:txBody>
      </p:sp>
      <p:sp>
        <p:nvSpPr>
          <p:cNvPr id="31" name="Inhaltsplatzhalter 2"/>
          <p:cNvSpPr>
            <a:spLocks noGrp="1"/>
          </p:cNvSpPr>
          <p:nvPr>
            <p:ph sz="half" idx="2"/>
          </p:nvPr>
        </p:nvSpPr>
        <p:spPr>
          <a:xfrm>
            <a:off x="6172200" y="2207191"/>
            <a:ext cx="4532400" cy="1378191"/>
          </a:xfr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" name="Inhaltsplatzhalter 1"/>
          <p:cNvSpPr>
            <a:spLocks noGrp="1"/>
          </p:cNvSpPr>
          <p:nvPr>
            <p:ph sz="half" idx="1"/>
          </p:nvPr>
        </p:nvSpPr>
        <p:spPr>
          <a:xfrm>
            <a:off x="601209" y="2207191"/>
            <a:ext cx="4642200" cy="137819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" name="Inhaltsplatzhalter 2"/>
          <p:cNvSpPr>
            <a:spLocks noGrp="1"/>
          </p:cNvSpPr>
          <p:nvPr>
            <p:ph sz="half" idx="33"/>
          </p:nvPr>
        </p:nvSpPr>
        <p:spPr>
          <a:xfrm>
            <a:off x="6172200" y="4188934"/>
            <a:ext cx="4531200" cy="1378191"/>
          </a:xfr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" name="Inhaltsplatzhalter 1"/>
          <p:cNvSpPr>
            <a:spLocks noGrp="1"/>
          </p:cNvSpPr>
          <p:nvPr>
            <p:ph sz="half" idx="34"/>
          </p:nvPr>
        </p:nvSpPr>
        <p:spPr>
          <a:xfrm>
            <a:off x="601238" y="4188934"/>
            <a:ext cx="4640971" cy="1378191"/>
          </a:xfr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" name="Textplatzhalter 1"/>
          <p:cNvSpPr>
            <a:spLocks noGrp="1"/>
          </p:cNvSpPr>
          <p:nvPr>
            <p:ph type="body" idx="37"/>
          </p:nvPr>
        </p:nvSpPr>
        <p:spPr>
          <a:xfrm>
            <a:off x="6171000" y="3738982"/>
            <a:ext cx="5181600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platzhalter 1"/>
          <p:cNvSpPr>
            <a:spLocks noGrp="1"/>
          </p:cNvSpPr>
          <p:nvPr>
            <p:ph type="body" idx="38"/>
          </p:nvPr>
        </p:nvSpPr>
        <p:spPr>
          <a:xfrm>
            <a:off x="6171000" y="1757239"/>
            <a:ext cx="5181600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platzhalter 1"/>
          <p:cNvSpPr>
            <a:spLocks noGrp="1"/>
          </p:cNvSpPr>
          <p:nvPr>
            <p:ph type="body" idx="39"/>
          </p:nvPr>
        </p:nvSpPr>
        <p:spPr>
          <a:xfrm>
            <a:off x="585482" y="1757239"/>
            <a:ext cx="5307127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platzhalter 1"/>
          <p:cNvSpPr>
            <a:spLocks noGrp="1"/>
          </p:cNvSpPr>
          <p:nvPr>
            <p:ph type="body" idx="40"/>
          </p:nvPr>
        </p:nvSpPr>
        <p:spPr>
          <a:xfrm>
            <a:off x="585482" y="3738982"/>
            <a:ext cx="5307127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Foliennummernplatzhalter">
            <a:extLst>
              <a:ext uri="{FF2B5EF4-FFF2-40B4-BE49-F238E27FC236}">
                <a16:creationId xmlns:a16="http://schemas.microsoft.com/office/drawing/2014/main" id="{E2EBAE49-F350-A1E3-B6C3-1F3A2B25281B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5E85B-FDDA-474B-8048-344379DFAB6E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1" name="Fußzeilenplatzhalter">
            <a:extLst>
              <a:ext uri="{FF2B5EF4-FFF2-40B4-BE49-F238E27FC236}">
                <a16:creationId xmlns:a16="http://schemas.microsoft.com/office/drawing/2014/main" id="{5E88283C-812E-1E25-A1A7-D246E93E9896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14635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ingle Corner Rectangle 12">
            <a:extLst>
              <a:ext uri="{FF2B5EF4-FFF2-40B4-BE49-F238E27FC236}">
                <a16:creationId xmlns:a16="http://schemas.microsoft.com/office/drawing/2014/main" id="{247B5723-A583-FD56-E764-A3070C75B698}"/>
              </a:ext>
            </a:extLst>
          </p:cNvPr>
          <p:cNvSpPr/>
          <p:nvPr/>
        </p:nvSpPr>
        <p:spPr>
          <a:xfrm rot="5400000">
            <a:off x="1270794" y="1143794"/>
            <a:ext cx="3810000" cy="5180012"/>
          </a:xfrm>
          <a:prstGeom prst="round1Rect">
            <a:avLst>
              <a:gd name="adj" fmla="val 0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3AEA8916-3CCE-D853-8FF1-E99974EE43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9081F-0F60-0849-88D4-13CB87AB4CFF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F0E69A6C-D74E-73EC-C9D9-63A1A595A09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588399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I 2 Column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3AEA8916-3CCE-D853-8FF1-E99974EE43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9081F-0F60-0849-88D4-13CB87AB4CFF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F0E69A6C-D74E-73EC-C9D9-63A1A595A09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1410316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able Placeholder 5"/>
          <p:cNvSpPr>
            <a:spLocks noGrp="1"/>
          </p:cNvSpPr>
          <p:nvPr>
            <p:ph type="tbl" sz="quarter" idx="24"/>
          </p:nvPr>
        </p:nvSpPr>
        <p:spPr>
          <a:xfrm>
            <a:off x="585483" y="1859281"/>
            <a:ext cx="10768318" cy="3718560"/>
          </a:xfrm>
        </p:spPr>
        <p:txBody>
          <a:bodyPr rtlCol="0" anchor="ctr">
            <a:normAutofit/>
          </a:bodyPr>
          <a:lstStyle>
            <a:lvl1pPr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68F3CB84-4D91-E5AB-305C-C8B8C6B4FA3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F105E-DCDF-B74B-88FF-13CFA4E73271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1610AFAD-0722-9A16-B85A-3DC24B50965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755435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 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2">
            <a:extLst>
              <a:ext uri="{FF2B5EF4-FFF2-40B4-BE49-F238E27FC236}">
                <a16:creationId xmlns:a16="http://schemas.microsoft.com/office/drawing/2014/main" id="{2B1E2D25-F5DF-C79C-60C5-4028E3A860C6}"/>
              </a:ext>
            </a:extLst>
          </p:cNvPr>
          <p:cNvSpPr/>
          <p:nvPr/>
        </p:nvSpPr>
        <p:spPr>
          <a:xfrm rot="5400000">
            <a:off x="6858000" y="1143000"/>
            <a:ext cx="3810000" cy="5181600"/>
          </a:xfrm>
          <a:prstGeom prst="round1Rect">
            <a:avLst>
              <a:gd name="adj" fmla="val 0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1984D3E8-0099-6489-B27D-9DA0BCFC02F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AA658-E125-3642-9838-6586872E795D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4CE87A2D-D207-3046-9551-B0333EB42E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39935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I 2 Column 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1984D3E8-0099-6489-B27D-9DA0BCFC02F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AA658-E125-3642-9838-6586872E795D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4CE87A2D-D207-3046-9551-B0333EB42E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831112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FC31B6-9281-BF38-0FD6-F7F51F050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latin typeface="Neue Plak Regular" panose="020B0504030202020204" pitchFamily="34" charset="77"/>
              <a:ea typeface="Neue Plak Regular" panose="020B0504030202020204" pitchFamily="34" charset="77"/>
              <a:cs typeface="Neue Plak Regular" panose="020B0504030202020204" pitchFamily="34" charset="77"/>
              <a:sym typeface="Neue Plak Regular" panose="020B0504030202020204" pitchFamily="34" charset="77"/>
            </a:endParaRPr>
          </a:p>
        </p:txBody>
      </p:sp>
      <p:pic>
        <p:nvPicPr>
          <p:cNvPr id="3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982DEA42-4FE8-6FD5-3059-EA3FECEE4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5000" y="2889250"/>
            <a:ext cx="58435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61331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7BD3F5-99BC-9E61-6072-85703FC55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latin typeface="Neue Plak Regular" panose="020B0504030202020204" pitchFamily="34" charset="77"/>
              <a:ea typeface="Neue Plak Regular" panose="020B0504030202020204" pitchFamily="34" charset="77"/>
              <a:cs typeface="Neue Plak Regular" panose="020B0504030202020204" pitchFamily="34" charset="77"/>
              <a:sym typeface="Neue Plak Regular" panose="020B0504030202020204" pitchFamily="34" charset="77"/>
            </a:endParaRPr>
          </a:p>
        </p:txBody>
      </p:sp>
      <p:pic>
        <p:nvPicPr>
          <p:cNvPr id="3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E2AAC92C-EC0A-A85D-6B62-93C91111C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5000" y="2889250"/>
            <a:ext cx="58435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C0EC0172-783B-ABBC-523D-5AB482735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5000" y="2889250"/>
            <a:ext cx="58435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94368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60E16E32-505B-6CF0-B811-59F5C9EF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8C6364-70E0-6213-4B3A-315E3FBCC039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4927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60E16E32-505B-6CF0-B811-59F5C9EF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57E6F6-31CC-5D64-48E3-33BEB92642B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4873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581606-7974-9E30-FE2A-74B2427EDEAA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665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C374BC9E-47C2-51E1-3D39-EE855423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002171-A7B0-9E49-8EB8-BAFF5B04BCCF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7868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39E46CF-88A2-A4B6-B1E7-23644FDD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274AF1-CB02-2862-DEFA-CD851625CE7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85310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3CA992BE-55B1-54A9-3E70-D9C7BFFDC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538458-90E2-AC92-57BD-23CF02FC01ED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97161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12F9D91-37E3-D402-EA41-AE034ABB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973A15-934C-CC6B-B623-FB90A4E89330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7361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E65893D8-0917-1DB3-B5C9-F8E7D11F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D38B11-F9E3-2B08-9E48-7E6E0886D4FE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6473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D5454EAF-FE36-751E-5B57-818A55BA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EA552C-98D4-E941-A8AF-BB56D6C511E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73178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16A221FF-86BE-160C-852D-B7693C17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3BCDC5-8061-86A1-CFE1-D37D0957B23E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064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77B4D4C9-A29A-B605-7268-67DDFAF3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7D8FA9-B688-5057-97DE-427895F77144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7368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605FED7D-6549-26E7-5A5B-1827ADEF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0860FD-5107-BF1F-9F6A-3E0B22DDF065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5412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22F9E8D-A8E7-392D-DA82-55B73CDCC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CC68A8-5F3A-AD8C-B2E9-8024A8E89AF0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9061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6ED38A8D-AEC2-170F-1E91-BB70382C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5A6680-BE6B-91AF-8201-041895BDAF11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3178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D55F1A8B-A129-7A9C-7C3C-DE27DDAF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B451F7-A7C1-0619-3FBB-DF95EAFAB941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70948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3B4B715D-C681-FE96-E142-3A4C9F2F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5EDDB7-7BAD-22BA-C1D2-35BA6739D4E7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1109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C9469CC0-1699-5795-E33D-8FCBADE0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226F02-92EE-BA11-24FB-4B4FEFE87984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39768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721EB090-44F6-76A8-3AFE-2D1B536B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E1A8EB-B719-75A5-BEC4-3E516295914B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796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8355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9641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87482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74536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1541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D7CCF-780E-8EBD-9C28-FEF432C5170E}"/>
              </a:ext>
            </a:extLst>
          </p:cNvPr>
          <p:cNvSpPr/>
          <p:nvPr userDrawn="1"/>
        </p:nvSpPr>
        <p:spPr>
          <a:xfrm rot="10800000">
            <a:off x="600546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62829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7E708818-E513-8279-4306-C5B535DDD042}"/>
              </a:ext>
            </a:extLst>
          </p:cNvPr>
          <p:cNvSpPr/>
          <p:nvPr userDrawn="1"/>
        </p:nvSpPr>
        <p:spPr>
          <a:xfrm>
            <a:off x="7609728" y="0"/>
            <a:ext cx="4592432" cy="6858000"/>
          </a:xfrm>
          <a:custGeom>
            <a:avLst/>
            <a:gdLst>
              <a:gd name="connsiteX0" fmla="*/ 3139172 w 4592432"/>
              <a:gd name="connsiteY0" fmla="*/ 0 h 6858000"/>
              <a:gd name="connsiteX1" fmla="*/ 4592432 w 4592432"/>
              <a:gd name="connsiteY1" fmla="*/ 0 h 6858000"/>
              <a:gd name="connsiteX2" fmla="*/ 4592432 w 4592432"/>
              <a:gd name="connsiteY2" fmla="*/ 2862996 h 6858000"/>
              <a:gd name="connsiteX3" fmla="*/ 2763764 w 4592432"/>
              <a:gd name="connsiteY3" fmla="*/ 6858000 h 6858000"/>
              <a:gd name="connsiteX4" fmla="*/ 0 w 4592432"/>
              <a:gd name="connsiteY4" fmla="*/ 6858000 h 6858000"/>
              <a:gd name="connsiteX5" fmla="*/ 3139172 w 4592432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2432" h="6858000">
                <a:moveTo>
                  <a:pt x="3139172" y="0"/>
                </a:moveTo>
                <a:lnTo>
                  <a:pt x="4592432" y="0"/>
                </a:lnTo>
                <a:lnTo>
                  <a:pt x="4592432" y="2862996"/>
                </a:lnTo>
                <a:lnTo>
                  <a:pt x="2763764" y="6858000"/>
                </a:lnTo>
                <a:lnTo>
                  <a:pt x="0" y="6858000"/>
                </a:lnTo>
                <a:lnTo>
                  <a:pt x="3139172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78B79A0F-7056-D9D9-5A58-367866D3AC1A}"/>
              </a:ext>
            </a:extLst>
          </p:cNvPr>
          <p:cNvGrpSpPr>
            <a:grpSpLocks/>
          </p:cNvGrpSpPr>
          <p:nvPr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BB263F76-ADAA-2D9E-8ABF-AFFCBF74B7B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0230DE9-1C83-6686-18A7-369D73760362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17B1CCAB-2D45-249A-9703-BD3CFC5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760304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7D8A2-8698-09FA-E118-A62728C836CC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716CC4EC-3BF7-1CCD-42ED-BEFD24FDDF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53684" y="919479"/>
            <a:ext cx="2518676" cy="510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9033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ACI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2B4A666-0127-65BA-9A0D-55A23F538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590848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7" y="5166569"/>
            <a:ext cx="5904852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1168899-2F5E-AAFE-1EB6-03A11320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270000"/>
            <a:ext cx="7603048" cy="233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4E12B-D973-AD07-21D2-A3F3A2327D03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CEE38FEB-A578-67C4-6759-1CF3F3BC02CA}"/>
              </a:ext>
            </a:extLst>
          </p:cNvPr>
          <p:cNvSpPr/>
          <p:nvPr userDrawn="1"/>
        </p:nvSpPr>
        <p:spPr>
          <a:xfrm>
            <a:off x="7609728" y="0"/>
            <a:ext cx="4592432" cy="6858000"/>
          </a:xfrm>
          <a:custGeom>
            <a:avLst/>
            <a:gdLst>
              <a:gd name="connsiteX0" fmla="*/ 3139172 w 4592432"/>
              <a:gd name="connsiteY0" fmla="*/ 0 h 6858000"/>
              <a:gd name="connsiteX1" fmla="*/ 4592432 w 4592432"/>
              <a:gd name="connsiteY1" fmla="*/ 0 h 6858000"/>
              <a:gd name="connsiteX2" fmla="*/ 4592432 w 4592432"/>
              <a:gd name="connsiteY2" fmla="*/ 2862996 h 6858000"/>
              <a:gd name="connsiteX3" fmla="*/ 2763764 w 4592432"/>
              <a:gd name="connsiteY3" fmla="*/ 6858000 h 6858000"/>
              <a:gd name="connsiteX4" fmla="*/ 0 w 4592432"/>
              <a:gd name="connsiteY4" fmla="*/ 6858000 h 6858000"/>
              <a:gd name="connsiteX5" fmla="*/ 3139172 w 4592432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2432" h="6858000">
                <a:moveTo>
                  <a:pt x="3139172" y="0"/>
                </a:moveTo>
                <a:lnTo>
                  <a:pt x="4592432" y="0"/>
                </a:lnTo>
                <a:lnTo>
                  <a:pt x="4592432" y="2862996"/>
                </a:lnTo>
                <a:lnTo>
                  <a:pt x="2763764" y="6858000"/>
                </a:lnTo>
                <a:lnTo>
                  <a:pt x="0" y="6858000"/>
                </a:lnTo>
                <a:lnTo>
                  <a:pt x="3139172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7F912A-E5EF-836A-8358-B5648FC22CD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9DF90FF5-BF3E-1DD6-C378-E2620BA4C2A2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A716155-432B-6DE6-7915-AF69E8D19C09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67DC2873-DE29-3B85-7150-BA03495FE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53684" y="919479"/>
            <a:ext cx="2518676" cy="510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087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I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DAD678DE-7B38-CD85-FC95-052B65E1CDE5}"/>
              </a:ext>
            </a:extLst>
          </p:cNvPr>
          <p:cNvSpPr/>
          <p:nvPr/>
        </p:nvSpPr>
        <p:spPr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10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E11C0D7F-4887-3BC5-FFDD-48EC6C7B9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10545973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6" y="5166569"/>
            <a:ext cx="9611263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5AEB2BA-948E-5C9C-EFDD-EA370658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1079328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CAC1E9-6A66-B988-8EC2-BE8F86216656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9" name="Group 10">
            <a:extLst>
              <a:ext uri="{FF2B5EF4-FFF2-40B4-BE49-F238E27FC236}">
                <a16:creationId xmlns:a16="http://schemas.microsoft.com/office/drawing/2014/main" id="{17DDCA17-6FFD-4A58-3A31-6859D21C39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B9E9A55C-9FFD-4FCA-2EDD-ADB779B28FF6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A4E6C5D-3F79-F495-B0E4-712C5FD755FB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11964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I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DAD678DE-7B38-CD85-FC95-052B65E1CDE5}"/>
              </a:ext>
            </a:extLst>
          </p:cNvPr>
          <p:cNvSpPr/>
          <p:nvPr/>
        </p:nvSpPr>
        <p:spPr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10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E11C0D7F-4887-3BC5-FFDD-48EC6C7B9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581025"/>
            <a:ext cx="26130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LINE"/>
          <p:cNvSpPr>
            <a:spLocks noGrp="1"/>
          </p:cNvSpPr>
          <p:nvPr>
            <p:ph type="body" idx="1"/>
          </p:nvPr>
        </p:nvSpPr>
        <p:spPr>
          <a:xfrm>
            <a:off x="843377" y="3916791"/>
            <a:ext cx="10545977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sz="quarter" idx="24"/>
          </p:nvPr>
        </p:nvSpPr>
        <p:spPr>
          <a:xfrm>
            <a:off x="843376" y="5166569"/>
            <a:ext cx="8696863" cy="11151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rgbClr val="040E26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5AEB2BA-948E-5C9C-EFDD-EA370658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72" y="1620000"/>
            <a:ext cx="10793288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CAC1E9-6A66-B988-8EC2-BE8F86216656}"/>
              </a:ext>
            </a:extLst>
          </p:cNvPr>
          <p:cNvCxnSpPr>
            <a:cxnSpLocks/>
          </p:cNvCxnSpPr>
          <p:nvPr userDrawn="1"/>
        </p:nvCxnSpPr>
        <p:spPr>
          <a:xfrm>
            <a:off x="649288" y="3916363"/>
            <a:ext cx="0" cy="388937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9" name="Group 10">
            <a:extLst>
              <a:ext uri="{FF2B5EF4-FFF2-40B4-BE49-F238E27FC236}">
                <a16:creationId xmlns:a16="http://schemas.microsoft.com/office/drawing/2014/main" id="{17DDCA17-6FFD-4A58-3A31-6859D21C39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B9E9A55C-9FFD-4FCA-2EDD-ADB779B28FF6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A4E6C5D-3F79-F495-B0E4-712C5FD755FB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9562969"/>
      </p:ext>
    </p:extLst>
  </p:cSld>
  <p:clrMapOvr>
    <a:masterClrMapping/>
  </p:clrMapOvr>
  <p:transition spd="slow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B70F0-D1B9-FF30-8E27-89ABC8D0B45F}"/>
              </a:ext>
            </a:extLst>
          </p:cNvPr>
          <p:cNvSpPr/>
          <p:nvPr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27730-5F5B-0B97-65E2-589955B25A8E}"/>
              </a:ext>
            </a:extLst>
          </p:cNvPr>
          <p:cNvSpPr/>
          <p:nvPr/>
        </p:nvSpPr>
        <p:spPr>
          <a:xfrm>
            <a:off x="0" y="0"/>
            <a:ext cx="12192000" cy="6300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 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E10AAA18-B47A-697D-7541-F2033CF3F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B3E3FE9F-04DE-90E8-D932-715F8B3734E8}"/>
              </a:ext>
            </a:extLst>
          </p:cNvPr>
          <p:cNvSpPr/>
          <p:nvPr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9090326A-AAE1-F1E3-970F-791CD0B65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LINE"/>
          <p:cNvSpPr>
            <a:spLocks noGrp="1"/>
          </p:cNvSpPr>
          <p:nvPr>
            <p:ph type="body" idx="1"/>
          </p:nvPr>
        </p:nvSpPr>
        <p:spPr>
          <a:xfrm>
            <a:off x="728400" y="3793067"/>
            <a:ext cx="10521949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8400" y="1620000"/>
            <a:ext cx="1051560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liennummernplatzhalter">
            <a:extLst>
              <a:ext uri="{FF2B5EF4-FFF2-40B4-BE49-F238E27FC236}">
                <a16:creationId xmlns:a16="http://schemas.microsoft.com/office/drawing/2014/main" id="{F2C8BD4E-3C1E-4518-4F80-22AA0C687F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8" name="Fußzeilenplatzhalter">
            <a:extLst>
              <a:ext uri="{FF2B5EF4-FFF2-40B4-BE49-F238E27FC236}">
                <a16:creationId xmlns:a16="http://schemas.microsoft.com/office/drawing/2014/main" id="{82B19C51-7CB9-CFF3-AD93-32284761A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8800" y="6453188"/>
            <a:ext cx="6624638" cy="179387"/>
          </a:xfrm>
        </p:spPr>
        <p:txBody>
          <a:bodyPr/>
          <a:lstStyle>
            <a:lvl1pPr algn="r"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433627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I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B70F0-D1B9-FF30-8E27-89ABC8D0B45F}"/>
              </a:ext>
            </a:extLst>
          </p:cNvPr>
          <p:cNvSpPr/>
          <p:nvPr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27730-5F5B-0B97-65E2-589955B25A8E}"/>
              </a:ext>
            </a:extLst>
          </p:cNvPr>
          <p:cNvSpPr/>
          <p:nvPr/>
        </p:nvSpPr>
        <p:spPr>
          <a:xfrm>
            <a:off x="0" y="0"/>
            <a:ext cx="12192000" cy="6300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 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E10AAA18-B47A-697D-7541-F2033CF3F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B3E3FE9F-04DE-90E8-D932-715F8B3734E8}"/>
              </a:ext>
            </a:extLst>
          </p:cNvPr>
          <p:cNvSpPr/>
          <p:nvPr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9090326A-AAE1-F1E3-970F-791CD0B65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LINE"/>
          <p:cNvSpPr>
            <a:spLocks noGrp="1"/>
          </p:cNvSpPr>
          <p:nvPr>
            <p:ph type="body" idx="1"/>
          </p:nvPr>
        </p:nvSpPr>
        <p:spPr>
          <a:xfrm>
            <a:off x="728401" y="3793067"/>
            <a:ext cx="6688400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8400" y="1620000"/>
            <a:ext cx="767392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liennummernplatzhalter">
            <a:extLst>
              <a:ext uri="{FF2B5EF4-FFF2-40B4-BE49-F238E27FC236}">
                <a16:creationId xmlns:a16="http://schemas.microsoft.com/office/drawing/2014/main" id="{F2C8BD4E-3C1E-4518-4F80-22AA0C687F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0B399D1-457B-864F-9316-4FC71123896F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2" name="Group 10">
            <a:extLst>
              <a:ext uri="{FF2B5EF4-FFF2-40B4-BE49-F238E27FC236}">
                <a16:creationId xmlns:a16="http://schemas.microsoft.com/office/drawing/2014/main" id="{A77AA221-9ABA-FB80-283D-FC93ED12608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EFB96A71-72D5-4F2F-57E2-3F11F37AEE63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593FA45-7455-8E14-6F14-89EC1780BE1C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569150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2253C0-DD0E-0BD1-E9B3-E4B396847F7E}"/>
              </a:ext>
            </a:extLst>
          </p:cNvPr>
          <p:cNvSpPr/>
          <p:nvPr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F3153755-85A9-E789-F05F-F6CA1AF70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riangle 7">
            <a:extLst>
              <a:ext uri="{FF2B5EF4-FFF2-40B4-BE49-F238E27FC236}">
                <a16:creationId xmlns:a16="http://schemas.microsoft.com/office/drawing/2014/main" id="{3881D6F8-F94F-4BA3-FC97-3AAA82305DC1}"/>
              </a:ext>
            </a:extLst>
          </p:cNvPr>
          <p:cNvSpPr/>
          <p:nvPr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rgbClr val="0C2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36F7688A-4D74-266F-BD5E-4A2886A5F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LINE"/>
          <p:cNvSpPr>
            <a:spLocks noGrp="1"/>
          </p:cNvSpPr>
          <p:nvPr>
            <p:ph type="body" idx="1"/>
          </p:nvPr>
        </p:nvSpPr>
        <p:spPr>
          <a:xfrm>
            <a:off x="728401" y="3793067"/>
            <a:ext cx="6657920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8400" y="1620000"/>
            <a:ext cx="764344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liennummernplatzhalter">
            <a:extLst>
              <a:ext uri="{FF2B5EF4-FFF2-40B4-BE49-F238E27FC236}">
                <a16:creationId xmlns:a16="http://schemas.microsoft.com/office/drawing/2014/main" id="{6656786D-7503-C86D-26B3-03B3F374FA4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123675F-ACF7-8BBF-1FB4-29650263D402}"/>
              </a:ext>
            </a:extLst>
          </p:cNvPr>
          <p:cNvSpPr/>
          <p:nvPr userDrawn="1"/>
        </p:nvSpPr>
        <p:spPr>
          <a:xfrm rot="10800000">
            <a:off x="5995303" y="0"/>
            <a:ext cx="6196697" cy="6858000"/>
          </a:xfrm>
          <a:custGeom>
            <a:avLst/>
            <a:gdLst>
              <a:gd name="connsiteX0" fmla="*/ 3057525 w 6196697"/>
              <a:gd name="connsiteY0" fmla="*/ 6858000 h 6858000"/>
              <a:gd name="connsiteX1" fmla="*/ 0 w 6196697"/>
              <a:gd name="connsiteY1" fmla="*/ 6858000 h 6858000"/>
              <a:gd name="connsiteX2" fmla="*/ 0 w 6196697"/>
              <a:gd name="connsiteY2" fmla="*/ 3995004 h 6858000"/>
              <a:gd name="connsiteX3" fmla="*/ 1828668 w 6196697"/>
              <a:gd name="connsiteY3" fmla="*/ 0 h 6858000"/>
              <a:gd name="connsiteX4" fmla="*/ 6196697 w 6196697"/>
              <a:gd name="connsiteY4" fmla="*/ 0 h 6858000"/>
              <a:gd name="connsiteX5" fmla="*/ 3057525 w 619669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6697" h="6858000">
                <a:moveTo>
                  <a:pt x="3057525" y="6858000"/>
                </a:moveTo>
                <a:lnTo>
                  <a:pt x="0" y="6858000"/>
                </a:lnTo>
                <a:lnTo>
                  <a:pt x="0" y="3995004"/>
                </a:lnTo>
                <a:lnTo>
                  <a:pt x="1828668" y="0"/>
                </a:lnTo>
                <a:lnTo>
                  <a:pt x="6196697" y="0"/>
                </a:lnTo>
                <a:lnTo>
                  <a:pt x="3057525" y="6858000"/>
                </a:lnTo>
                <a:close/>
              </a:path>
            </a:pathLst>
          </a:custGeom>
          <a:blipFill dpi="0" rotWithShape="0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AA8B4A-1A02-27BB-5B0B-BCABFED40F6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172700" y="2554288"/>
            <a:ext cx="2019300" cy="4303712"/>
            <a:chOff x="10173174" y="2554479"/>
            <a:chExt cx="2018826" cy="4303520"/>
          </a:xfrm>
        </p:grpSpPr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8A811E1D-E48B-8637-6350-A9BC30AD144F}"/>
                </a:ext>
              </a:extLst>
            </p:cNvPr>
            <p:cNvSpPr/>
            <p:nvPr/>
          </p:nvSpPr>
          <p:spPr>
            <a:xfrm>
              <a:off x="10612809" y="3068806"/>
              <a:ext cx="1579191" cy="3232006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AD1B296-1657-7086-073B-BC98BC155C8F}"/>
                </a:ext>
              </a:extLst>
            </p:cNvPr>
            <p:cNvSpPr/>
            <p:nvPr/>
          </p:nvSpPr>
          <p:spPr>
            <a:xfrm>
              <a:off x="10173174" y="2554479"/>
              <a:ext cx="2018826" cy="4303520"/>
            </a:xfrm>
            <a:custGeom>
              <a:avLst/>
              <a:gdLst>
                <a:gd name="connsiteX0" fmla="*/ 2018826 w 2018826"/>
                <a:gd name="connsiteY0" fmla="*/ 0 h 4303520"/>
                <a:gd name="connsiteX1" fmla="*/ 2018826 w 2018826"/>
                <a:gd name="connsiteY1" fmla="*/ 598054 h 4303520"/>
                <a:gd name="connsiteX2" fmla="*/ 280553 w 2018826"/>
                <a:gd name="connsiteY2" fmla="*/ 4303520 h 4303520"/>
                <a:gd name="connsiteX3" fmla="*/ 0 w 2018826"/>
                <a:gd name="connsiteY3" fmla="*/ 4303520 h 4303520"/>
                <a:gd name="connsiteX4" fmla="*/ 2018826 w 2018826"/>
                <a:gd name="connsiteY4" fmla="*/ 0 h 43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826" h="4303520">
                  <a:moveTo>
                    <a:pt x="2018826" y="0"/>
                  </a:moveTo>
                  <a:lnTo>
                    <a:pt x="2018826" y="598054"/>
                  </a:lnTo>
                  <a:lnTo>
                    <a:pt x="280553" y="4303520"/>
                  </a:lnTo>
                  <a:lnTo>
                    <a:pt x="0" y="4303520"/>
                  </a:lnTo>
                  <a:lnTo>
                    <a:pt x="2018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3211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CI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0DEB61-17C8-74D3-7D44-707BB47FCCFB}"/>
              </a:ext>
            </a:extLst>
          </p:cNvPr>
          <p:cNvSpPr/>
          <p:nvPr userDrawn="1"/>
        </p:nvSpPr>
        <p:spPr>
          <a:xfrm>
            <a:off x="0" y="6086475"/>
            <a:ext cx="3857625" cy="77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24A59528-D7DD-996A-01F5-6D458FAFB2AA}"/>
              </a:ext>
            </a:extLst>
          </p:cNvPr>
          <p:cNvSpPr/>
          <p:nvPr userDrawn="1"/>
        </p:nvSpPr>
        <p:spPr bwMode="auto">
          <a:xfrm>
            <a:off x="10612438" y="3068638"/>
            <a:ext cx="1579562" cy="3232150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E10AAA18-B47A-697D-7541-F2033CF3F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06C11460-BD2E-2C43-7628-0DBD04FF4850}"/>
              </a:ext>
            </a:extLst>
          </p:cNvPr>
          <p:cNvSpPr/>
          <p:nvPr userDrawn="1"/>
        </p:nvSpPr>
        <p:spPr>
          <a:xfrm>
            <a:off x="10434144" y="2554288"/>
            <a:ext cx="1757856" cy="3746500"/>
          </a:xfrm>
          <a:custGeom>
            <a:avLst/>
            <a:gdLst>
              <a:gd name="connsiteX0" fmla="*/ 1757856 w 1757856"/>
              <a:gd name="connsiteY0" fmla="*/ 0 h 3746500"/>
              <a:gd name="connsiteX1" fmla="*/ 1757856 w 1757856"/>
              <a:gd name="connsiteY1" fmla="*/ 598081 h 3746500"/>
              <a:gd name="connsiteX2" fmla="*/ 280619 w 1757856"/>
              <a:gd name="connsiteY2" fmla="*/ 3746500 h 3746500"/>
              <a:gd name="connsiteX3" fmla="*/ 0 w 1757856"/>
              <a:gd name="connsiteY3" fmla="*/ 3746500 h 3746500"/>
              <a:gd name="connsiteX4" fmla="*/ 1757856 w 1757856"/>
              <a:gd name="connsiteY4" fmla="*/ 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7856" h="3746500">
                <a:moveTo>
                  <a:pt x="1757856" y="0"/>
                </a:moveTo>
                <a:lnTo>
                  <a:pt x="1757856" y="598081"/>
                </a:lnTo>
                <a:lnTo>
                  <a:pt x="280619" y="3746500"/>
                </a:lnTo>
                <a:lnTo>
                  <a:pt x="0" y="3746500"/>
                </a:lnTo>
                <a:lnTo>
                  <a:pt x="175785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15">
            <a:extLst>
              <a:ext uri="{FF2B5EF4-FFF2-40B4-BE49-F238E27FC236}">
                <a16:creationId xmlns:a16="http://schemas.microsoft.com/office/drawing/2014/main" id="{903C4FCF-D25D-F7D9-AE5A-D06C7229B7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708025"/>
            <a:ext cx="1863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LINE">
            <a:extLst>
              <a:ext uri="{FF2B5EF4-FFF2-40B4-BE49-F238E27FC236}">
                <a16:creationId xmlns:a16="http://schemas.microsoft.com/office/drawing/2014/main" id="{EBF41D3F-53B3-766A-67F5-AED638B65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401" y="3793067"/>
            <a:ext cx="6657920" cy="1312330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E86D1A86-2AB2-2EBE-568E-9A633C6A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0" y="1620000"/>
            <a:ext cx="7643440" cy="198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Foliennummernplatzhalter">
            <a:extLst>
              <a:ext uri="{FF2B5EF4-FFF2-40B4-BE49-F238E27FC236}">
                <a16:creationId xmlns:a16="http://schemas.microsoft.com/office/drawing/2014/main" id="{CA3095C8-DC53-C609-88BA-B1A94F7B40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93438" y="6453188"/>
            <a:ext cx="360362" cy="1793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5" name="Fußzeilenplatzhalter">
            <a:extLst>
              <a:ext uri="{FF2B5EF4-FFF2-40B4-BE49-F238E27FC236}">
                <a16:creationId xmlns:a16="http://schemas.microsoft.com/office/drawing/2014/main" id="{FF5EB8C6-850B-401C-E13E-E099836DE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8800" y="6453188"/>
            <a:ext cx="6624638" cy="179387"/>
          </a:xfrm>
        </p:spPr>
        <p:txBody>
          <a:bodyPr/>
          <a:lstStyle>
            <a:lvl1pPr algn="r"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6186373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85482" y="1821600"/>
            <a:ext cx="10768318" cy="3438144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2" name="Foliennummernplatzhalter">
            <a:extLst>
              <a:ext uri="{FF2B5EF4-FFF2-40B4-BE49-F238E27FC236}">
                <a16:creationId xmlns:a16="http://schemas.microsoft.com/office/drawing/2014/main" id="{2ABC8CA8-4005-3A7A-3C96-C80553532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lang="en-US" sz="800" b="0" i="0" kern="1200" cap="none" baseline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fld id="{E0617A8D-DF13-DE44-8E79-6AB641EB65B0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3" name="Fußzeilenplatzhalter">
            <a:extLst>
              <a:ext uri="{FF2B5EF4-FFF2-40B4-BE49-F238E27FC236}">
                <a16:creationId xmlns:a16="http://schemas.microsoft.com/office/drawing/2014/main" id="{1B1F4E32-45ED-401C-CA50-8F775E89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6895460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Title and Sub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2297CD31-003C-9C62-14B3-8BCFC93B5A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701920B0-F26A-B4AE-2B30-40C2781ED6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2668682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Foliennummernplatzhalter">
            <a:extLst>
              <a:ext uri="{FF2B5EF4-FFF2-40B4-BE49-F238E27FC236}">
                <a16:creationId xmlns:a16="http://schemas.microsoft.com/office/drawing/2014/main" id="{494FBA69-A86F-1BD3-BA86-C41211CE5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E8B8D-A732-EC43-8351-6D7901647739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6EBE03DD-9BC1-31A2-D698-500A69F1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180781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ection Title and Sub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2297CD31-003C-9C62-14B3-8BCFC93B5A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43086-E9ED-3847-ABFA-DFACE264F235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701920B0-F26A-B4AE-2B30-40C2781ED6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AB25FD3-2AAC-710E-E990-D1E69B1E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702001"/>
            <a:ext cx="10299050" cy="1983666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08AB7521-3A5F-21F0-0787-EDD967C6E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3377" y="3073511"/>
            <a:ext cx="10041461" cy="1188605"/>
          </a:xfrm>
        </p:spPr>
        <p:txBody>
          <a:bodyPr>
            <a:normAutofit/>
          </a:bodyPr>
          <a:lstStyle>
            <a:lvl1pPr marL="0" indent="0">
              <a:buNone/>
              <a:defRPr sz="2400" b="0" i="0" cap="none" baseline="0">
                <a:solidFill>
                  <a:srgbClr val="040E26">
                    <a:alpha val="80000"/>
                  </a:srgb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B51251-1DB8-C86F-5E55-64CA976FA992}"/>
              </a:ext>
            </a:extLst>
          </p:cNvPr>
          <p:cNvCxnSpPr>
            <a:cxnSpLocks/>
          </p:cNvCxnSpPr>
          <p:nvPr userDrawn="1"/>
        </p:nvCxnSpPr>
        <p:spPr>
          <a:xfrm>
            <a:off x="649288" y="3073083"/>
            <a:ext cx="0" cy="388937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46253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633AF5FF-7B4D-BF93-A526-F265DB8D8A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C17B6-8E7F-604B-9D4B-429F5A05B3D8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5" name="Fußzeilenplatzhalter">
            <a:extLst>
              <a:ext uri="{FF2B5EF4-FFF2-40B4-BE49-F238E27FC236}">
                <a16:creationId xmlns:a16="http://schemas.microsoft.com/office/drawing/2014/main" id="{9420573B-A339-D1DA-E66C-8A9435B409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72B8A344-78E0-D387-E9A2-7D7BEDFEC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82" y="1828800"/>
            <a:ext cx="10768318" cy="38088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44531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tandard Content No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/>
          <p:cNvSpPr>
            <a:spLocks noGrp="1"/>
          </p:cNvSpPr>
          <p:nvPr>
            <p:ph idx="1"/>
          </p:nvPr>
        </p:nvSpPr>
        <p:spPr>
          <a:xfrm>
            <a:off x="585482" y="1828800"/>
            <a:ext cx="10768318" cy="38088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0DA01704-0363-03B3-A9A4-259AD9868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BDF4D-5D58-764E-B8F1-45E44A35A50E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5C7D6598-9524-5F90-441B-F6E4FB78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499563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AF936A89-9310-9927-2CC1-50055E1A53B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ABC6-F9B5-FE43-99BC-E31E5A976D9B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7" name="Fußzeilenplatzhalter">
            <a:extLst>
              <a:ext uri="{FF2B5EF4-FFF2-40B4-BE49-F238E27FC236}">
                <a16:creationId xmlns:a16="http://schemas.microsoft.com/office/drawing/2014/main" id="{ECC346D8-A685-49D7-DA67-D932135617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919683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 No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14693791-864B-19A9-D895-5E6D53480A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3D75E-A5FB-0B49-9633-5503DC4869F1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99AD6FA1-E70C-1ED6-BAB3-8575E5E5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90453829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nhaltsplatzhalter 3"/>
          <p:cNvSpPr>
            <a:spLocks noGrp="1"/>
          </p:cNvSpPr>
          <p:nvPr>
            <p:ph sz="half" idx="33"/>
          </p:nvPr>
        </p:nvSpPr>
        <p:spPr>
          <a:xfrm>
            <a:off x="7968836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sz="half" idx="2"/>
          </p:nvPr>
        </p:nvSpPr>
        <p:spPr>
          <a:xfrm>
            <a:off x="4332542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"/>
          <p:cNvSpPr>
            <a:spLocks noGrp="1"/>
          </p:cNvSpPr>
          <p:nvPr>
            <p:ph idx="1"/>
          </p:nvPr>
        </p:nvSpPr>
        <p:spPr>
          <a:xfrm>
            <a:off x="585482" y="1828800"/>
            <a:ext cx="3494765" cy="38088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FF9D3A6F-2F5F-8146-66FE-F86E7EBC2B4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539F0-4099-3F46-B2F6-F2213A296F07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AE9E3B5A-F789-4551-8457-13E24F183100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29242883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3 Column No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3"/>
          <p:cNvSpPr>
            <a:spLocks noGrp="1"/>
          </p:cNvSpPr>
          <p:nvPr>
            <p:ph sz="half" idx="33"/>
          </p:nvPr>
        </p:nvSpPr>
        <p:spPr>
          <a:xfrm>
            <a:off x="7968836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2"/>
          </p:nvPr>
        </p:nvSpPr>
        <p:spPr>
          <a:xfrm>
            <a:off x="4332542" y="1827713"/>
            <a:ext cx="3383999" cy="3809887"/>
          </a:xfrm>
        </p:spPr>
        <p:txBody>
          <a:bodyPr/>
          <a:lstStyle>
            <a:lvl1pPr>
              <a:defRPr lang="en-US" sz="1800" b="0" i="0" kern="1200" baseline="0" noProof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>
          <a:xfrm>
            <a:off x="585482" y="1828800"/>
            <a:ext cx="3494765" cy="3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97C17C9F-6648-A331-3547-F056C8EF5E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C782E-9157-A043-8BF8-8F852C900330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7" name="Fußzeilenplatzhalter">
            <a:extLst>
              <a:ext uri="{FF2B5EF4-FFF2-40B4-BE49-F238E27FC236}">
                <a16:creationId xmlns:a16="http://schemas.microsoft.com/office/drawing/2014/main" id="{AF2B8668-BB69-34C8-4987-B3F9F93AB3FF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68652047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SW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21">
            <a:extLst>
              <a:ext uri="{FF2B5EF4-FFF2-40B4-BE49-F238E27FC236}">
                <a16:creationId xmlns:a16="http://schemas.microsoft.com/office/drawing/2014/main" id="{1E8196D3-E382-806F-B95C-F6C9B5CFE6DD}"/>
              </a:ext>
            </a:extLst>
          </p:cNvPr>
          <p:cNvCxnSpPr/>
          <p:nvPr/>
        </p:nvCxnSpPr>
        <p:spPr>
          <a:xfrm>
            <a:off x="6096000" y="1757363"/>
            <a:ext cx="0" cy="381000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22">
            <a:extLst>
              <a:ext uri="{FF2B5EF4-FFF2-40B4-BE49-F238E27FC236}">
                <a16:creationId xmlns:a16="http://schemas.microsoft.com/office/drawing/2014/main" id="{316A06D2-A7F0-3C47-E906-78215BC4D3A0}"/>
              </a:ext>
            </a:extLst>
          </p:cNvPr>
          <p:cNvCxnSpPr/>
          <p:nvPr/>
        </p:nvCxnSpPr>
        <p:spPr>
          <a:xfrm flipH="1">
            <a:off x="838200" y="3662363"/>
            <a:ext cx="10514013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23">
            <a:extLst>
              <a:ext uri="{FF2B5EF4-FFF2-40B4-BE49-F238E27FC236}">
                <a16:creationId xmlns:a16="http://schemas.microsoft.com/office/drawing/2014/main" id="{771C3BD9-E439-3CC8-C8C8-5FA88AB70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38" y="29321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S</a:t>
            </a:r>
          </a:p>
        </p:txBody>
      </p:sp>
      <p:sp>
        <p:nvSpPr>
          <p:cNvPr id="7" name="Textfeld 24">
            <a:extLst>
              <a:ext uri="{FF2B5EF4-FFF2-40B4-BE49-F238E27FC236}">
                <a16:creationId xmlns:a16="http://schemas.microsoft.com/office/drawing/2014/main" id="{25B25DD5-64BE-6DCD-2EA2-0F58E6111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4513" y="29321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W</a:t>
            </a:r>
          </a:p>
        </p:txBody>
      </p:sp>
      <p:sp>
        <p:nvSpPr>
          <p:cNvPr id="8" name="Textfeld 25">
            <a:extLst>
              <a:ext uri="{FF2B5EF4-FFF2-40B4-BE49-F238E27FC236}">
                <a16:creationId xmlns:a16="http://schemas.microsoft.com/office/drawing/2014/main" id="{C12E4B65-AABC-4091-07B3-25BB4C2D8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38" y="49133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O</a:t>
            </a:r>
          </a:p>
        </p:txBody>
      </p:sp>
      <p:sp>
        <p:nvSpPr>
          <p:cNvPr id="9" name="Textfeld 26">
            <a:extLst>
              <a:ext uri="{FF2B5EF4-FFF2-40B4-BE49-F238E27FC236}">
                <a16:creationId xmlns:a16="http://schemas.microsoft.com/office/drawing/2014/main" id="{D8AB3424-136F-2775-4187-DE3DCE69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4513" y="4913313"/>
            <a:ext cx="647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4800" b="1">
                <a:solidFill>
                  <a:srgbClr val="C6E0E9"/>
                </a:solidFill>
              </a:rPr>
              <a:t>R</a:t>
            </a:r>
          </a:p>
        </p:txBody>
      </p:sp>
      <p:sp>
        <p:nvSpPr>
          <p:cNvPr id="31" name="Inhaltsplatzhalter 2"/>
          <p:cNvSpPr>
            <a:spLocks noGrp="1"/>
          </p:cNvSpPr>
          <p:nvPr>
            <p:ph sz="half" idx="2"/>
          </p:nvPr>
        </p:nvSpPr>
        <p:spPr>
          <a:xfrm>
            <a:off x="6172200" y="2207191"/>
            <a:ext cx="4532400" cy="1378191"/>
          </a:xfr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" name="Inhaltsplatzhalter 1"/>
          <p:cNvSpPr>
            <a:spLocks noGrp="1"/>
          </p:cNvSpPr>
          <p:nvPr>
            <p:ph sz="half" idx="1"/>
          </p:nvPr>
        </p:nvSpPr>
        <p:spPr>
          <a:xfrm>
            <a:off x="601209" y="2207191"/>
            <a:ext cx="4642200" cy="137819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" name="Inhaltsplatzhalter 2"/>
          <p:cNvSpPr>
            <a:spLocks noGrp="1"/>
          </p:cNvSpPr>
          <p:nvPr>
            <p:ph sz="half" idx="33"/>
          </p:nvPr>
        </p:nvSpPr>
        <p:spPr>
          <a:xfrm>
            <a:off x="6172200" y="4188934"/>
            <a:ext cx="4531200" cy="1378191"/>
          </a:xfr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" name="Inhaltsplatzhalter 1"/>
          <p:cNvSpPr>
            <a:spLocks noGrp="1"/>
          </p:cNvSpPr>
          <p:nvPr>
            <p:ph sz="half" idx="34"/>
          </p:nvPr>
        </p:nvSpPr>
        <p:spPr>
          <a:xfrm>
            <a:off x="601238" y="4188934"/>
            <a:ext cx="4640971" cy="1378191"/>
          </a:xfr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200" baseline="0">
                <a:solidFill>
                  <a:schemeClr val="tx1"/>
                </a:solidFill>
              </a:defRPr>
            </a:lvl4pPr>
            <a:lvl5pPr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" name="Textplatzhalter 1"/>
          <p:cNvSpPr>
            <a:spLocks noGrp="1"/>
          </p:cNvSpPr>
          <p:nvPr>
            <p:ph type="body" idx="37"/>
          </p:nvPr>
        </p:nvSpPr>
        <p:spPr>
          <a:xfrm>
            <a:off x="6171000" y="3738982"/>
            <a:ext cx="5181600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platzhalter 1"/>
          <p:cNvSpPr>
            <a:spLocks noGrp="1"/>
          </p:cNvSpPr>
          <p:nvPr>
            <p:ph type="body" idx="38"/>
          </p:nvPr>
        </p:nvSpPr>
        <p:spPr>
          <a:xfrm>
            <a:off x="6171000" y="1757239"/>
            <a:ext cx="5181600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platzhalter 1"/>
          <p:cNvSpPr>
            <a:spLocks noGrp="1"/>
          </p:cNvSpPr>
          <p:nvPr>
            <p:ph type="body" idx="39"/>
          </p:nvPr>
        </p:nvSpPr>
        <p:spPr>
          <a:xfrm>
            <a:off x="585482" y="1757239"/>
            <a:ext cx="5307127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platzhalter 1"/>
          <p:cNvSpPr>
            <a:spLocks noGrp="1"/>
          </p:cNvSpPr>
          <p:nvPr>
            <p:ph type="body" idx="40"/>
          </p:nvPr>
        </p:nvSpPr>
        <p:spPr>
          <a:xfrm>
            <a:off x="585482" y="3738982"/>
            <a:ext cx="5307127" cy="3600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 cap="none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Foliennummernplatzhalter">
            <a:extLst>
              <a:ext uri="{FF2B5EF4-FFF2-40B4-BE49-F238E27FC236}">
                <a16:creationId xmlns:a16="http://schemas.microsoft.com/office/drawing/2014/main" id="{E2EBAE49-F350-A1E3-B6C3-1F3A2B25281B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5E85B-FDDA-474B-8048-344379DFAB6E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1" name="Fußzeilenplatzhalter">
            <a:extLst>
              <a:ext uri="{FF2B5EF4-FFF2-40B4-BE49-F238E27FC236}">
                <a16:creationId xmlns:a16="http://schemas.microsoft.com/office/drawing/2014/main" id="{5E88283C-812E-1E25-A1A7-D246E93E9896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2346730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ingle Corner Rectangle 12">
            <a:extLst>
              <a:ext uri="{FF2B5EF4-FFF2-40B4-BE49-F238E27FC236}">
                <a16:creationId xmlns:a16="http://schemas.microsoft.com/office/drawing/2014/main" id="{247B5723-A583-FD56-E764-A3070C75B698}"/>
              </a:ext>
            </a:extLst>
          </p:cNvPr>
          <p:cNvSpPr/>
          <p:nvPr/>
        </p:nvSpPr>
        <p:spPr>
          <a:xfrm rot="5400000">
            <a:off x="1270794" y="1143794"/>
            <a:ext cx="3810000" cy="5180012"/>
          </a:xfrm>
          <a:prstGeom prst="round1Rect">
            <a:avLst>
              <a:gd name="adj" fmla="val 0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3AEA8916-3CCE-D853-8FF1-E99974EE43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9081F-0F60-0849-88D4-13CB87AB4CFF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F0E69A6C-D74E-73EC-C9D9-63A1A595A09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740181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I 2 Column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2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04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3AEA8916-3CCE-D853-8FF1-E99974EE43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9081F-0F60-0849-88D4-13CB87AB4CFF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F0E69A6C-D74E-73EC-C9D9-63A1A595A09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7512342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able Placeholder 5"/>
          <p:cNvSpPr>
            <a:spLocks noGrp="1"/>
          </p:cNvSpPr>
          <p:nvPr>
            <p:ph type="tbl" sz="quarter" idx="24"/>
          </p:nvPr>
        </p:nvSpPr>
        <p:spPr>
          <a:xfrm>
            <a:off x="585483" y="1859281"/>
            <a:ext cx="10768318" cy="3718560"/>
          </a:xfrm>
        </p:spPr>
        <p:txBody>
          <a:bodyPr rtlCol="0" anchor="ctr">
            <a:normAutofit/>
          </a:bodyPr>
          <a:lstStyle>
            <a:lvl1pPr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Foliennummernplatzhalter">
            <a:extLst>
              <a:ext uri="{FF2B5EF4-FFF2-40B4-BE49-F238E27FC236}">
                <a16:creationId xmlns:a16="http://schemas.microsoft.com/office/drawing/2014/main" id="{68F3CB84-4D91-E5AB-305C-C8B8C6B4FA3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F105E-DCDF-B74B-88FF-13CFA4E73271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1610AFAD-0722-9A16-B85A-3DC24B50965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12026146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2 Column 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2">
            <a:extLst>
              <a:ext uri="{FF2B5EF4-FFF2-40B4-BE49-F238E27FC236}">
                <a16:creationId xmlns:a16="http://schemas.microsoft.com/office/drawing/2014/main" id="{2B1E2D25-F5DF-C79C-60C5-4028E3A860C6}"/>
              </a:ext>
            </a:extLst>
          </p:cNvPr>
          <p:cNvSpPr/>
          <p:nvPr/>
        </p:nvSpPr>
        <p:spPr>
          <a:xfrm rot="5400000">
            <a:off x="6858000" y="1143000"/>
            <a:ext cx="3810000" cy="5181600"/>
          </a:xfrm>
          <a:prstGeom prst="round1Rect">
            <a:avLst>
              <a:gd name="adj" fmla="val 0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1984D3E8-0099-6489-B27D-9DA0BCFC02F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AA658-E125-3642-9838-6586872E795D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4CE87A2D-D207-3046-9551-B0333EB42E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98720554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I 2 Column 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1"/>
          <p:cNvSpPr>
            <a:spLocks noGrp="1"/>
          </p:cNvSpPr>
          <p:nvPr>
            <p:ph sz="half" idx="1"/>
          </p:nvPr>
        </p:nvSpPr>
        <p:spPr>
          <a:xfrm>
            <a:off x="585482" y="1828800"/>
            <a:ext cx="5290200" cy="38098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UBLINE"/>
          <p:cNvSpPr>
            <a:spLocks noGrp="1"/>
          </p:cNvSpPr>
          <p:nvPr>
            <p:ph type="body" sz="quarter" idx="13"/>
          </p:nvPr>
        </p:nvSpPr>
        <p:spPr>
          <a:xfrm>
            <a:off x="585482" y="1129936"/>
            <a:ext cx="10771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charset="0"/>
              <a:buNone/>
              <a:defRPr lang="en-US" sz="1800" b="0" i="1" kern="1200" cap="none" baseline="0" noProof="0" dirty="0">
                <a:solidFill>
                  <a:schemeClr val="tx2"/>
                </a:solidFill>
                <a:uFill>
                  <a:solidFill>
                    <a:srgbClr val="0A86C9"/>
                  </a:solidFill>
                </a:u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85482" y="365760"/>
            <a:ext cx="10768318" cy="71813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1984D3E8-0099-6489-B27D-9DA0BCFC02F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AA658-E125-3642-9838-6586872E795D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6" name="Fußzeilenplatzhalter">
            <a:extLst>
              <a:ext uri="{FF2B5EF4-FFF2-40B4-BE49-F238E27FC236}">
                <a16:creationId xmlns:a16="http://schemas.microsoft.com/office/drawing/2014/main" id="{4CE87A2D-D207-3046-9551-B0333EB42E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5936321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FC31B6-9281-BF38-0FD6-F7F51F050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latin typeface="Neue Plak Regular" panose="020B0504030202020204" pitchFamily="34" charset="77"/>
              <a:ea typeface="Neue Plak Regular" panose="020B0504030202020204" pitchFamily="34" charset="77"/>
              <a:cs typeface="Neue Plak Regular" panose="020B0504030202020204" pitchFamily="34" charset="77"/>
              <a:sym typeface="Neue Plak Regular" panose="020B0504030202020204" pitchFamily="34" charset="77"/>
            </a:endParaRPr>
          </a:p>
        </p:txBody>
      </p:sp>
      <p:pic>
        <p:nvPicPr>
          <p:cNvPr id="3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982DEA42-4FE8-6FD5-3059-EA3FECEE4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5000" y="2889250"/>
            <a:ext cx="58435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37998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I 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7BD3F5-99BC-9E61-6072-85703FC55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latin typeface="Neue Plak Regular" panose="020B0504030202020204" pitchFamily="34" charset="77"/>
              <a:ea typeface="Neue Plak Regular" panose="020B0504030202020204" pitchFamily="34" charset="77"/>
              <a:cs typeface="Neue Plak Regular" panose="020B0504030202020204" pitchFamily="34" charset="77"/>
              <a:sym typeface="Neue Plak Regular" panose="020B0504030202020204" pitchFamily="34" charset="77"/>
            </a:endParaRPr>
          </a:p>
        </p:txBody>
      </p:sp>
      <p:pic>
        <p:nvPicPr>
          <p:cNvPr id="3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E2AAC92C-EC0A-A85D-6B62-93C91111C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5000" y="2889250"/>
            <a:ext cx="58435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C0EC0172-783B-ABBC-523D-5AB482735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5000" y="2889250"/>
            <a:ext cx="58435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72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33.xml"/><Relationship Id="rId39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28.xml"/><Relationship Id="rId34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9.xml"/><Relationship Id="rId47" Type="http://schemas.openxmlformats.org/officeDocument/2006/relationships/slideLayout" Target="../slideLayouts/slideLayout54.xml"/><Relationship Id="rId50" Type="http://schemas.openxmlformats.org/officeDocument/2006/relationships/slideLayout" Target="../slideLayouts/slideLayout57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4.xml"/><Relationship Id="rId40" Type="http://schemas.openxmlformats.org/officeDocument/2006/relationships/slideLayout" Target="../slideLayouts/slideLayout47.xml"/><Relationship Id="rId45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43.xml"/><Relationship Id="rId4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31" Type="http://schemas.openxmlformats.org/officeDocument/2006/relationships/slideLayout" Target="../slideLayouts/slideLayout38.xml"/><Relationship Id="rId44" Type="http://schemas.openxmlformats.org/officeDocument/2006/relationships/slideLayout" Target="../slideLayouts/slideLayout51.xml"/><Relationship Id="rId52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50.xml"/><Relationship Id="rId48" Type="http://schemas.openxmlformats.org/officeDocument/2006/relationships/slideLayout" Target="../slideLayouts/slideLayout55.xml"/><Relationship Id="rId8" Type="http://schemas.openxmlformats.org/officeDocument/2006/relationships/slideLayout" Target="../slideLayouts/slideLayout15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27.xml"/><Relationship Id="rId41" Type="http://schemas.openxmlformats.org/officeDocument/2006/relationships/slideLayout" Target="../slideLayouts/slideLayout48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9.xml"/><Relationship Id="rId47" Type="http://schemas.openxmlformats.org/officeDocument/2006/relationships/slideLayout" Target="../slideLayouts/slideLayout104.xml"/><Relationship Id="rId50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4.xml"/><Relationship Id="rId40" Type="http://schemas.openxmlformats.org/officeDocument/2006/relationships/slideLayout" Target="../slideLayouts/slideLayout97.xml"/><Relationship Id="rId45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101.xml"/><Relationship Id="rId52" Type="http://schemas.openxmlformats.org/officeDocument/2006/relationships/image" Target="../media/image4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100.xml"/><Relationship Id="rId48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65.xml"/><Relationship Id="rId51" Type="http://schemas.openxmlformats.org/officeDocument/2006/relationships/theme" Target="../theme/theme3.xml"/><Relationship Id="rId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90.xml"/><Relationship Id="rId38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77.xml"/><Relationship Id="rId41" Type="http://schemas.openxmlformats.org/officeDocument/2006/relationships/slideLayout" Target="../slideLayouts/slideLayout98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"/>
          <p:cNvSpPr>
            <a:spLocks noGrp="1"/>
          </p:cNvSpPr>
          <p:nvPr>
            <p:ph type="sldNum" sz="quarter" idx="4"/>
          </p:nvPr>
        </p:nvSpPr>
        <p:spPr>
          <a:xfrm>
            <a:off x="10993800" y="6452600"/>
            <a:ext cx="3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kern="1200" cap="none" baseline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BB7F249F-CCCE-DA49-A761-E31751E19E88}" type="slidenum">
              <a:rPr lang="en-US" smtClean="0"/>
              <a:pPr/>
              <a:t>‹#›</a:t>
            </a:fld>
            <a:endParaRPr lang="en-US" sz="800" b="0" i="0" kern="1200" cap="none" baseline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ußzeilenplatzhalter"/>
          <p:cNvSpPr>
            <a:spLocks noGrp="1"/>
          </p:cNvSpPr>
          <p:nvPr>
            <p:ph type="ftr" sz="quarter" idx="3"/>
          </p:nvPr>
        </p:nvSpPr>
        <p:spPr>
          <a:xfrm>
            <a:off x="4369200" y="6452600"/>
            <a:ext cx="66246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 cap="none" baseline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728400" y="1828799"/>
            <a:ext cx="10625400" cy="38087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First level text (Arial 18pt)</a:t>
            </a:r>
          </a:p>
          <a:p>
            <a:pPr lvl="1"/>
            <a:r>
              <a:rPr lang="en-US" noProof="0"/>
              <a:t>Second level (Arial 16pt)</a:t>
            </a:r>
          </a:p>
          <a:p>
            <a:pPr lvl="2"/>
            <a:r>
              <a:rPr lang="en-US" noProof="0"/>
              <a:t>Third level (Arial 16pt)</a:t>
            </a:r>
          </a:p>
          <a:p>
            <a:pPr lvl="3"/>
            <a:r>
              <a:rPr lang="en-US" noProof="0"/>
              <a:t>Fourth level (Arial 14pt)</a:t>
            </a:r>
          </a:p>
          <a:p>
            <a:pPr lvl="4"/>
            <a:r>
              <a:rPr lang="en-US" noProof="0"/>
              <a:t>Fifth level (Arial 12pt)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8400" y="365760"/>
            <a:ext cx="10625400" cy="71813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noProof="0"/>
              <a:t>Title (Arial 40pt)</a:t>
            </a:r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1EBC390D-3E0D-6D41-93A0-6F7012C2F93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28400" y="6404000"/>
            <a:ext cx="2052086" cy="228600"/>
          </a:xfrm>
          <a:prstGeom prst="rect">
            <a:avLst/>
          </a:prstGeom>
          <a:ln w="3175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1667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70" r:id="rId7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i="0" kern="1200" cap="none" baseline="0">
          <a:solidFill>
            <a:schemeClr val="accent1"/>
          </a:solidFill>
          <a:latin typeface="Arial" charset="0"/>
          <a:ea typeface="Arial" charset="0"/>
          <a:cs typeface="Arial" charset="0"/>
        </a:defRPr>
      </a:lvl1pPr>
    </p:titleStyle>
    <p:bodyStyle>
      <a:lvl1pPr marL="180000" indent="-180000" algn="l" defTabSz="914377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charset="0"/>
        <a:buChar char="•"/>
        <a:defRPr sz="1800" b="0" i="0" kern="1200" baseline="0">
          <a:solidFill>
            <a:schemeClr val="tx2"/>
          </a:solidFill>
          <a:latin typeface="Arial" charset="0"/>
          <a:ea typeface="Arial" charset="0"/>
          <a:cs typeface="Arial" charset="0"/>
        </a:defRPr>
      </a:lvl1pPr>
      <a:lvl2pPr marL="359991" indent="-179996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Symbol" charset="2"/>
        <a:buChar char="-"/>
        <a:defRPr sz="1600" b="0" i="0" kern="1200" baseline="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marL="539987" indent="-179996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SzPct val="90000"/>
        <a:buFont typeface="Wingdings" charset="2"/>
        <a:buChar char="§"/>
        <a:defRPr sz="1600" b="0" i="0" kern="1200" baseline="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marL="719982" indent="-179996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b="0" i="0" kern="1200" baseline="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marL="899978" indent="-179996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Symbol" charset="2"/>
        <a:buChar char="-"/>
        <a:defRPr sz="1200" b="0" i="0" kern="1200" baseline="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56">
          <p15:clr>
            <a:srgbClr val="F26B43"/>
          </p15:clr>
        </p15:guide>
        <p15:guide id="4" pos="7152">
          <p15:clr>
            <a:srgbClr val="F26B43"/>
          </p15:clr>
        </p15:guide>
        <p15:guide id="5" orient="horz" pos="380">
          <p15:clr>
            <a:srgbClr val="F26B43"/>
          </p15:clr>
        </p15:guide>
        <p15:guide id="6" orient="horz" pos="714">
          <p15:clr>
            <a:srgbClr val="F26B43"/>
          </p15:clr>
        </p15:guide>
        <p15:guide id="7" orient="horz" pos="835">
          <p15:clr>
            <a:srgbClr val="F26B43"/>
          </p15:clr>
        </p15:guide>
        <p15:guide id="8" orient="horz" pos="611">
          <p15:clr>
            <a:srgbClr val="F26B43"/>
          </p15:clr>
        </p15:guide>
        <p15:guide id="9" orient="horz" pos="952">
          <p15:clr>
            <a:srgbClr val="F26B43"/>
          </p15:clr>
        </p15:guide>
        <p15:guide id="10" orient="horz" pos="2688">
          <p15:clr>
            <a:srgbClr val="F26B43"/>
          </p15:clr>
        </p15:guide>
        <p15:guide id="11" orient="horz" pos="1061">
          <p15:clr>
            <a:srgbClr val="F26B43"/>
          </p15:clr>
        </p15:guide>
        <p15:guide id="12" orient="horz" pos="1185">
          <p15:clr>
            <a:srgbClr val="F26B43"/>
          </p15:clr>
        </p15:guide>
        <p15:guide id="13" orient="horz" pos="130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">
            <a:extLst>
              <a:ext uri="{FF2B5EF4-FFF2-40B4-BE49-F238E27FC236}">
                <a16:creationId xmlns:a16="http://schemas.microsoft.com/office/drawing/2014/main" id="{86575452-AC08-D4EB-A68F-779E5E7AE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3438" y="6453188"/>
            <a:ext cx="360362" cy="1793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lang="en-US" sz="800" b="0" i="0" kern="1200" cap="none" baseline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fld id="{DEB3804E-C527-7A4A-B5CC-9A09C95612B1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5" name="Fußzeilenplatzhalter">
            <a:extLst>
              <a:ext uri="{FF2B5EF4-FFF2-40B4-BE49-F238E27FC236}">
                <a16:creationId xmlns:a16="http://schemas.microsoft.com/office/drawing/2014/main" id="{E6F458A0-1382-528F-25E9-3A8D94E68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00" y="6453188"/>
            <a:ext cx="6624638" cy="1793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4100" name="Content">
            <a:extLst>
              <a:ext uri="{FF2B5EF4-FFF2-40B4-BE49-F238E27FC236}">
                <a16:creationId xmlns:a16="http://schemas.microsoft.com/office/drawing/2014/main" id="{753EA0B9-6139-AE58-FC44-801033C9E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5788" y="1828800"/>
            <a:ext cx="10768012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 text (Arial 18pt)</a:t>
            </a:r>
          </a:p>
          <a:p>
            <a:pPr lvl="1"/>
            <a:r>
              <a:rPr lang="en-US" altLang="en-US"/>
              <a:t>Second level (Arial 16pt)</a:t>
            </a:r>
          </a:p>
          <a:p>
            <a:pPr lvl="2"/>
            <a:r>
              <a:rPr lang="en-US" altLang="en-US"/>
              <a:t>Third level (Arial 16pt)</a:t>
            </a:r>
          </a:p>
          <a:p>
            <a:pPr lvl="3"/>
            <a:r>
              <a:rPr lang="en-US" altLang="en-US"/>
              <a:t>Fourth level (Arial 14pt)</a:t>
            </a:r>
          </a:p>
          <a:p>
            <a:pPr lvl="4"/>
            <a:r>
              <a:rPr lang="en-US" altLang="en-US"/>
              <a:t>Fifth level (Arial 12pt)</a:t>
            </a:r>
          </a:p>
        </p:txBody>
      </p:sp>
      <p:sp>
        <p:nvSpPr>
          <p:cNvPr id="4101" name="TITLE">
            <a:extLst>
              <a:ext uri="{FF2B5EF4-FFF2-40B4-BE49-F238E27FC236}">
                <a16:creationId xmlns:a16="http://schemas.microsoft.com/office/drawing/2014/main" id="{E3DAE839-C952-897E-7FFA-1CE721DF2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5788" y="365125"/>
            <a:ext cx="1076801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Title (Arial 36pt)</a:t>
            </a:r>
          </a:p>
        </p:txBody>
      </p:sp>
      <p:grpSp>
        <p:nvGrpSpPr>
          <p:cNvPr id="4102" name="Group 3">
            <a:extLst>
              <a:ext uri="{FF2B5EF4-FFF2-40B4-BE49-F238E27FC236}">
                <a16:creationId xmlns:a16="http://schemas.microsoft.com/office/drawing/2014/main" id="{BD5CF07D-305E-2690-841A-1D0FA5B83E5A}"/>
              </a:ext>
            </a:extLst>
          </p:cNvPr>
          <p:cNvGrpSpPr>
            <a:grpSpLocks/>
          </p:cNvGrpSpPr>
          <p:nvPr/>
        </p:nvGrpSpPr>
        <p:grpSpPr bwMode="auto">
          <a:xfrm>
            <a:off x="0" y="6226175"/>
            <a:ext cx="3525838" cy="631825"/>
            <a:chOff x="0" y="6225841"/>
            <a:chExt cx="3525047" cy="63215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3C26722-8927-4AB8-27CC-759DE29E3700}"/>
                </a:ext>
              </a:extLst>
            </p:cNvPr>
            <p:cNvSpPr/>
            <p:nvPr/>
          </p:nvSpPr>
          <p:spPr>
            <a:xfrm>
              <a:off x="169825" y="6341790"/>
              <a:ext cx="3355222" cy="516210"/>
            </a:xfrm>
            <a:custGeom>
              <a:avLst/>
              <a:gdLst>
                <a:gd name="connsiteX0" fmla="*/ 0 w 3355680"/>
                <a:gd name="connsiteY0" fmla="*/ 0 h 516914"/>
                <a:gd name="connsiteX1" fmla="*/ 3126862 w 3355680"/>
                <a:gd name="connsiteY1" fmla="*/ 0 h 516914"/>
                <a:gd name="connsiteX2" fmla="*/ 3355680 w 3355680"/>
                <a:gd name="connsiteY2" fmla="*/ 516914 h 516914"/>
                <a:gd name="connsiteX3" fmla="*/ 0 w 3355680"/>
                <a:gd name="connsiteY3" fmla="*/ 516914 h 516914"/>
                <a:gd name="connsiteX4" fmla="*/ 0 w 3355680"/>
                <a:gd name="connsiteY4" fmla="*/ 0 h 51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5680" h="516914">
                  <a:moveTo>
                    <a:pt x="0" y="0"/>
                  </a:moveTo>
                  <a:lnTo>
                    <a:pt x="3126862" y="0"/>
                  </a:lnTo>
                  <a:lnTo>
                    <a:pt x="3355680" y="516914"/>
                  </a:lnTo>
                  <a:lnTo>
                    <a:pt x="0" y="516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2F1198-AD29-9421-F884-EF32F4719DDA}"/>
                </a:ext>
              </a:extLst>
            </p:cNvPr>
            <p:cNvSpPr/>
            <p:nvPr/>
          </p:nvSpPr>
          <p:spPr>
            <a:xfrm>
              <a:off x="0" y="6225841"/>
              <a:ext cx="3406011" cy="632159"/>
            </a:xfrm>
            <a:custGeom>
              <a:avLst/>
              <a:gdLst>
                <a:gd name="connsiteX0" fmla="*/ 0 w 3406694"/>
                <a:gd name="connsiteY0" fmla="*/ 0 h 632159"/>
                <a:gd name="connsiteX1" fmla="*/ 3126862 w 3406694"/>
                <a:gd name="connsiteY1" fmla="*/ 0 h 632159"/>
                <a:gd name="connsiteX2" fmla="*/ 3406694 w 3406694"/>
                <a:gd name="connsiteY2" fmla="*/ 632159 h 632159"/>
                <a:gd name="connsiteX3" fmla="*/ 0 w 3406694"/>
                <a:gd name="connsiteY3" fmla="*/ 632159 h 632159"/>
                <a:gd name="connsiteX4" fmla="*/ 0 w 3406694"/>
                <a:gd name="connsiteY4" fmla="*/ 0 h 63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6694" h="632159">
                  <a:moveTo>
                    <a:pt x="0" y="0"/>
                  </a:moveTo>
                  <a:lnTo>
                    <a:pt x="3126862" y="0"/>
                  </a:lnTo>
                  <a:lnTo>
                    <a:pt x="3406694" y="632159"/>
                  </a:lnTo>
                  <a:lnTo>
                    <a:pt x="0" y="63215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4103" name="Picture 9">
            <a:extLst>
              <a:ext uri="{FF2B5EF4-FFF2-40B4-BE49-F238E27FC236}">
                <a16:creationId xmlns:a16="http://schemas.microsoft.com/office/drawing/2014/main" id="{C9F2F346-C906-0CD1-8E32-1CE078C62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132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  <p:sldLayoutId id="2147483710" r:id="rId42"/>
    <p:sldLayoutId id="2147483711" r:id="rId43"/>
    <p:sldLayoutId id="2147483712" r:id="rId44"/>
    <p:sldLayoutId id="2147483713" r:id="rId45"/>
    <p:sldLayoutId id="2147483714" r:id="rId46"/>
    <p:sldLayoutId id="2147483715" r:id="rId47"/>
    <p:sldLayoutId id="2147483716" r:id="rId48"/>
    <p:sldLayoutId id="2147483717" r:id="rId49"/>
    <p:sldLayoutId id="2147483718" r:id="rId50"/>
  </p:sldLayoutIdLst>
  <p:hf hd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9388" indent="-179388" algn="l" defTabSz="912813" rtl="0" eaLnBrk="1" fontAlgn="base" hangingPunct="1">
        <a:spcBef>
          <a:spcPts val="10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358775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Font typeface="Symbol" pitchFamily="2" charset="2"/>
        <a:buChar char="-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539750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SzPct val="90000"/>
        <a:buFont typeface="Wingdings" pitchFamily="2" charset="2"/>
        <a:buChar char="§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719138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898525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Font typeface="Symbol" pitchFamily="2" charset="2"/>
        <a:buChar char="-"/>
        <a:defRPr sz="1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">
            <a:extLst>
              <a:ext uri="{FF2B5EF4-FFF2-40B4-BE49-F238E27FC236}">
                <a16:creationId xmlns:a16="http://schemas.microsoft.com/office/drawing/2014/main" id="{86575452-AC08-D4EB-A68F-779E5E7AE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3438" y="6453188"/>
            <a:ext cx="360362" cy="1793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lang="en-US" sz="800" b="0" i="0" kern="1200" cap="none" baseline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fld id="{DEB3804E-C527-7A4A-B5CC-9A09C95612B1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5" name="Fußzeilenplatzhalter">
            <a:extLst>
              <a:ext uri="{FF2B5EF4-FFF2-40B4-BE49-F238E27FC236}">
                <a16:creationId xmlns:a16="http://schemas.microsoft.com/office/drawing/2014/main" id="{E6F458A0-1382-528F-25E9-3A8D94E68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00" y="6453188"/>
            <a:ext cx="6624638" cy="1793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800" b="0" i="0" cap="none" baseline="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4100" name="Content">
            <a:extLst>
              <a:ext uri="{FF2B5EF4-FFF2-40B4-BE49-F238E27FC236}">
                <a16:creationId xmlns:a16="http://schemas.microsoft.com/office/drawing/2014/main" id="{753EA0B9-6139-AE58-FC44-801033C9E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5788" y="1828800"/>
            <a:ext cx="10768012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 text (Arial 18pt)</a:t>
            </a:r>
          </a:p>
          <a:p>
            <a:pPr lvl="1"/>
            <a:r>
              <a:rPr lang="en-US" altLang="en-US"/>
              <a:t>Second level (Arial 16pt)</a:t>
            </a:r>
          </a:p>
          <a:p>
            <a:pPr lvl="2"/>
            <a:r>
              <a:rPr lang="en-US" altLang="en-US"/>
              <a:t>Third level (Arial 16pt)</a:t>
            </a:r>
          </a:p>
          <a:p>
            <a:pPr lvl="3"/>
            <a:r>
              <a:rPr lang="en-US" altLang="en-US"/>
              <a:t>Fourth level (Arial 14pt)</a:t>
            </a:r>
          </a:p>
          <a:p>
            <a:pPr lvl="4"/>
            <a:r>
              <a:rPr lang="en-US" altLang="en-US"/>
              <a:t>Fifth level (Arial 12pt)</a:t>
            </a:r>
          </a:p>
        </p:txBody>
      </p:sp>
      <p:sp>
        <p:nvSpPr>
          <p:cNvPr id="4101" name="TITLE">
            <a:extLst>
              <a:ext uri="{FF2B5EF4-FFF2-40B4-BE49-F238E27FC236}">
                <a16:creationId xmlns:a16="http://schemas.microsoft.com/office/drawing/2014/main" id="{E3DAE839-C952-897E-7FFA-1CE721DF2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5788" y="365125"/>
            <a:ext cx="1076801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Title (Arial 36pt)</a:t>
            </a:r>
          </a:p>
        </p:txBody>
      </p:sp>
      <p:grpSp>
        <p:nvGrpSpPr>
          <p:cNvPr id="4102" name="Group 3">
            <a:extLst>
              <a:ext uri="{FF2B5EF4-FFF2-40B4-BE49-F238E27FC236}">
                <a16:creationId xmlns:a16="http://schemas.microsoft.com/office/drawing/2014/main" id="{BD5CF07D-305E-2690-841A-1D0FA5B83E5A}"/>
              </a:ext>
            </a:extLst>
          </p:cNvPr>
          <p:cNvGrpSpPr>
            <a:grpSpLocks/>
          </p:cNvGrpSpPr>
          <p:nvPr/>
        </p:nvGrpSpPr>
        <p:grpSpPr bwMode="auto">
          <a:xfrm>
            <a:off x="0" y="6226175"/>
            <a:ext cx="3525838" cy="631825"/>
            <a:chOff x="0" y="6225841"/>
            <a:chExt cx="3525047" cy="63215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3C26722-8927-4AB8-27CC-759DE29E3700}"/>
                </a:ext>
              </a:extLst>
            </p:cNvPr>
            <p:cNvSpPr/>
            <p:nvPr/>
          </p:nvSpPr>
          <p:spPr>
            <a:xfrm>
              <a:off x="169825" y="6341790"/>
              <a:ext cx="3355222" cy="516210"/>
            </a:xfrm>
            <a:custGeom>
              <a:avLst/>
              <a:gdLst>
                <a:gd name="connsiteX0" fmla="*/ 0 w 3355680"/>
                <a:gd name="connsiteY0" fmla="*/ 0 h 516914"/>
                <a:gd name="connsiteX1" fmla="*/ 3126862 w 3355680"/>
                <a:gd name="connsiteY1" fmla="*/ 0 h 516914"/>
                <a:gd name="connsiteX2" fmla="*/ 3355680 w 3355680"/>
                <a:gd name="connsiteY2" fmla="*/ 516914 h 516914"/>
                <a:gd name="connsiteX3" fmla="*/ 0 w 3355680"/>
                <a:gd name="connsiteY3" fmla="*/ 516914 h 516914"/>
                <a:gd name="connsiteX4" fmla="*/ 0 w 3355680"/>
                <a:gd name="connsiteY4" fmla="*/ 0 h 51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5680" h="516914">
                  <a:moveTo>
                    <a:pt x="0" y="0"/>
                  </a:moveTo>
                  <a:lnTo>
                    <a:pt x="3126862" y="0"/>
                  </a:lnTo>
                  <a:lnTo>
                    <a:pt x="3355680" y="516914"/>
                  </a:lnTo>
                  <a:lnTo>
                    <a:pt x="0" y="516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2F1198-AD29-9421-F884-EF32F4719DDA}"/>
                </a:ext>
              </a:extLst>
            </p:cNvPr>
            <p:cNvSpPr/>
            <p:nvPr/>
          </p:nvSpPr>
          <p:spPr>
            <a:xfrm>
              <a:off x="0" y="6225841"/>
              <a:ext cx="3406011" cy="632159"/>
            </a:xfrm>
            <a:custGeom>
              <a:avLst/>
              <a:gdLst>
                <a:gd name="connsiteX0" fmla="*/ 0 w 3406694"/>
                <a:gd name="connsiteY0" fmla="*/ 0 h 632159"/>
                <a:gd name="connsiteX1" fmla="*/ 3126862 w 3406694"/>
                <a:gd name="connsiteY1" fmla="*/ 0 h 632159"/>
                <a:gd name="connsiteX2" fmla="*/ 3406694 w 3406694"/>
                <a:gd name="connsiteY2" fmla="*/ 632159 h 632159"/>
                <a:gd name="connsiteX3" fmla="*/ 0 w 3406694"/>
                <a:gd name="connsiteY3" fmla="*/ 632159 h 632159"/>
                <a:gd name="connsiteX4" fmla="*/ 0 w 3406694"/>
                <a:gd name="connsiteY4" fmla="*/ 0 h 63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6694" h="632159">
                  <a:moveTo>
                    <a:pt x="0" y="0"/>
                  </a:moveTo>
                  <a:lnTo>
                    <a:pt x="3126862" y="0"/>
                  </a:lnTo>
                  <a:lnTo>
                    <a:pt x="3406694" y="632159"/>
                  </a:lnTo>
                  <a:lnTo>
                    <a:pt x="0" y="63215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4103" name="Picture 9">
            <a:extLst>
              <a:ext uri="{FF2B5EF4-FFF2-40B4-BE49-F238E27FC236}">
                <a16:creationId xmlns:a16="http://schemas.microsoft.com/office/drawing/2014/main" id="{C9F2F346-C906-0CD1-8E32-1CE078C62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8" y="6453188"/>
            <a:ext cx="18637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684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4" r:id="rId35"/>
    <p:sldLayoutId id="2147483755" r:id="rId36"/>
    <p:sldLayoutId id="2147483756" r:id="rId37"/>
    <p:sldLayoutId id="2147483757" r:id="rId38"/>
    <p:sldLayoutId id="2147483758" r:id="rId39"/>
    <p:sldLayoutId id="2147483759" r:id="rId40"/>
    <p:sldLayoutId id="2147483760" r:id="rId41"/>
    <p:sldLayoutId id="2147483761" r:id="rId42"/>
    <p:sldLayoutId id="2147483762" r:id="rId43"/>
    <p:sldLayoutId id="2147483763" r:id="rId44"/>
    <p:sldLayoutId id="2147483764" r:id="rId45"/>
    <p:sldLayoutId id="2147483765" r:id="rId46"/>
    <p:sldLayoutId id="2147483766" r:id="rId47"/>
    <p:sldLayoutId id="2147483767" r:id="rId48"/>
    <p:sldLayoutId id="2147483768" r:id="rId49"/>
    <p:sldLayoutId id="2147483769" r:id="rId50"/>
  </p:sldLayoutIdLst>
  <p:hf hd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9388" indent="-179388" algn="l" defTabSz="912813" rtl="0" eaLnBrk="1" fontAlgn="base" hangingPunct="1">
        <a:spcBef>
          <a:spcPts val="10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358775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Font typeface="Symbol" pitchFamily="2" charset="2"/>
        <a:buChar char="-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539750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SzPct val="90000"/>
        <a:buFont typeface="Wingdings" pitchFamily="2" charset="2"/>
        <a:buChar char="§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719138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898525" indent="-179388" algn="l" defTabSz="912813" rtl="0" eaLnBrk="1" fontAlgn="base" hangingPunct="1">
        <a:spcBef>
          <a:spcPts val="500"/>
        </a:spcBef>
        <a:spcAft>
          <a:spcPts val="600"/>
        </a:spcAft>
        <a:buClr>
          <a:schemeClr val="accent1"/>
        </a:buClr>
        <a:buFont typeface="Symbol" pitchFamily="2" charset="2"/>
        <a:buChar char="-"/>
        <a:defRPr sz="1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jira.aciworldwide.com/browse/RTPS-104269" TargetMode="External"/><Relationship Id="rId18" Type="http://schemas.openxmlformats.org/officeDocument/2006/relationships/hyperlink" Target="https://jira.aciworldwide.com/browse/RTPS-23775" TargetMode="External"/><Relationship Id="rId26" Type="http://schemas.openxmlformats.org/officeDocument/2006/relationships/hyperlink" Target="https://jira.aciworldwide.com/browse/RTPS-77297" TargetMode="External"/><Relationship Id="rId39" Type="http://schemas.openxmlformats.org/officeDocument/2006/relationships/hyperlink" Target="https://jira.aciworldwide.com/browse/RTPS-90259" TargetMode="External"/><Relationship Id="rId21" Type="http://schemas.openxmlformats.org/officeDocument/2006/relationships/hyperlink" Target="https://jira.aciworldwide.com/browse/RTPS-86325" TargetMode="External"/><Relationship Id="rId34" Type="http://schemas.openxmlformats.org/officeDocument/2006/relationships/hyperlink" Target="https://jira.aciworldwide.com/browse/RTPS-19660" TargetMode="External"/><Relationship Id="rId42" Type="http://schemas.openxmlformats.org/officeDocument/2006/relationships/hyperlink" Target="https://jira.aciworldwide.com/browse/RTPS-106775" TargetMode="External"/><Relationship Id="rId47" Type="http://schemas.openxmlformats.org/officeDocument/2006/relationships/hyperlink" Target="https://jira.aciworldwide.com/browse/RTPS-41407" TargetMode="External"/><Relationship Id="rId7" Type="http://schemas.openxmlformats.org/officeDocument/2006/relationships/hyperlink" Target="https://jira.aciworldwide.com/browse/RTPS-91203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jira.aciworldwide.com/browse/RTPS-104489" TargetMode="External"/><Relationship Id="rId29" Type="http://schemas.openxmlformats.org/officeDocument/2006/relationships/hyperlink" Target="https://jira.aciworldwide.com/browse/RTPS-103807" TargetMode="External"/><Relationship Id="rId11" Type="http://schemas.openxmlformats.org/officeDocument/2006/relationships/hyperlink" Target="https://jira.aciworldwide.com/browse/RTPS-103960" TargetMode="External"/><Relationship Id="rId24" Type="http://schemas.openxmlformats.org/officeDocument/2006/relationships/hyperlink" Target="https://jira.aciworldwide.com/browse/RTPS-86330" TargetMode="External"/><Relationship Id="rId32" Type="http://schemas.openxmlformats.org/officeDocument/2006/relationships/hyperlink" Target="https://jira.aciworldwide.com/browse/RTPS-72785" TargetMode="External"/><Relationship Id="rId37" Type="http://schemas.openxmlformats.org/officeDocument/2006/relationships/hyperlink" Target="https://jira.aciworldwide.com/browse/RTPS-14499" TargetMode="External"/><Relationship Id="rId40" Type="http://schemas.openxmlformats.org/officeDocument/2006/relationships/hyperlink" Target="NULL" TargetMode="External"/><Relationship Id="rId45" Type="http://schemas.openxmlformats.org/officeDocument/2006/relationships/hyperlink" Target="https://jira.aciworldwide.com/browse/RTPS-91214" TargetMode="External"/><Relationship Id="rId5" Type="http://schemas.openxmlformats.org/officeDocument/2006/relationships/hyperlink" Target="https://jira.aciworldwide.com/browse/RTPS-104486" TargetMode="External"/><Relationship Id="rId15" Type="http://schemas.openxmlformats.org/officeDocument/2006/relationships/hyperlink" Target="https://jira.aciworldwide.com/browse/RTPS-19675" TargetMode="External"/><Relationship Id="rId23" Type="http://schemas.openxmlformats.org/officeDocument/2006/relationships/hyperlink" Target="https://jira.aciworldwide.com/browse/RTPS-86329" TargetMode="External"/><Relationship Id="rId28" Type="http://schemas.openxmlformats.org/officeDocument/2006/relationships/hyperlink" Target="https://jira.aciworldwide.com/browse/RTPS-31799" TargetMode="External"/><Relationship Id="rId36" Type="http://schemas.openxmlformats.org/officeDocument/2006/relationships/hyperlink" Target="https://jira.aciworldwide.com/browse/RTPS-45150" TargetMode="External"/><Relationship Id="rId49" Type="http://schemas.openxmlformats.org/officeDocument/2006/relationships/hyperlink" Target="https://jira.aciworldwide.com/browse/RTPS-284" TargetMode="External"/><Relationship Id="rId10" Type="http://schemas.openxmlformats.org/officeDocument/2006/relationships/hyperlink" Target="https://jira.aciworldwide.com/browse/RTPS-104488" TargetMode="External"/><Relationship Id="rId19" Type="http://schemas.openxmlformats.org/officeDocument/2006/relationships/hyperlink" Target="https://jira.aciworldwide.com/browse/RTPS-74215" TargetMode="External"/><Relationship Id="rId31" Type="http://schemas.openxmlformats.org/officeDocument/2006/relationships/hyperlink" Target="https://jira.aciworldwide.com/browse/RTPS-90940" TargetMode="External"/><Relationship Id="rId44" Type="http://schemas.openxmlformats.org/officeDocument/2006/relationships/hyperlink" Target="https://jira.aciworldwide.com/browse/RTPS-92787" TargetMode="External"/><Relationship Id="rId4" Type="http://schemas.openxmlformats.org/officeDocument/2006/relationships/hyperlink" Target="https://jira.aciworldwide.com/browse/RTPS-78847" TargetMode="External"/><Relationship Id="rId9" Type="http://schemas.openxmlformats.org/officeDocument/2006/relationships/hyperlink" Target="https://jira.aciworldwide.com/browse/RTPS-103924" TargetMode="External"/><Relationship Id="rId14" Type="http://schemas.openxmlformats.org/officeDocument/2006/relationships/hyperlink" Target="https://jira.aciworldwide.com/browse/RTPS-50915" TargetMode="External"/><Relationship Id="rId22" Type="http://schemas.openxmlformats.org/officeDocument/2006/relationships/hyperlink" Target="https://jira.aciworldwide.com/browse/RTPS-79090" TargetMode="External"/><Relationship Id="rId27" Type="http://schemas.openxmlformats.org/officeDocument/2006/relationships/hyperlink" Target="https://jira.aciworldwide.com/browse/RTPS-88375" TargetMode="External"/><Relationship Id="rId30" Type="http://schemas.openxmlformats.org/officeDocument/2006/relationships/hyperlink" Target="https://jira.aciworldwide.com/browse/RTPS-105796" TargetMode="External"/><Relationship Id="rId35" Type="http://schemas.openxmlformats.org/officeDocument/2006/relationships/hyperlink" Target="https://jira.aciworldwide.com/browse/RTPS-41460" TargetMode="External"/><Relationship Id="rId43" Type="http://schemas.openxmlformats.org/officeDocument/2006/relationships/hyperlink" Target="https://jira.aciworldwide.com/browse/RTPS-104490" TargetMode="External"/><Relationship Id="rId48" Type="http://schemas.openxmlformats.org/officeDocument/2006/relationships/hyperlink" Target="https://jira.aciworldwide.com/browse/RTPS-103953" TargetMode="External"/><Relationship Id="rId8" Type="http://schemas.openxmlformats.org/officeDocument/2006/relationships/hyperlink" Target="https://jira.aciworldwide.com/browse/RTPS-87499" TargetMode="External"/><Relationship Id="rId3" Type="http://schemas.openxmlformats.org/officeDocument/2006/relationships/hyperlink" Target="https://jira.aciworldwide.com/browse/RTPS-104485" TargetMode="External"/><Relationship Id="rId12" Type="http://schemas.openxmlformats.org/officeDocument/2006/relationships/hyperlink" Target="https://jira.aciworldwide.com/browse/RTPS-98675" TargetMode="External"/><Relationship Id="rId17" Type="http://schemas.openxmlformats.org/officeDocument/2006/relationships/hyperlink" Target="https://jira.aciworldwide.com/browse/RTPS-85078" TargetMode="External"/><Relationship Id="rId25" Type="http://schemas.openxmlformats.org/officeDocument/2006/relationships/hyperlink" Target="https://jira.aciworldwide.com/browse/RTPS-91619" TargetMode="External"/><Relationship Id="rId33" Type="http://schemas.openxmlformats.org/officeDocument/2006/relationships/hyperlink" Target="https://jira.aciworldwide.com/browse/RTPS-78056" TargetMode="External"/><Relationship Id="rId38" Type="http://schemas.openxmlformats.org/officeDocument/2006/relationships/hyperlink" Target="https://jira.aciworldwide.com/browse/RTPS-106083" TargetMode="External"/><Relationship Id="rId46" Type="http://schemas.openxmlformats.org/officeDocument/2006/relationships/hyperlink" Target="https://jira.aciworldwide.com/browse/RTPS-41281" TargetMode="External"/><Relationship Id="rId20" Type="http://schemas.openxmlformats.org/officeDocument/2006/relationships/hyperlink" Target="https://jira.aciworldwide.com/browse/RTPS-78708" TargetMode="External"/><Relationship Id="rId41" Type="http://schemas.openxmlformats.org/officeDocument/2006/relationships/hyperlink" Target="https://jira.aciworldwide.com/browse/RTPS-5758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ira.aciworldwide.com/browse/RTPS-875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90A31C-7392-7945-BF43-895B4EB24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Real-Time High Value Payments Roadmap</a:t>
            </a:r>
          </a:p>
          <a:p>
            <a:r>
              <a:rPr lang="en-US" dirty="0"/>
              <a:t>January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55560F-E6DE-9B43-80C4-050A2337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99" y="1586749"/>
            <a:ext cx="10515600" cy="198000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Arial"/>
                <a:cs typeface="Arial"/>
              </a:rPr>
              <a:t>RTPS A2A High Value Roadmap</a:t>
            </a:r>
          </a:p>
        </p:txBody>
      </p:sp>
    </p:spTree>
    <p:extLst>
      <p:ext uri="{BB962C8B-B14F-4D97-AF65-F5344CB8AC3E}">
        <p14:creationId xmlns:p14="http://schemas.microsoft.com/office/powerpoint/2010/main" val="197949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2E3B-1F6D-B76F-B099-A7C6E4F97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DE568EB-B5A1-A29B-306A-B789EC4CF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15" y="147608"/>
            <a:ext cx="10690166" cy="5400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2800" dirty="0">
                <a:latin typeface="Arial"/>
                <a:cs typeface="Arial"/>
              </a:rPr>
              <a:t>2026 High Value Payments Roadmap</a:t>
            </a:r>
            <a:endParaRPr lang="en-US" sz="2800" dirty="0">
              <a:latin typeface="Arial"/>
              <a:cs typeface="Arial"/>
            </a:endParaRP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ECB6DA5-EF86-2A4F-DE6F-DA44FEFBA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16067"/>
              </p:ext>
            </p:extLst>
          </p:nvPr>
        </p:nvGraphicFramePr>
        <p:xfrm>
          <a:off x="484632" y="833835"/>
          <a:ext cx="11208766" cy="482969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868168">
                  <a:extLst>
                    <a:ext uri="{9D8B030D-6E8A-4147-A177-3AD203B41FA5}">
                      <a16:colId xmlns:a16="http://schemas.microsoft.com/office/drawing/2014/main" val="82029985"/>
                    </a:ext>
                  </a:extLst>
                </a:gridCol>
                <a:gridCol w="2802467">
                  <a:extLst>
                    <a:ext uri="{9D8B030D-6E8A-4147-A177-3AD203B41FA5}">
                      <a16:colId xmlns:a16="http://schemas.microsoft.com/office/drawing/2014/main" val="181906918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26724768"/>
                    </a:ext>
                  </a:extLst>
                </a:gridCol>
                <a:gridCol w="2794931">
                  <a:extLst>
                    <a:ext uri="{9D8B030D-6E8A-4147-A177-3AD203B41FA5}">
                      <a16:colId xmlns:a16="http://schemas.microsoft.com/office/drawing/2014/main" val="3613104643"/>
                    </a:ext>
                  </a:extLst>
                </a:gridCol>
              </a:tblGrid>
              <a:tr h="181865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ct val="0"/>
                        </a:spcBef>
                      </a:pPr>
                      <a:r>
                        <a:rPr lang="en-US" sz="9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Q1 - March 2026</a:t>
                      </a:r>
                    </a:p>
                  </a:txBody>
                  <a:tcPr marT="41564" marB="4156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ct val="0"/>
                        </a:spcBef>
                      </a:pPr>
                      <a:r>
                        <a:rPr lang="en-US" sz="9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Q2 - June 2026</a:t>
                      </a:r>
                    </a:p>
                  </a:txBody>
                  <a:tcPr marT="41564" marB="4156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ct val="0"/>
                        </a:spcBef>
                      </a:pPr>
                      <a:r>
                        <a:rPr lang="en-US" sz="9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Q3 - September 2026</a:t>
                      </a:r>
                    </a:p>
                  </a:txBody>
                  <a:tcPr marT="41564" marB="4156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ct val="0"/>
                        </a:spcBef>
                      </a:pPr>
                      <a:r>
                        <a:rPr lang="en-US" sz="9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Q4 - December – 2026</a:t>
                      </a:r>
                    </a:p>
                  </a:txBody>
                  <a:tcPr marT="41564" marB="41564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254263"/>
                  </a:ext>
                </a:extLst>
              </a:tr>
              <a:tr h="4484847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Mandates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Annual Mandates 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SWIFT GPI API v6 Updates - UPF 5.1.1</a:t>
                      </a:r>
                      <a:endParaRPr lang="en-US" sz="900" b="0" i="0" u="none" strike="noStrike" kern="120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Structured Postal Address Phase 2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900" b="0" i="0" u="none" strike="noStrike" kern="1200" noProof="0" err="1">
                          <a:solidFill>
                            <a:srgbClr val="0C2340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SwiftRef</a:t>
                      </a:r>
                      <a:r>
                        <a:rPr lang="en-US" sz="900" b="0" i="0" u="none" strike="noStrike" kern="1200" noProof="0">
                          <a:solidFill>
                            <a:srgbClr val="0C2340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Directory Load</a:t>
                      </a:r>
                      <a:endParaRPr lang="en-US" sz="900" b="0" i="0" u="none" strike="noStrike" kern="1200" noProof="0">
                        <a:solidFill>
                          <a:srgbClr val="0C23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900" b="0" i="0" u="none" strike="noStrike" kern="1200" noProof="0">
                          <a:solidFill>
                            <a:srgbClr val="0C2340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REL/AUX Lookup and Enrichment</a:t>
                      </a:r>
                      <a:endParaRPr lang="en-US" sz="900" b="0" i="0" u="none" strike="noStrike" kern="1200" noProof="0">
                        <a:solidFill>
                          <a:srgbClr val="0C23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900" b="0" i="0" u="none" strike="noStrike" kern="1200" noProof="0">
                          <a:solidFill>
                            <a:srgbClr val="0C2340"/>
                          </a:solidFill>
                          <a:latin typeface="+mn-lt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REL/AUX - UI Changes and Data Migration</a:t>
                      </a:r>
                      <a:endParaRPr lang="en-US" sz="900" b="0" i="0" u="none" strike="noStrike" kern="1200" noProof="0">
                        <a:solidFill>
                          <a:srgbClr val="0C2340"/>
                        </a:solidFill>
                        <a:latin typeface="+mn-lt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b="0" i="0" u="sng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Autotrieve</a:t>
                      </a:r>
                      <a:r>
                        <a:rPr lang="en-US" sz="900" b="0" i="0" u="sng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RFML Changes Phase 2</a:t>
                      </a:r>
                      <a:endParaRPr lang="en-US" sz="900" b="0" i="0" u="sng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endParaRPr lang="en-US" sz="900" b="0" i="0" u="sng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rgbClr val="2726DD"/>
                          </a:solidFill>
                          <a:latin typeface="+mn-lt"/>
                          <a:ea typeface="+mn-ea"/>
                          <a:cs typeface="+mn-cs"/>
                        </a:rPr>
                        <a:t>UPF Stack Upgrade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Uplift to UPF 5.1.1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Uplift from UPF 5.0.4 to UPF 5.1.1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 noProof="0">
                        <a:solidFill>
                          <a:srgbClr val="2726D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rgbClr val="2726DD"/>
                          </a:solidFill>
                          <a:latin typeface="+mn-lt"/>
                          <a:ea typeface="+mn-ea"/>
                          <a:cs typeface="+mn-cs"/>
                        </a:rPr>
                        <a:t>Control Center Enhancements 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Control Center Enhancements Q1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Shared Entitlements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Mapping Enhancements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Action Commands</a:t>
                      </a: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Phase 1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Bypass Global Child from Inquiry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Impose Channel from PI, Repair, and Change Verify 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UETR from Exceptions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>
                        <a:solidFill>
                          <a:srgbClr val="2726DD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rgbClr val="2726DD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RTPS Bank Adapter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Bank Adapter Enhancements</a:t>
                      </a:r>
                      <a:endParaRPr lang="en-US" sz="900" b="1" i="0" u="sng" strike="noStrike" kern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Bank Adapter Hardening Phase 1</a:t>
                      </a:r>
                      <a:endParaRPr 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9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endParaRPr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E1323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  <a:hlinkClick r:id="rId18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168275" marR="0" lvl="1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2340"/>
                        </a:buClr>
                        <a:buSzTx/>
                        <a:buFont typeface="Wingdings,Sans-Serif" panose="05000000000000000000" pitchFamily="2" charset="2"/>
                        <a:buNone/>
                        <a:tabLst/>
                        <a:defRPr/>
                      </a:pPr>
                      <a:endParaRPr kumimoji="0" lang="en-US" sz="900" b="0" i="0" u="none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68275" marR="0" lvl="1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2340"/>
                        </a:buClr>
                        <a:buSzTx/>
                        <a:buFont typeface="Wingdings,Sans-Serif" panose="05000000000000000000" pitchFamily="2" charset="2"/>
                        <a:buNone/>
                        <a:tabLst>
                          <a:tab pos="346075" algn="l"/>
                        </a:tabLst>
                        <a:defRPr/>
                      </a:pPr>
                      <a:endParaRPr lang="en-US" sz="900" b="0" i="0" u="none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2340"/>
                        </a:buClr>
                        <a:buSzTx/>
                        <a:buFont typeface="Wingdings,Sans-Serif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endParaRPr lang="en-US" sz="900" b="0" i="0" u="none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Mandates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Annual Mandates for November Release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Swift CBPR+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Swift GPI </a:t>
                      </a:r>
                      <a:r>
                        <a:rPr lang="en-US" sz="900" u="sng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Trck</a:t>
                      </a: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Msgs </a:t>
                      </a: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Swift MT Mandates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CHAPS</a:t>
                      </a: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Target2/EBA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Lynx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PNZ 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RITS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SEPA </a:t>
                      </a: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CHIPS</a:t>
                      </a: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Fedwire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RENTAS 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RMA Checks for CAMTs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Structured Address for November Release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RGW &amp; </a:t>
                      </a:r>
                      <a:r>
                        <a:rPr lang="en-US" sz="900" u="sng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JasperSoft</a:t>
                      </a: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Reports</a:t>
                      </a:r>
                      <a:endParaRPr lang="en-US" sz="900" u="sng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Structured Address Carryover From Q1</a:t>
                      </a:r>
                    </a:p>
                    <a:p>
                      <a:pPr marL="117475" marR="0" lvl="0" indent="-117475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 panose="05000000000000000000" pitchFamily="2" charset="2"/>
                        <a:buChar char="§"/>
                      </a:pPr>
                      <a:endParaRPr lang="en-US" sz="900" b="1" i="0" u="sng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rgbClr val="2726DD"/>
                          </a:solidFill>
                          <a:latin typeface="+mn-lt"/>
                          <a:ea typeface="+mn-ea"/>
                          <a:cs typeface="+mn-cs"/>
                        </a:rPr>
                        <a:t>Control Center Enhancements 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Control Center Enhancements Q2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High Value Reports</a:t>
                      </a: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Multi Factor Authorization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Implement Authorization Screen</a:t>
                      </a: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 Payment Screen</a:t>
                      </a: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Key Verify in Control Center (Part 2)</a:t>
                      </a: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3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Repetitive Payment Templates</a:t>
                      </a: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7475" marR="0" lvl="0" indent="-117475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 panose="05000000000000000000" pitchFamily="2" charset="2"/>
                        <a:buChar char="§"/>
                      </a:pPr>
                      <a:endParaRPr lang="en-US" sz="900" b="1" i="0" u="sng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rgbClr val="2726DD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RTPS Bank Adapter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Bank Adapter Enhancements</a:t>
                      </a:r>
                      <a:endParaRPr lang="en-US" sz="900" b="1" i="0" u="sng" strike="noStrike" kern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Bank Adapter Hardening Phase 2</a:t>
                      </a:r>
                      <a:endParaRPr 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rgbClr val="2726DD"/>
                          </a:solidFill>
                          <a:latin typeface="+mn-lt"/>
                          <a:ea typeface="+mn-ea"/>
                          <a:cs typeface="+mn-cs"/>
                        </a:rPr>
                        <a:t>Mandates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Annual Mandates</a:t>
                      </a:r>
                      <a:endParaRPr lang="en-US" sz="900" b="1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Swift Payments Label</a:t>
                      </a: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(Wipro Testing)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Swift Security Conformance</a:t>
                      </a:r>
                    </a:p>
                    <a:p>
                      <a:pPr marL="168275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</a:pPr>
                      <a:endParaRPr lang="en-US" sz="900" b="0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  <a:hlinkClick r:id="rId40" invalidUrl="http:///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rgbClr val="2726DD"/>
                          </a:solidFill>
                          <a:latin typeface="+mn-lt"/>
                          <a:ea typeface="+mn-ea"/>
                          <a:cs typeface="+mn-cs"/>
                        </a:rPr>
                        <a:t>Control Center Enhancements 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Control Center Enhancements Q3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Action Commands Phase 2: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Send Request Credit Delivery Notification (PI and Repair) 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Move Credit to Beneficiary (</a:t>
                      </a:r>
                      <a:r>
                        <a:rPr lang="en-US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EXC, RPR) 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Set Credit Delivery Notification (RPR)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Send Debit Confirmations (RPR) 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Send Credit Confirmations </a:t>
                      </a:r>
                      <a:r>
                        <a:rPr lang="en-US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(RPR)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PRM Debit/Credit Confirmations (PI,RPR,EXC VFY, VFY CHG)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r>
                        <a:rPr lang="en-US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Assign to Queue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>
                        <a:solidFill>
                          <a:srgbClr val="2726DD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rgbClr val="2726DD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RTPS API Adapter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API Adapter Enhancements </a:t>
                      </a:r>
                      <a:endParaRPr lang="en-US" sz="900" b="1" i="0" u="none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Payment Initiation API Hardening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Payment Inquiry API Hardening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>
                          <a:solidFill>
                            <a:srgbClr val="2726DD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RTPS Batch  Adapter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Batch Adapter Enhancements</a:t>
                      </a:r>
                      <a:endParaRPr lang="en-US" sz="900" b="1" i="0" u="none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Batch Adapter Hardening  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MTS  Stack Upgrade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4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Maintenance and Stack Upgrades</a:t>
                      </a:r>
                      <a:endParaRPr lang="en-US" sz="900" b="1" i="0" u="sng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900" b="0" i="0" u="sng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Uplift Entia 64-Bit – AIX</a:t>
                      </a:r>
                      <a:endParaRPr lang="en-US" sz="900" b="0" i="0" u="sng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b="0" i="0" u="sng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Uplift Entia 64-Bit – Linux (RHEL8)</a:t>
                      </a:r>
                      <a:endParaRPr lang="en-US" sz="900" b="0" i="0" u="sng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endParaRPr lang="en-US" sz="900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189" marR="0" lvl="1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900" b="0" i="0" u="none" strike="noStrike" kern="1200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dirty="0">
                          <a:solidFill>
                            <a:srgbClr val="2726DD"/>
                          </a:solidFill>
                          <a:latin typeface="+mn-lt"/>
                          <a:ea typeface="+mn-ea"/>
                          <a:cs typeface="+mn-cs"/>
                        </a:rPr>
                        <a:t>Mandates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Annual Mandates</a:t>
                      </a:r>
                      <a:endParaRPr lang="en-US" sz="900" b="1" i="0" u="sng" strike="noStrike" kern="1200" noProof="0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Mandates Carryover &lt; Placeholder &gt;</a:t>
                      </a:r>
                    </a:p>
                    <a:p>
                      <a:pPr marL="574040" marR="0" lvl="1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Arial" panose="05000000000000000000" pitchFamily="2" charset="2"/>
                        <a:buChar char="•"/>
                        <a:tabLst/>
                        <a:defRPr/>
                      </a:pPr>
                      <a:endParaRPr lang="en-US" sz="900" b="0" i="0" u="sng" strike="noStrike" kern="1200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noProof="0" dirty="0">
                          <a:solidFill>
                            <a:srgbClr val="2726DD"/>
                          </a:solidFill>
                          <a:latin typeface="+mn-lt"/>
                          <a:ea typeface="+mn-ea"/>
                          <a:cs typeface="+mn-cs"/>
                        </a:rPr>
                        <a:t>Control Center Enhancements 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Control Center Enhancements Q4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Return to Sender from Inquiry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VRU – Callback Verification </a:t>
                      </a:r>
                      <a:endParaRPr lang="en-US" sz="900" u="sng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Payment Initiation VRU Endpoint</a:t>
                      </a:r>
                      <a:endParaRPr lang="en-US" sz="900" u="sng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User Experience Enhancements</a:t>
                      </a: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endParaRPr lang="en-US" sz="900" u="sng" kern="1200" noProof="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dirty="0">
                          <a:solidFill>
                            <a:srgbClr val="2726DD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RTPS Batch Adapter 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Batch Adapter Enhancements </a:t>
                      </a:r>
                      <a:endParaRPr lang="en-US" sz="900" b="1" i="0" u="sng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Batch Adapter Carryover &lt; Placeholder&gt;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 dirty="0">
                        <a:solidFill>
                          <a:srgbClr val="2726DD"/>
                        </a:solidFill>
                        <a:highlight>
                          <a:srgbClr val="FF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sng" strike="noStrike" kern="1200" dirty="0">
                          <a:solidFill>
                            <a:srgbClr val="2726DD"/>
                          </a:solidFill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</a:rPr>
                        <a:t>RTPS API Adapter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900" b="1" i="0" u="sng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API Adapter Enhancements </a:t>
                      </a:r>
                      <a:endParaRPr lang="en-US" sz="900" b="1" i="0" u="sng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6565" marR="0" lvl="1" indent="-28829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Ø"/>
                        <a:tabLst>
                          <a:tab pos="346075" algn="l"/>
                        </a:tabLst>
                        <a:defRPr/>
                      </a:pPr>
                      <a:r>
                        <a:rPr lang="en-US" sz="900" u="sng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Repetitives</a:t>
                      </a:r>
                      <a:r>
                        <a:rPr lang="en-US" sz="900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API</a:t>
                      </a:r>
                    </a:p>
                    <a:p>
                      <a:pPr marL="117475" marR="0" lvl="0" indent="-117475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900" b="1" i="0" u="sng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6C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49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0" marR="0" lvl="0" indent="0" algn="l" defTabSz="914377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u="sng" strike="noStrike" kern="1200" noProof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83863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1D577419-A805-3C86-8E52-67D9C9B4E211}"/>
              </a:ext>
            </a:extLst>
          </p:cNvPr>
          <p:cNvGrpSpPr/>
          <p:nvPr/>
        </p:nvGrpSpPr>
        <p:grpSpPr>
          <a:xfrm>
            <a:off x="9290406" y="6355152"/>
            <a:ext cx="2377440" cy="360000"/>
            <a:chOff x="5034029" y="6452600"/>
            <a:chExt cx="2377440" cy="36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A23761-A5AF-4397-52AA-16D2DE689C2A}"/>
                </a:ext>
              </a:extLst>
            </p:cNvPr>
            <p:cNvSpPr/>
            <p:nvPr/>
          </p:nvSpPr>
          <p:spPr>
            <a:xfrm>
              <a:off x="5034029" y="6452600"/>
              <a:ext cx="2377440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180000" bIns="4572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FOR USE ONLY WITH NDA 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endParaRPr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78BE7058-52B4-E752-F321-839B94963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604" y="6509674"/>
              <a:ext cx="206268" cy="214402"/>
            </a:xfrm>
            <a:custGeom>
              <a:avLst/>
              <a:gdLst>
                <a:gd name="T0" fmla="*/ 965 w 1206"/>
                <a:gd name="T1" fmla="*/ 317 h 1374"/>
                <a:gd name="T2" fmla="*/ 931 w 1206"/>
                <a:gd name="T3" fmla="*/ 205 h 1374"/>
                <a:gd name="T4" fmla="*/ 861 w 1206"/>
                <a:gd name="T5" fmla="*/ 106 h 1374"/>
                <a:gd name="T6" fmla="*/ 764 w 1206"/>
                <a:gd name="T7" fmla="*/ 37 h 1374"/>
                <a:gd name="T8" fmla="*/ 651 w 1206"/>
                <a:gd name="T9" fmla="*/ 3 h 1374"/>
                <a:gd name="T10" fmla="*/ 530 w 1206"/>
                <a:gd name="T11" fmla="*/ 6 h 1374"/>
                <a:gd name="T12" fmla="*/ 420 w 1206"/>
                <a:gd name="T13" fmla="*/ 49 h 1374"/>
                <a:gd name="T14" fmla="*/ 328 w 1206"/>
                <a:gd name="T15" fmla="*/ 123 h 1374"/>
                <a:gd name="T16" fmla="*/ 264 w 1206"/>
                <a:gd name="T17" fmla="*/ 227 h 1374"/>
                <a:gd name="T18" fmla="*/ 237 w 1206"/>
                <a:gd name="T19" fmla="*/ 341 h 1374"/>
                <a:gd name="T20" fmla="*/ 111 w 1206"/>
                <a:gd name="T21" fmla="*/ 600 h 1374"/>
                <a:gd name="T22" fmla="*/ 72 w 1206"/>
                <a:gd name="T23" fmla="*/ 611 h 1374"/>
                <a:gd name="T24" fmla="*/ 38 w 1206"/>
                <a:gd name="T25" fmla="*/ 636 h 1374"/>
                <a:gd name="T26" fmla="*/ 13 w 1206"/>
                <a:gd name="T27" fmla="*/ 670 h 1374"/>
                <a:gd name="T28" fmla="*/ 1 w 1206"/>
                <a:gd name="T29" fmla="*/ 710 h 1374"/>
                <a:gd name="T30" fmla="*/ 1 w 1206"/>
                <a:gd name="T31" fmla="*/ 1262 h 1374"/>
                <a:gd name="T32" fmla="*/ 13 w 1206"/>
                <a:gd name="T33" fmla="*/ 1301 h 1374"/>
                <a:gd name="T34" fmla="*/ 38 w 1206"/>
                <a:gd name="T35" fmla="*/ 1335 h 1374"/>
                <a:gd name="T36" fmla="*/ 72 w 1206"/>
                <a:gd name="T37" fmla="*/ 1360 h 1374"/>
                <a:gd name="T38" fmla="*/ 111 w 1206"/>
                <a:gd name="T39" fmla="*/ 1372 h 1374"/>
                <a:gd name="T40" fmla="*/ 1094 w 1206"/>
                <a:gd name="T41" fmla="*/ 1372 h 1374"/>
                <a:gd name="T42" fmla="*/ 1133 w 1206"/>
                <a:gd name="T43" fmla="*/ 1360 h 1374"/>
                <a:gd name="T44" fmla="*/ 1167 w 1206"/>
                <a:gd name="T45" fmla="*/ 1335 h 1374"/>
                <a:gd name="T46" fmla="*/ 1192 w 1206"/>
                <a:gd name="T47" fmla="*/ 1301 h 1374"/>
                <a:gd name="T48" fmla="*/ 1204 w 1206"/>
                <a:gd name="T49" fmla="*/ 1262 h 1374"/>
                <a:gd name="T50" fmla="*/ 1204 w 1206"/>
                <a:gd name="T51" fmla="*/ 710 h 1374"/>
                <a:gd name="T52" fmla="*/ 1192 w 1206"/>
                <a:gd name="T53" fmla="*/ 670 h 1374"/>
                <a:gd name="T54" fmla="*/ 1167 w 1206"/>
                <a:gd name="T55" fmla="*/ 636 h 1374"/>
                <a:gd name="T56" fmla="*/ 1133 w 1206"/>
                <a:gd name="T57" fmla="*/ 611 h 1374"/>
                <a:gd name="T58" fmla="*/ 1094 w 1206"/>
                <a:gd name="T59" fmla="*/ 600 h 1374"/>
                <a:gd name="T60" fmla="*/ 367 w 1206"/>
                <a:gd name="T61" fmla="*/ 334 h 1374"/>
                <a:gd name="T62" fmla="*/ 390 w 1206"/>
                <a:gd name="T63" fmla="*/ 262 h 1374"/>
                <a:gd name="T64" fmla="*/ 435 w 1206"/>
                <a:gd name="T65" fmla="*/ 198 h 1374"/>
                <a:gd name="T66" fmla="*/ 499 w 1206"/>
                <a:gd name="T67" fmla="*/ 153 h 1374"/>
                <a:gd name="T68" fmla="*/ 571 w 1206"/>
                <a:gd name="T69" fmla="*/ 131 h 1374"/>
                <a:gd name="T70" fmla="*/ 649 w 1206"/>
                <a:gd name="T71" fmla="*/ 133 h 1374"/>
                <a:gd name="T72" fmla="*/ 720 w 1206"/>
                <a:gd name="T73" fmla="*/ 161 h 1374"/>
                <a:gd name="T74" fmla="*/ 780 w 1206"/>
                <a:gd name="T75" fmla="*/ 209 h 1374"/>
                <a:gd name="T76" fmla="*/ 822 w 1206"/>
                <a:gd name="T77" fmla="*/ 276 h 1374"/>
                <a:gd name="T78" fmla="*/ 839 w 1206"/>
                <a:gd name="T79" fmla="*/ 350 h 1374"/>
                <a:gd name="T80" fmla="*/ 603 w 1206"/>
                <a:gd name="T81" fmla="*/ 1164 h 1374"/>
                <a:gd name="T82" fmla="*/ 568 w 1206"/>
                <a:gd name="T83" fmla="*/ 1159 h 1374"/>
                <a:gd name="T84" fmla="*/ 537 w 1206"/>
                <a:gd name="T85" fmla="*/ 1142 h 1374"/>
                <a:gd name="T86" fmla="*/ 513 w 1206"/>
                <a:gd name="T87" fmla="*/ 1118 h 1374"/>
                <a:gd name="T88" fmla="*/ 498 w 1206"/>
                <a:gd name="T89" fmla="*/ 1085 h 1374"/>
                <a:gd name="T90" fmla="*/ 495 w 1206"/>
                <a:gd name="T91" fmla="*/ 1050 h 1374"/>
                <a:gd name="T92" fmla="*/ 503 w 1206"/>
                <a:gd name="T93" fmla="*/ 1016 h 1374"/>
                <a:gd name="T94" fmla="*/ 522 w 1206"/>
                <a:gd name="T95" fmla="*/ 986 h 1374"/>
                <a:gd name="T96" fmla="*/ 549 w 1206"/>
                <a:gd name="T97" fmla="*/ 964 h 1374"/>
                <a:gd name="T98" fmla="*/ 581 w 1206"/>
                <a:gd name="T99" fmla="*/ 952 h 1374"/>
                <a:gd name="T100" fmla="*/ 617 w 1206"/>
                <a:gd name="T101" fmla="*/ 950 h 1374"/>
                <a:gd name="T102" fmla="*/ 650 w 1206"/>
                <a:gd name="T103" fmla="*/ 961 h 1374"/>
                <a:gd name="T104" fmla="*/ 679 w 1206"/>
                <a:gd name="T105" fmla="*/ 981 h 1374"/>
                <a:gd name="T106" fmla="*/ 699 w 1206"/>
                <a:gd name="T107" fmla="*/ 1010 h 1374"/>
                <a:gd name="T108" fmla="*/ 710 w 1206"/>
                <a:gd name="T109" fmla="*/ 1043 h 1374"/>
                <a:gd name="T110" fmla="*/ 708 w 1206"/>
                <a:gd name="T111" fmla="*/ 1079 h 1374"/>
                <a:gd name="T112" fmla="*/ 695 w 1206"/>
                <a:gd name="T113" fmla="*/ 1111 h 1374"/>
                <a:gd name="T114" fmla="*/ 674 w 1206"/>
                <a:gd name="T115" fmla="*/ 1138 h 1374"/>
                <a:gd name="T116" fmla="*/ 644 w 1206"/>
                <a:gd name="T117" fmla="*/ 1157 h 1374"/>
                <a:gd name="T118" fmla="*/ 610 w 1206"/>
                <a:gd name="T119" fmla="*/ 1164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06" h="1374">
                  <a:moveTo>
                    <a:pt x="1076" y="599"/>
                  </a:moveTo>
                  <a:lnTo>
                    <a:pt x="968" y="599"/>
                  </a:lnTo>
                  <a:lnTo>
                    <a:pt x="968" y="366"/>
                  </a:lnTo>
                  <a:lnTo>
                    <a:pt x="968" y="341"/>
                  </a:lnTo>
                  <a:lnTo>
                    <a:pt x="965" y="317"/>
                  </a:lnTo>
                  <a:lnTo>
                    <a:pt x="962" y="294"/>
                  </a:lnTo>
                  <a:lnTo>
                    <a:pt x="957" y="271"/>
                  </a:lnTo>
                  <a:lnTo>
                    <a:pt x="950" y="249"/>
                  </a:lnTo>
                  <a:lnTo>
                    <a:pt x="941" y="227"/>
                  </a:lnTo>
                  <a:lnTo>
                    <a:pt x="931" y="205"/>
                  </a:lnTo>
                  <a:lnTo>
                    <a:pt x="919" y="183"/>
                  </a:lnTo>
                  <a:lnTo>
                    <a:pt x="906" y="162"/>
                  </a:lnTo>
                  <a:lnTo>
                    <a:pt x="892" y="142"/>
                  </a:lnTo>
                  <a:lnTo>
                    <a:pt x="877" y="123"/>
                  </a:lnTo>
                  <a:lnTo>
                    <a:pt x="861" y="106"/>
                  </a:lnTo>
                  <a:lnTo>
                    <a:pt x="844" y="90"/>
                  </a:lnTo>
                  <a:lnTo>
                    <a:pt x="826" y="76"/>
                  </a:lnTo>
                  <a:lnTo>
                    <a:pt x="806" y="62"/>
                  </a:lnTo>
                  <a:lnTo>
                    <a:pt x="785" y="49"/>
                  </a:lnTo>
                  <a:lnTo>
                    <a:pt x="764" y="37"/>
                  </a:lnTo>
                  <a:lnTo>
                    <a:pt x="742" y="27"/>
                  </a:lnTo>
                  <a:lnTo>
                    <a:pt x="720" y="19"/>
                  </a:lnTo>
                  <a:lnTo>
                    <a:pt x="697" y="12"/>
                  </a:lnTo>
                  <a:lnTo>
                    <a:pt x="675" y="6"/>
                  </a:lnTo>
                  <a:lnTo>
                    <a:pt x="651" y="3"/>
                  </a:lnTo>
                  <a:lnTo>
                    <a:pt x="627" y="0"/>
                  </a:lnTo>
                  <a:lnTo>
                    <a:pt x="603" y="0"/>
                  </a:lnTo>
                  <a:lnTo>
                    <a:pt x="578" y="0"/>
                  </a:lnTo>
                  <a:lnTo>
                    <a:pt x="554" y="3"/>
                  </a:lnTo>
                  <a:lnTo>
                    <a:pt x="530" y="6"/>
                  </a:lnTo>
                  <a:lnTo>
                    <a:pt x="508" y="12"/>
                  </a:lnTo>
                  <a:lnTo>
                    <a:pt x="485" y="19"/>
                  </a:lnTo>
                  <a:lnTo>
                    <a:pt x="463" y="27"/>
                  </a:lnTo>
                  <a:lnTo>
                    <a:pt x="441" y="37"/>
                  </a:lnTo>
                  <a:lnTo>
                    <a:pt x="420" y="49"/>
                  </a:lnTo>
                  <a:lnTo>
                    <a:pt x="399" y="62"/>
                  </a:lnTo>
                  <a:lnTo>
                    <a:pt x="379" y="76"/>
                  </a:lnTo>
                  <a:lnTo>
                    <a:pt x="361" y="90"/>
                  </a:lnTo>
                  <a:lnTo>
                    <a:pt x="344" y="106"/>
                  </a:lnTo>
                  <a:lnTo>
                    <a:pt x="328" y="123"/>
                  </a:lnTo>
                  <a:lnTo>
                    <a:pt x="313" y="142"/>
                  </a:lnTo>
                  <a:lnTo>
                    <a:pt x="299" y="162"/>
                  </a:lnTo>
                  <a:lnTo>
                    <a:pt x="286" y="183"/>
                  </a:lnTo>
                  <a:lnTo>
                    <a:pt x="274" y="205"/>
                  </a:lnTo>
                  <a:lnTo>
                    <a:pt x="264" y="227"/>
                  </a:lnTo>
                  <a:lnTo>
                    <a:pt x="255" y="249"/>
                  </a:lnTo>
                  <a:lnTo>
                    <a:pt x="248" y="271"/>
                  </a:lnTo>
                  <a:lnTo>
                    <a:pt x="243" y="294"/>
                  </a:lnTo>
                  <a:lnTo>
                    <a:pt x="240" y="317"/>
                  </a:lnTo>
                  <a:lnTo>
                    <a:pt x="237" y="341"/>
                  </a:lnTo>
                  <a:lnTo>
                    <a:pt x="237" y="366"/>
                  </a:lnTo>
                  <a:lnTo>
                    <a:pt x="237" y="599"/>
                  </a:lnTo>
                  <a:lnTo>
                    <a:pt x="129" y="599"/>
                  </a:lnTo>
                  <a:lnTo>
                    <a:pt x="120" y="599"/>
                  </a:lnTo>
                  <a:lnTo>
                    <a:pt x="111" y="600"/>
                  </a:lnTo>
                  <a:lnTo>
                    <a:pt x="103" y="601"/>
                  </a:lnTo>
                  <a:lnTo>
                    <a:pt x="95" y="603"/>
                  </a:lnTo>
                  <a:lnTo>
                    <a:pt x="88" y="605"/>
                  </a:lnTo>
                  <a:lnTo>
                    <a:pt x="80" y="608"/>
                  </a:lnTo>
                  <a:lnTo>
                    <a:pt x="72" y="611"/>
                  </a:lnTo>
                  <a:lnTo>
                    <a:pt x="65" y="616"/>
                  </a:lnTo>
                  <a:lnTo>
                    <a:pt x="57" y="620"/>
                  </a:lnTo>
                  <a:lnTo>
                    <a:pt x="50" y="625"/>
                  </a:lnTo>
                  <a:lnTo>
                    <a:pt x="44" y="630"/>
                  </a:lnTo>
                  <a:lnTo>
                    <a:pt x="38" y="636"/>
                  </a:lnTo>
                  <a:lnTo>
                    <a:pt x="32" y="642"/>
                  </a:lnTo>
                  <a:lnTo>
                    <a:pt x="26" y="648"/>
                  </a:lnTo>
                  <a:lnTo>
                    <a:pt x="21" y="655"/>
                  </a:lnTo>
                  <a:lnTo>
                    <a:pt x="17" y="663"/>
                  </a:lnTo>
                  <a:lnTo>
                    <a:pt x="13" y="670"/>
                  </a:lnTo>
                  <a:lnTo>
                    <a:pt x="9" y="678"/>
                  </a:lnTo>
                  <a:lnTo>
                    <a:pt x="6" y="686"/>
                  </a:lnTo>
                  <a:lnTo>
                    <a:pt x="4" y="694"/>
                  </a:lnTo>
                  <a:lnTo>
                    <a:pt x="2" y="702"/>
                  </a:lnTo>
                  <a:lnTo>
                    <a:pt x="1" y="710"/>
                  </a:lnTo>
                  <a:lnTo>
                    <a:pt x="0" y="719"/>
                  </a:lnTo>
                  <a:lnTo>
                    <a:pt x="0" y="727"/>
                  </a:lnTo>
                  <a:lnTo>
                    <a:pt x="0" y="1244"/>
                  </a:lnTo>
                  <a:lnTo>
                    <a:pt x="0" y="1253"/>
                  </a:lnTo>
                  <a:lnTo>
                    <a:pt x="1" y="1262"/>
                  </a:lnTo>
                  <a:lnTo>
                    <a:pt x="2" y="1270"/>
                  </a:lnTo>
                  <a:lnTo>
                    <a:pt x="4" y="1278"/>
                  </a:lnTo>
                  <a:lnTo>
                    <a:pt x="6" y="1285"/>
                  </a:lnTo>
                  <a:lnTo>
                    <a:pt x="9" y="1293"/>
                  </a:lnTo>
                  <a:lnTo>
                    <a:pt x="13" y="1301"/>
                  </a:lnTo>
                  <a:lnTo>
                    <a:pt x="17" y="1308"/>
                  </a:lnTo>
                  <a:lnTo>
                    <a:pt x="21" y="1316"/>
                  </a:lnTo>
                  <a:lnTo>
                    <a:pt x="26" y="1323"/>
                  </a:lnTo>
                  <a:lnTo>
                    <a:pt x="32" y="1329"/>
                  </a:lnTo>
                  <a:lnTo>
                    <a:pt x="38" y="1335"/>
                  </a:lnTo>
                  <a:lnTo>
                    <a:pt x="44" y="1341"/>
                  </a:lnTo>
                  <a:lnTo>
                    <a:pt x="50" y="1347"/>
                  </a:lnTo>
                  <a:lnTo>
                    <a:pt x="57" y="1352"/>
                  </a:lnTo>
                  <a:lnTo>
                    <a:pt x="65" y="1356"/>
                  </a:lnTo>
                  <a:lnTo>
                    <a:pt x="72" y="1360"/>
                  </a:lnTo>
                  <a:lnTo>
                    <a:pt x="80" y="1364"/>
                  </a:lnTo>
                  <a:lnTo>
                    <a:pt x="88" y="1367"/>
                  </a:lnTo>
                  <a:lnTo>
                    <a:pt x="95" y="1369"/>
                  </a:lnTo>
                  <a:lnTo>
                    <a:pt x="103" y="1371"/>
                  </a:lnTo>
                  <a:lnTo>
                    <a:pt x="111" y="1372"/>
                  </a:lnTo>
                  <a:lnTo>
                    <a:pt x="120" y="1373"/>
                  </a:lnTo>
                  <a:lnTo>
                    <a:pt x="129" y="1373"/>
                  </a:lnTo>
                  <a:lnTo>
                    <a:pt x="1076" y="1373"/>
                  </a:lnTo>
                  <a:lnTo>
                    <a:pt x="1085" y="1373"/>
                  </a:lnTo>
                  <a:lnTo>
                    <a:pt x="1094" y="1372"/>
                  </a:lnTo>
                  <a:lnTo>
                    <a:pt x="1102" y="1371"/>
                  </a:lnTo>
                  <a:lnTo>
                    <a:pt x="1110" y="1369"/>
                  </a:lnTo>
                  <a:lnTo>
                    <a:pt x="1117" y="1367"/>
                  </a:lnTo>
                  <a:lnTo>
                    <a:pt x="1125" y="1364"/>
                  </a:lnTo>
                  <a:lnTo>
                    <a:pt x="1133" y="1360"/>
                  </a:lnTo>
                  <a:lnTo>
                    <a:pt x="1140" y="1356"/>
                  </a:lnTo>
                  <a:lnTo>
                    <a:pt x="1148" y="1352"/>
                  </a:lnTo>
                  <a:lnTo>
                    <a:pt x="1155" y="1347"/>
                  </a:lnTo>
                  <a:lnTo>
                    <a:pt x="1161" y="1341"/>
                  </a:lnTo>
                  <a:lnTo>
                    <a:pt x="1167" y="1335"/>
                  </a:lnTo>
                  <a:lnTo>
                    <a:pt x="1173" y="1329"/>
                  </a:lnTo>
                  <a:lnTo>
                    <a:pt x="1179" y="1323"/>
                  </a:lnTo>
                  <a:lnTo>
                    <a:pt x="1184" y="1316"/>
                  </a:lnTo>
                  <a:lnTo>
                    <a:pt x="1188" y="1308"/>
                  </a:lnTo>
                  <a:lnTo>
                    <a:pt x="1192" y="1301"/>
                  </a:lnTo>
                  <a:lnTo>
                    <a:pt x="1196" y="1293"/>
                  </a:lnTo>
                  <a:lnTo>
                    <a:pt x="1199" y="1285"/>
                  </a:lnTo>
                  <a:lnTo>
                    <a:pt x="1201" y="1278"/>
                  </a:lnTo>
                  <a:lnTo>
                    <a:pt x="1203" y="1270"/>
                  </a:lnTo>
                  <a:lnTo>
                    <a:pt x="1204" y="1262"/>
                  </a:lnTo>
                  <a:lnTo>
                    <a:pt x="1205" y="1253"/>
                  </a:lnTo>
                  <a:lnTo>
                    <a:pt x="1205" y="1244"/>
                  </a:lnTo>
                  <a:lnTo>
                    <a:pt x="1205" y="727"/>
                  </a:lnTo>
                  <a:lnTo>
                    <a:pt x="1205" y="719"/>
                  </a:lnTo>
                  <a:lnTo>
                    <a:pt x="1204" y="710"/>
                  </a:lnTo>
                  <a:lnTo>
                    <a:pt x="1203" y="702"/>
                  </a:lnTo>
                  <a:lnTo>
                    <a:pt x="1201" y="694"/>
                  </a:lnTo>
                  <a:lnTo>
                    <a:pt x="1199" y="686"/>
                  </a:lnTo>
                  <a:lnTo>
                    <a:pt x="1196" y="678"/>
                  </a:lnTo>
                  <a:lnTo>
                    <a:pt x="1192" y="670"/>
                  </a:lnTo>
                  <a:lnTo>
                    <a:pt x="1188" y="663"/>
                  </a:lnTo>
                  <a:lnTo>
                    <a:pt x="1184" y="655"/>
                  </a:lnTo>
                  <a:lnTo>
                    <a:pt x="1179" y="648"/>
                  </a:lnTo>
                  <a:lnTo>
                    <a:pt x="1173" y="642"/>
                  </a:lnTo>
                  <a:lnTo>
                    <a:pt x="1167" y="636"/>
                  </a:lnTo>
                  <a:lnTo>
                    <a:pt x="1161" y="630"/>
                  </a:lnTo>
                  <a:lnTo>
                    <a:pt x="1155" y="625"/>
                  </a:lnTo>
                  <a:lnTo>
                    <a:pt x="1148" y="620"/>
                  </a:lnTo>
                  <a:lnTo>
                    <a:pt x="1140" y="616"/>
                  </a:lnTo>
                  <a:lnTo>
                    <a:pt x="1133" y="611"/>
                  </a:lnTo>
                  <a:lnTo>
                    <a:pt x="1125" y="608"/>
                  </a:lnTo>
                  <a:lnTo>
                    <a:pt x="1117" y="605"/>
                  </a:lnTo>
                  <a:lnTo>
                    <a:pt x="1110" y="603"/>
                  </a:lnTo>
                  <a:lnTo>
                    <a:pt x="1102" y="601"/>
                  </a:lnTo>
                  <a:lnTo>
                    <a:pt x="1094" y="600"/>
                  </a:lnTo>
                  <a:lnTo>
                    <a:pt x="1085" y="599"/>
                  </a:lnTo>
                  <a:lnTo>
                    <a:pt x="1076" y="599"/>
                  </a:lnTo>
                  <a:close/>
                  <a:moveTo>
                    <a:pt x="366" y="366"/>
                  </a:moveTo>
                  <a:lnTo>
                    <a:pt x="366" y="350"/>
                  </a:lnTo>
                  <a:lnTo>
                    <a:pt x="367" y="334"/>
                  </a:lnTo>
                  <a:lnTo>
                    <a:pt x="370" y="319"/>
                  </a:lnTo>
                  <a:lnTo>
                    <a:pt x="373" y="305"/>
                  </a:lnTo>
                  <a:lnTo>
                    <a:pt x="378" y="290"/>
                  </a:lnTo>
                  <a:lnTo>
                    <a:pt x="383" y="276"/>
                  </a:lnTo>
                  <a:lnTo>
                    <a:pt x="390" y="262"/>
                  </a:lnTo>
                  <a:lnTo>
                    <a:pt x="398" y="248"/>
                  </a:lnTo>
                  <a:lnTo>
                    <a:pt x="406" y="234"/>
                  </a:lnTo>
                  <a:lnTo>
                    <a:pt x="415" y="221"/>
                  </a:lnTo>
                  <a:lnTo>
                    <a:pt x="425" y="209"/>
                  </a:lnTo>
                  <a:lnTo>
                    <a:pt x="435" y="198"/>
                  </a:lnTo>
                  <a:lnTo>
                    <a:pt x="446" y="188"/>
                  </a:lnTo>
                  <a:lnTo>
                    <a:pt x="458" y="178"/>
                  </a:lnTo>
                  <a:lnTo>
                    <a:pt x="471" y="169"/>
                  </a:lnTo>
                  <a:lnTo>
                    <a:pt x="485" y="161"/>
                  </a:lnTo>
                  <a:lnTo>
                    <a:pt x="499" y="153"/>
                  </a:lnTo>
                  <a:lnTo>
                    <a:pt x="513" y="146"/>
                  </a:lnTo>
                  <a:lnTo>
                    <a:pt x="527" y="141"/>
                  </a:lnTo>
                  <a:lnTo>
                    <a:pt x="541" y="136"/>
                  </a:lnTo>
                  <a:lnTo>
                    <a:pt x="556" y="133"/>
                  </a:lnTo>
                  <a:lnTo>
                    <a:pt x="571" y="131"/>
                  </a:lnTo>
                  <a:lnTo>
                    <a:pt x="586" y="129"/>
                  </a:lnTo>
                  <a:lnTo>
                    <a:pt x="603" y="129"/>
                  </a:lnTo>
                  <a:lnTo>
                    <a:pt x="619" y="129"/>
                  </a:lnTo>
                  <a:lnTo>
                    <a:pt x="634" y="131"/>
                  </a:lnTo>
                  <a:lnTo>
                    <a:pt x="649" y="133"/>
                  </a:lnTo>
                  <a:lnTo>
                    <a:pt x="664" y="136"/>
                  </a:lnTo>
                  <a:lnTo>
                    <a:pt x="678" y="141"/>
                  </a:lnTo>
                  <a:lnTo>
                    <a:pt x="692" y="146"/>
                  </a:lnTo>
                  <a:lnTo>
                    <a:pt x="706" y="153"/>
                  </a:lnTo>
                  <a:lnTo>
                    <a:pt x="720" y="161"/>
                  </a:lnTo>
                  <a:lnTo>
                    <a:pt x="734" y="169"/>
                  </a:lnTo>
                  <a:lnTo>
                    <a:pt x="747" y="178"/>
                  </a:lnTo>
                  <a:lnTo>
                    <a:pt x="759" y="188"/>
                  </a:lnTo>
                  <a:lnTo>
                    <a:pt x="770" y="198"/>
                  </a:lnTo>
                  <a:lnTo>
                    <a:pt x="780" y="209"/>
                  </a:lnTo>
                  <a:lnTo>
                    <a:pt x="790" y="221"/>
                  </a:lnTo>
                  <a:lnTo>
                    <a:pt x="799" y="234"/>
                  </a:lnTo>
                  <a:lnTo>
                    <a:pt x="807" y="248"/>
                  </a:lnTo>
                  <a:lnTo>
                    <a:pt x="815" y="262"/>
                  </a:lnTo>
                  <a:lnTo>
                    <a:pt x="822" y="276"/>
                  </a:lnTo>
                  <a:lnTo>
                    <a:pt x="827" y="290"/>
                  </a:lnTo>
                  <a:lnTo>
                    <a:pt x="832" y="305"/>
                  </a:lnTo>
                  <a:lnTo>
                    <a:pt x="835" y="319"/>
                  </a:lnTo>
                  <a:lnTo>
                    <a:pt x="838" y="334"/>
                  </a:lnTo>
                  <a:lnTo>
                    <a:pt x="839" y="350"/>
                  </a:lnTo>
                  <a:lnTo>
                    <a:pt x="839" y="366"/>
                  </a:lnTo>
                  <a:lnTo>
                    <a:pt x="839" y="599"/>
                  </a:lnTo>
                  <a:lnTo>
                    <a:pt x="366" y="599"/>
                  </a:lnTo>
                  <a:lnTo>
                    <a:pt x="366" y="366"/>
                  </a:lnTo>
                  <a:close/>
                  <a:moveTo>
                    <a:pt x="603" y="1164"/>
                  </a:moveTo>
                  <a:lnTo>
                    <a:pt x="595" y="1164"/>
                  </a:lnTo>
                  <a:lnTo>
                    <a:pt x="588" y="1164"/>
                  </a:lnTo>
                  <a:lnTo>
                    <a:pt x="581" y="1163"/>
                  </a:lnTo>
                  <a:lnTo>
                    <a:pt x="574" y="1161"/>
                  </a:lnTo>
                  <a:lnTo>
                    <a:pt x="568" y="1159"/>
                  </a:lnTo>
                  <a:lnTo>
                    <a:pt x="561" y="1157"/>
                  </a:lnTo>
                  <a:lnTo>
                    <a:pt x="555" y="1154"/>
                  </a:lnTo>
                  <a:lnTo>
                    <a:pt x="549" y="1150"/>
                  </a:lnTo>
                  <a:lnTo>
                    <a:pt x="542" y="1147"/>
                  </a:lnTo>
                  <a:lnTo>
                    <a:pt x="537" y="1142"/>
                  </a:lnTo>
                  <a:lnTo>
                    <a:pt x="531" y="1138"/>
                  </a:lnTo>
                  <a:lnTo>
                    <a:pt x="526" y="1134"/>
                  </a:lnTo>
                  <a:lnTo>
                    <a:pt x="522" y="1129"/>
                  </a:lnTo>
                  <a:lnTo>
                    <a:pt x="517" y="1123"/>
                  </a:lnTo>
                  <a:lnTo>
                    <a:pt x="513" y="1118"/>
                  </a:lnTo>
                  <a:lnTo>
                    <a:pt x="510" y="1111"/>
                  </a:lnTo>
                  <a:lnTo>
                    <a:pt x="506" y="1105"/>
                  </a:lnTo>
                  <a:lnTo>
                    <a:pt x="503" y="1098"/>
                  </a:lnTo>
                  <a:lnTo>
                    <a:pt x="500" y="1092"/>
                  </a:lnTo>
                  <a:lnTo>
                    <a:pt x="498" y="1085"/>
                  </a:lnTo>
                  <a:lnTo>
                    <a:pt x="497" y="1079"/>
                  </a:lnTo>
                  <a:lnTo>
                    <a:pt x="495" y="1072"/>
                  </a:lnTo>
                  <a:lnTo>
                    <a:pt x="495" y="1065"/>
                  </a:lnTo>
                  <a:lnTo>
                    <a:pt x="495" y="1057"/>
                  </a:lnTo>
                  <a:lnTo>
                    <a:pt x="495" y="1050"/>
                  </a:lnTo>
                  <a:lnTo>
                    <a:pt x="495" y="1043"/>
                  </a:lnTo>
                  <a:lnTo>
                    <a:pt x="497" y="1036"/>
                  </a:lnTo>
                  <a:lnTo>
                    <a:pt x="498" y="1029"/>
                  </a:lnTo>
                  <a:lnTo>
                    <a:pt x="500" y="1023"/>
                  </a:lnTo>
                  <a:lnTo>
                    <a:pt x="503" y="1016"/>
                  </a:lnTo>
                  <a:lnTo>
                    <a:pt x="506" y="1010"/>
                  </a:lnTo>
                  <a:lnTo>
                    <a:pt x="510" y="1003"/>
                  </a:lnTo>
                  <a:lnTo>
                    <a:pt x="513" y="997"/>
                  </a:lnTo>
                  <a:lnTo>
                    <a:pt x="517" y="991"/>
                  </a:lnTo>
                  <a:lnTo>
                    <a:pt x="522" y="986"/>
                  </a:lnTo>
                  <a:lnTo>
                    <a:pt x="526" y="981"/>
                  </a:lnTo>
                  <a:lnTo>
                    <a:pt x="531" y="976"/>
                  </a:lnTo>
                  <a:lnTo>
                    <a:pt x="537" y="972"/>
                  </a:lnTo>
                  <a:lnTo>
                    <a:pt x="542" y="968"/>
                  </a:lnTo>
                  <a:lnTo>
                    <a:pt x="549" y="964"/>
                  </a:lnTo>
                  <a:lnTo>
                    <a:pt x="555" y="961"/>
                  </a:lnTo>
                  <a:lnTo>
                    <a:pt x="561" y="958"/>
                  </a:lnTo>
                  <a:lnTo>
                    <a:pt x="568" y="955"/>
                  </a:lnTo>
                  <a:lnTo>
                    <a:pt x="574" y="953"/>
                  </a:lnTo>
                  <a:lnTo>
                    <a:pt x="581" y="952"/>
                  </a:lnTo>
                  <a:lnTo>
                    <a:pt x="588" y="950"/>
                  </a:lnTo>
                  <a:lnTo>
                    <a:pt x="595" y="950"/>
                  </a:lnTo>
                  <a:lnTo>
                    <a:pt x="603" y="949"/>
                  </a:lnTo>
                  <a:lnTo>
                    <a:pt x="610" y="950"/>
                  </a:lnTo>
                  <a:lnTo>
                    <a:pt x="617" y="950"/>
                  </a:lnTo>
                  <a:lnTo>
                    <a:pt x="624" y="952"/>
                  </a:lnTo>
                  <a:lnTo>
                    <a:pt x="631" y="953"/>
                  </a:lnTo>
                  <a:lnTo>
                    <a:pt x="637" y="955"/>
                  </a:lnTo>
                  <a:lnTo>
                    <a:pt x="644" y="958"/>
                  </a:lnTo>
                  <a:lnTo>
                    <a:pt x="650" y="961"/>
                  </a:lnTo>
                  <a:lnTo>
                    <a:pt x="656" y="964"/>
                  </a:lnTo>
                  <a:lnTo>
                    <a:pt x="663" y="968"/>
                  </a:lnTo>
                  <a:lnTo>
                    <a:pt x="668" y="972"/>
                  </a:lnTo>
                  <a:lnTo>
                    <a:pt x="674" y="976"/>
                  </a:lnTo>
                  <a:lnTo>
                    <a:pt x="679" y="981"/>
                  </a:lnTo>
                  <a:lnTo>
                    <a:pt x="683" y="986"/>
                  </a:lnTo>
                  <a:lnTo>
                    <a:pt x="688" y="991"/>
                  </a:lnTo>
                  <a:lnTo>
                    <a:pt x="692" y="997"/>
                  </a:lnTo>
                  <a:lnTo>
                    <a:pt x="695" y="1003"/>
                  </a:lnTo>
                  <a:lnTo>
                    <a:pt x="699" y="1010"/>
                  </a:lnTo>
                  <a:lnTo>
                    <a:pt x="702" y="1016"/>
                  </a:lnTo>
                  <a:lnTo>
                    <a:pt x="705" y="1023"/>
                  </a:lnTo>
                  <a:lnTo>
                    <a:pt x="707" y="1029"/>
                  </a:lnTo>
                  <a:lnTo>
                    <a:pt x="708" y="1036"/>
                  </a:lnTo>
                  <a:lnTo>
                    <a:pt x="710" y="1043"/>
                  </a:lnTo>
                  <a:lnTo>
                    <a:pt x="710" y="1050"/>
                  </a:lnTo>
                  <a:lnTo>
                    <a:pt x="710" y="1057"/>
                  </a:lnTo>
                  <a:lnTo>
                    <a:pt x="710" y="1065"/>
                  </a:lnTo>
                  <a:lnTo>
                    <a:pt x="710" y="1072"/>
                  </a:lnTo>
                  <a:lnTo>
                    <a:pt x="708" y="1079"/>
                  </a:lnTo>
                  <a:lnTo>
                    <a:pt x="707" y="1085"/>
                  </a:lnTo>
                  <a:lnTo>
                    <a:pt x="705" y="1092"/>
                  </a:lnTo>
                  <a:lnTo>
                    <a:pt x="702" y="1098"/>
                  </a:lnTo>
                  <a:lnTo>
                    <a:pt x="699" y="1105"/>
                  </a:lnTo>
                  <a:lnTo>
                    <a:pt x="695" y="1111"/>
                  </a:lnTo>
                  <a:lnTo>
                    <a:pt x="692" y="1118"/>
                  </a:lnTo>
                  <a:lnTo>
                    <a:pt x="688" y="1123"/>
                  </a:lnTo>
                  <a:lnTo>
                    <a:pt x="683" y="1129"/>
                  </a:lnTo>
                  <a:lnTo>
                    <a:pt x="679" y="1134"/>
                  </a:lnTo>
                  <a:lnTo>
                    <a:pt x="674" y="1138"/>
                  </a:lnTo>
                  <a:lnTo>
                    <a:pt x="668" y="1142"/>
                  </a:lnTo>
                  <a:lnTo>
                    <a:pt x="663" y="1147"/>
                  </a:lnTo>
                  <a:lnTo>
                    <a:pt x="656" y="1150"/>
                  </a:lnTo>
                  <a:lnTo>
                    <a:pt x="650" y="1154"/>
                  </a:lnTo>
                  <a:lnTo>
                    <a:pt x="644" y="1157"/>
                  </a:lnTo>
                  <a:lnTo>
                    <a:pt x="637" y="1159"/>
                  </a:lnTo>
                  <a:lnTo>
                    <a:pt x="631" y="1161"/>
                  </a:lnTo>
                  <a:lnTo>
                    <a:pt x="624" y="1163"/>
                  </a:lnTo>
                  <a:lnTo>
                    <a:pt x="617" y="1164"/>
                  </a:lnTo>
                  <a:lnTo>
                    <a:pt x="610" y="1164"/>
                  </a:lnTo>
                  <a:lnTo>
                    <a:pt x="603" y="1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11F9DD4-4B73-ACA2-3A2A-B27D8F6D93C4}"/>
              </a:ext>
            </a:extLst>
          </p:cNvPr>
          <p:cNvSpPr/>
          <p:nvPr/>
        </p:nvSpPr>
        <p:spPr>
          <a:xfrm>
            <a:off x="474133" y="863600"/>
            <a:ext cx="2294467" cy="440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717898-615A-052F-4F65-3A377E494A97}"/>
              </a:ext>
            </a:extLst>
          </p:cNvPr>
          <p:cNvSpPr/>
          <p:nvPr/>
        </p:nvSpPr>
        <p:spPr>
          <a:xfrm>
            <a:off x="474133" y="863600"/>
            <a:ext cx="2235200" cy="440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7333C-BA87-0ECE-EE10-CCD87B83C019}"/>
              </a:ext>
            </a:extLst>
          </p:cNvPr>
          <p:cNvSpPr txBox="1"/>
          <p:nvPr/>
        </p:nvSpPr>
        <p:spPr>
          <a:xfrm>
            <a:off x="4895045" y="5751052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 Subject to Change</a:t>
            </a:r>
          </a:p>
        </p:txBody>
      </p:sp>
    </p:spTree>
    <p:extLst>
      <p:ext uri="{BB962C8B-B14F-4D97-AF65-F5344CB8AC3E}">
        <p14:creationId xmlns:p14="http://schemas.microsoft.com/office/powerpoint/2010/main" val="421803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I Widescreen Template">
  <a:themeElements>
    <a:clrScheme name="Custom 3">
      <a:dk1>
        <a:srgbClr val="000000"/>
      </a:dk1>
      <a:lt1>
        <a:srgbClr val="FFFFFF"/>
      </a:lt1>
      <a:dk2>
        <a:srgbClr val="575965"/>
      </a:dk2>
      <a:lt2>
        <a:srgbClr val="EFEFEF"/>
      </a:lt2>
      <a:accent1>
        <a:srgbClr val="2726DD"/>
      </a:accent1>
      <a:accent2>
        <a:srgbClr val="2680DD"/>
      </a:accent2>
      <a:accent3>
        <a:srgbClr val="25DADD"/>
      </a:accent3>
      <a:accent4>
        <a:srgbClr val="FFCE00"/>
      </a:accent4>
      <a:accent5>
        <a:srgbClr val="0E1323"/>
      </a:accent5>
      <a:accent6>
        <a:srgbClr val="EFEFEF"/>
      </a:accent6>
      <a:hlink>
        <a:srgbClr val="2726DD"/>
      </a:hlink>
      <a:folHlink>
        <a:srgbClr val="2726D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-16x9-Template-022521 FINAL" id="{BD3A97AE-3769-4801-A02A-049BDCB991E4}" vid="{4B25F788-B514-4A2F-88C1-92BE063D5CFA}"/>
    </a:ext>
  </a:extLst>
</a:theme>
</file>

<file path=ppt/theme/theme2.xml><?xml version="1.0" encoding="utf-8"?>
<a:theme xmlns:a="http://schemas.openxmlformats.org/drawingml/2006/main" name="1_ACI Widescreen Template">
  <a:themeElements>
    <a:clrScheme name="ACI New Col Refresh">
      <a:dk1>
        <a:srgbClr val="0C2340"/>
      </a:dk1>
      <a:lt1>
        <a:srgbClr val="FFFFFF"/>
      </a:lt1>
      <a:dk2>
        <a:srgbClr val="575965"/>
      </a:dk2>
      <a:lt2>
        <a:srgbClr val="E3E3E3"/>
      </a:lt2>
      <a:accent1>
        <a:srgbClr val="2726DD"/>
      </a:accent1>
      <a:accent2>
        <a:srgbClr val="0AA3EB"/>
      </a:accent2>
      <a:accent3>
        <a:srgbClr val="26D7DA"/>
      </a:accent3>
      <a:accent4>
        <a:srgbClr val="FFBF3F"/>
      </a:accent4>
      <a:accent5>
        <a:srgbClr val="71B2C9"/>
      </a:accent5>
      <a:accent6>
        <a:srgbClr val="FF6633"/>
      </a:accent6>
      <a:hlink>
        <a:srgbClr val="0AA3EB"/>
      </a:hlink>
      <a:folHlink>
        <a:srgbClr val="2726D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CI-PPT-16x9-Template-September 2023 V3" id="{800BECCB-23CF-AB47-AF83-AE6ABBB6836B}" vid="{8B8FC0C5-97DC-084E-9F36-59DAE8E45014}"/>
    </a:ext>
  </a:extLst>
</a:theme>
</file>

<file path=ppt/theme/theme3.xml><?xml version="1.0" encoding="utf-8"?>
<a:theme xmlns:a="http://schemas.openxmlformats.org/drawingml/2006/main" name="2_ACI Widescreen Template">
  <a:themeElements>
    <a:clrScheme name="ACI New Col Refresh">
      <a:dk1>
        <a:srgbClr val="0C2340"/>
      </a:dk1>
      <a:lt1>
        <a:srgbClr val="FFFFFF"/>
      </a:lt1>
      <a:dk2>
        <a:srgbClr val="575965"/>
      </a:dk2>
      <a:lt2>
        <a:srgbClr val="E3E3E3"/>
      </a:lt2>
      <a:accent1>
        <a:srgbClr val="2726DD"/>
      </a:accent1>
      <a:accent2>
        <a:srgbClr val="0AA3EB"/>
      </a:accent2>
      <a:accent3>
        <a:srgbClr val="26D7DA"/>
      </a:accent3>
      <a:accent4>
        <a:srgbClr val="FFBF3F"/>
      </a:accent4>
      <a:accent5>
        <a:srgbClr val="71B2C9"/>
      </a:accent5>
      <a:accent6>
        <a:srgbClr val="FF6633"/>
      </a:accent6>
      <a:hlink>
        <a:srgbClr val="0AA3EB"/>
      </a:hlink>
      <a:folHlink>
        <a:srgbClr val="2726D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CI-PPT-16x9-Template-September 2023 V3" id="{800BECCB-23CF-AB47-AF83-AE6ABBB6836B}" vid="{8B8FC0C5-97DC-084E-9F36-59DAE8E4501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5BA798238004E8233B7DA47C9176F" ma:contentTypeVersion="19" ma:contentTypeDescription="Create a new document." ma:contentTypeScope="" ma:versionID="98fcfce60a6ad88ee5b47f9da8234488">
  <xsd:schema xmlns:xsd="http://www.w3.org/2001/XMLSchema" xmlns:xs="http://www.w3.org/2001/XMLSchema" xmlns:p="http://schemas.microsoft.com/office/2006/metadata/properties" xmlns:ns1="http://schemas.microsoft.com/sharepoint/v3" xmlns:ns2="5f7e4c3b-1ed0-4767-8054-bda2e1719a78" xmlns:ns3="457d1606-2fbc-4746-b7c0-80943b7dd8dd" xmlns:ns4="4bbfe9a5-ab18-40e5-a160-9730098efde3" targetNamespace="http://schemas.microsoft.com/office/2006/metadata/properties" ma:root="true" ma:fieldsID="94676e51cb2cbc38aa4530493bd4e9c1" ns1:_="" ns2:_="" ns3:_="" ns4:_="">
    <xsd:import namespace="http://schemas.microsoft.com/sharepoint/v3"/>
    <xsd:import namespace="5f7e4c3b-1ed0-4767-8054-bda2e1719a78"/>
    <xsd:import namespace="457d1606-2fbc-4746-b7c0-80943b7dd8dd"/>
    <xsd:import namespace="4bbfe9a5-ab18-40e5-a160-9730098efd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e4c3b-1ed0-4767-8054-bda2e1719a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1ca624d-b4a9-42dd-899a-cc27a760d5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d1606-2fbc-4746-b7c0-80943b7dd8d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bfe9a5-ab18-40e5-a160-9730098efd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1dac13b-6d3e-4808-ac46-a0fde0dee886}" ma:internalName="TaxCatchAll" ma:showField="CatchAllData" ma:web="457d1606-2fbc-4746-b7c0-80943b7dd8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bbfe9a5-ab18-40e5-a160-9730098efde3" xsi:nil="true"/>
    <_ip_UnifiedCompliancePolicyProperties xmlns="http://schemas.microsoft.com/sharepoint/v3" xsi:nil="true"/>
    <lcf76f155ced4ddcb4097134ff3c332f xmlns="5f7e4c3b-1ed0-4767-8054-bda2e1719a7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AF3AF6-D400-4B30-8946-359B5932D7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EC9B06-E3A3-4F62-B15B-2A22FF136ED9}">
  <ds:schemaRefs>
    <ds:schemaRef ds:uri="457d1606-2fbc-4746-b7c0-80943b7dd8dd"/>
    <ds:schemaRef ds:uri="4bbfe9a5-ab18-40e5-a160-9730098efde3"/>
    <ds:schemaRef ds:uri="5f7e4c3b-1ed0-4767-8054-bda2e1719a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F289DD-1BAC-4AAA-967E-D1FD3BB8482D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4bbfe9a5-ab18-40e5-a160-9730098efde3"/>
    <ds:schemaRef ds:uri="http://purl.org/dc/dcmitype/"/>
    <ds:schemaRef ds:uri="457d1606-2fbc-4746-b7c0-80943b7dd8dd"/>
    <ds:schemaRef ds:uri="5f7e4c3b-1ed0-4767-8054-bda2e1719a78"/>
    <ds:schemaRef ds:uri="http://schemas.microsoft.com/sharepoint/v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1b7f118-5cb2-4d4e-85a3-82e07efb07e9}" enabled="0" method="" siteId="{d1b7f118-5cb2-4d4e-85a3-82e07efb0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409</Words>
  <Application>Microsoft Office PowerPoint</Application>
  <PresentationFormat>Widescreen</PresentationFormat>
  <Paragraphs>122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Calibri</vt:lpstr>
      <vt:lpstr>Neue Plak Regular</vt:lpstr>
      <vt:lpstr>Symbol</vt:lpstr>
      <vt:lpstr>Wingdings</vt:lpstr>
      <vt:lpstr>Wingdings,Sans-Serif</vt:lpstr>
      <vt:lpstr>ACI Widescreen Template</vt:lpstr>
      <vt:lpstr>1_ACI Widescreen Template</vt:lpstr>
      <vt:lpstr>2_ACI Widescreen Template</vt:lpstr>
      <vt:lpstr>RTPS A2A High Value Roadmap</vt:lpstr>
      <vt:lpstr>2026 High Value Payments Roadmap</vt:lpstr>
    </vt:vector>
  </TitlesOfParts>
  <Company>ACI  Worldwide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Haney, Amy</dc:creator>
  <cp:lastModifiedBy>Herrera, Oscar</cp:lastModifiedBy>
  <cp:revision>4</cp:revision>
  <dcterms:created xsi:type="dcterms:W3CDTF">2024-10-28T11:14:17Z</dcterms:created>
  <dcterms:modified xsi:type="dcterms:W3CDTF">2026-01-07T14:47:10Z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0x0101006F45BA798238004E8233B7DA47C9176F</vt:lpwstr>
  </property>
  <property fmtid="{D5CDD505-2E9C-101B-9397-08002B2CF9AE}" pid="3" name="MediaServiceImageTags">
    <vt:lpwstr/>
  </property>
</Properties>
</file>