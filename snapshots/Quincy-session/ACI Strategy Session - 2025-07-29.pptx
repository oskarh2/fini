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3.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4.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5.xml" ContentType="application/vnd.openxmlformats-officedocument.theme+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6.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7.xml" ContentType="application/vnd.openxmlformats-officedocument.theme+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 id="2147483683" r:id="rId2"/>
    <p:sldMasterId id="2147483726" r:id="rId3"/>
    <p:sldMasterId id="2147483757" r:id="rId4"/>
    <p:sldMasterId id="2147483854" r:id="rId5"/>
    <p:sldMasterId id="2147483881" r:id="rId6"/>
    <p:sldMasterId id="2147483910" r:id="rId7"/>
    <p:sldMasterId id="2147483912" r:id="rId8"/>
  </p:sldMasterIdLst>
  <p:notesMasterIdLst>
    <p:notesMasterId r:id="rId29"/>
  </p:notesMasterIdLst>
  <p:handoutMasterIdLst>
    <p:handoutMasterId r:id="rId30"/>
  </p:handoutMasterIdLst>
  <p:sldIdLst>
    <p:sldId id="2141412636" r:id="rId9"/>
    <p:sldId id="2147482099" r:id="rId10"/>
    <p:sldId id="2147482119" r:id="rId11"/>
    <p:sldId id="2147482086" r:id="rId12"/>
    <p:sldId id="2147482090" r:id="rId13"/>
    <p:sldId id="2147479239" r:id="rId14"/>
    <p:sldId id="2147482105" r:id="rId15"/>
    <p:sldId id="2147482109" r:id="rId16"/>
    <p:sldId id="2147479215" r:id="rId17"/>
    <p:sldId id="2147479189" r:id="rId18"/>
    <p:sldId id="2147482120" r:id="rId19"/>
    <p:sldId id="2147482123" r:id="rId20"/>
    <p:sldId id="2147479184" r:id="rId21"/>
    <p:sldId id="2147482115" r:id="rId22"/>
    <p:sldId id="2147482117" r:id="rId23"/>
    <p:sldId id="2147482124" r:id="rId24"/>
    <p:sldId id="2147482091" r:id="rId25"/>
    <p:sldId id="2147479237" r:id="rId26"/>
    <p:sldId id="2147479212" r:id="rId27"/>
    <p:sldId id="2147482110" r:id="rId28"/>
  </p:sldIdLst>
  <p:sldSz cx="12192000" cy="6858000"/>
  <p:notesSz cx="7010400" cy="92964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C69923-A350-7BEF-DA4F-B40057425C1B}" name="Pallo, Darean" initials="DP" userId="S::DPallo@StateStreet.com::6e1c7c86-6bee-40ae-a223-af9755ec9b1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DADF"/>
    <a:srgbClr val="44B3E1"/>
    <a:srgbClr val="D45C02"/>
    <a:srgbClr val="70AD47"/>
    <a:srgbClr val="BDD7EE"/>
    <a:srgbClr val="FFFBEF"/>
    <a:srgbClr val="256A80"/>
    <a:srgbClr val="FFF6D9"/>
    <a:srgbClr val="F9FCFF"/>
    <a:srgbClr val="629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34" autoAdjust="0"/>
    <p:restoredTop sz="93677" autoAdjust="0"/>
  </p:normalViewPr>
  <p:slideViewPr>
    <p:cSldViewPr>
      <p:cViewPr varScale="1">
        <p:scale>
          <a:sx n="78" d="100"/>
          <a:sy n="78" d="100"/>
        </p:scale>
        <p:origin x="1157" y="67"/>
      </p:cViewPr>
      <p:guideLst>
        <p:guide orient="horz" pos="2160"/>
        <p:guide pos="3840"/>
      </p:guideLst>
    </p:cSldViewPr>
  </p:slideViewPr>
  <p:notesTextViewPr>
    <p:cViewPr>
      <p:scale>
        <a:sx n="200" d="100"/>
        <a:sy n="200" d="100"/>
      </p:scale>
      <p:origin x="0" y="0"/>
    </p:cViewPr>
  </p:notesTextViewPr>
  <p:notesViewPr>
    <p:cSldViewPr>
      <p:cViewPr varScale="1">
        <p:scale>
          <a:sx n="99" d="100"/>
          <a:sy n="99" d="100"/>
        </p:scale>
        <p:origin x="357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handoutMaster" Target="handoutMasters/handoutMaster1.xml"/><Relationship Id="rId35"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GB"/>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583D99C5-37E8-41E9-AC8A-A8069F870057}" type="datetime1">
              <a:rPr lang="en-GB" smtClean="0"/>
              <a:t>24/07/2025</a:t>
            </a:fld>
            <a:endParaRPr lang="en-GB" dirty="0"/>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GB"/>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F834B014-FD2B-4B39-BCE5-EC90FAA194AE}" type="slidenum">
              <a:rPr lang="en-GB" smtClean="0"/>
              <a:t>‹#›</a:t>
            </a:fld>
            <a:endParaRPr lang="en-GB"/>
          </a:p>
        </p:txBody>
      </p:sp>
    </p:spTree>
    <p:extLst>
      <p:ext uri="{BB962C8B-B14F-4D97-AF65-F5344CB8AC3E}">
        <p14:creationId xmlns:p14="http://schemas.microsoft.com/office/powerpoint/2010/main" val="3300950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GB" noProof="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E295883F-EE6D-44EE-9B05-D8D28265C4F0}" type="datetime1">
              <a:rPr lang="en-GB" smtClean="0"/>
              <a:pPr/>
              <a:t>24/07/2025</a:t>
            </a:fld>
            <a:endParaRPr lang="en-GB"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GB" noProof="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GB" noProof="0"/>
              <a:t>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GB" noProof="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E33B0370-875D-4310-8534-A56A804E293A}" type="slidenum">
              <a:rPr lang="en-GB" noProof="0" smtClean="0"/>
              <a:t>‹#›</a:t>
            </a:fld>
            <a:endParaRPr lang="en-GB" noProof="0"/>
          </a:p>
        </p:txBody>
      </p:sp>
    </p:spTree>
    <p:extLst>
      <p:ext uri="{BB962C8B-B14F-4D97-AF65-F5344CB8AC3E}">
        <p14:creationId xmlns:p14="http://schemas.microsoft.com/office/powerpoint/2010/main" val="170025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563F7-D67A-B922-31B9-7F496810E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C5025-8EE3-2051-A87E-61CF1D622B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EFA91-6E0B-3405-2B14-2D20E94FBFC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88FC3F6-0954-BF14-00E3-3134CB83FCF4}"/>
              </a:ext>
            </a:extLst>
          </p:cNvPr>
          <p:cNvSpPr>
            <a:spLocks noGrp="1"/>
          </p:cNvSpPr>
          <p:nvPr>
            <p:ph type="sldNum" sz="quarter" idx="5"/>
          </p:nvPr>
        </p:nvSpPr>
        <p:spPr/>
        <p:txBody>
          <a:bodyPr/>
          <a:lstStyle/>
          <a:p>
            <a:pPr defTabSz="931774" fontAlgn="base">
              <a:spcBef>
                <a:spcPct val="0"/>
              </a:spcBef>
              <a:spcAft>
                <a:spcPct val="0"/>
              </a:spcAft>
              <a:defRPr/>
            </a:pPr>
            <a:fld id="{F28FA5CF-D01E-9544-A55A-A1B74530F2FB}" type="slidenum">
              <a:rPr lang="en-US" sz="1800">
                <a:solidFill>
                  <a:prstClr val="black"/>
                </a:solidFill>
                <a:latin typeface="Arial" charset="0"/>
                <a:ea typeface="ＭＳ Ｐゴシック" charset="0"/>
              </a:rPr>
              <a:pPr defTabSz="931774" fontAlgn="base">
                <a:spcBef>
                  <a:spcPct val="0"/>
                </a:spcBef>
                <a:spcAft>
                  <a:spcPct val="0"/>
                </a:spcAft>
                <a:defRPr/>
              </a:pPr>
              <a:t>3</a:t>
            </a:fld>
            <a:endParaRPr lang="en-US" sz="1800">
              <a:solidFill>
                <a:prstClr val="black"/>
              </a:solidFill>
              <a:latin typeface="Arial" charset="0"/>
              <a:ea typeface="ＭＳ Ｐゴシック" charset="0"/>
            </a:endParaRPr>
          </a:p>
        </p:txBody>
      </p:sp>
    </p:spTree>
    <p:extLst>
      <p:ext uri="{BB962C8B-B14F-4D97-AF65-F5344CB8AC3E}">
        <p14:creationId xmlns:p14="http://schemas.microsoft.com/office/powerpoint/2010/main" val="2685818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6363" y="757238"/>
            <a:ext cx="6743700" cy="37925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31774">
              <a:defRPr/>
            </a:pPr>
            <a:fld id="{BDA41727-6B1C-44C6-9621-FBBE756D9767}" type="slidenum">
              <a:rPr lang="en-US" sz="1300">
                <a:solidFill>
                  <a:prstClr val="black"/>
                </a:solidFill>
                <a:latin typeface="Calibri"/>
                <a:ea typeface="ＭＳ Ｐゴシック" charset="0"/>
              </a:rPr>
              <a:pPr defTabSz="931774">
                <a:defRPr/>
              </a:pPr>
              <a:t>4</a:t>
            </a:fld>
            <a:endParaRPr lang="en-US" sz="1300" dirty="0">
              <a:solidFill>
                <a:prstClr val="black"/>
              </a:solidFill>
              <a:latin typeface="Calibri"/>
              <a:ea typeface="ＭＳ Ｐゴシック" charset="0"/>
            </a:endParaRPr>
          </a:p>
        </p:txBody>
      </p:sp>
    </p:spTree>
    <p:extLst>
      <p:ext uri="{BB962C8B-B14F-4D97-AF65-F5344CB8AC3E}">
        <p14:creationId xmlns:p14="http://schemas.microsoft.com/office/powerpoint/2010/main" val="2802886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F35A5ED1-CADE-96DA-C260-D10B8C583097}"/>
            </a:ext>
          </a:extLst>
        </p:cNvPr>
        <p:cNvGrpSpPr/>
        <p:nvPr/>
      </p:nvGrpSpPr>
      <p:grpSpPr>
        <a:xfrm>
          <a:off x="0" y="0"/>
          <a:ext cx="0" cy="0"/>
          <a:chOff x="0" y="0"/>
          <a:chExt cx="0" cy="0"/>
        </a:xfrm>
      </p:grpSpPr>
      <p:sp>
        <p:nvSpPr>
          <p:cNvPr id="529" name="Google Shape;529;g3053b1055cf_0_361:notes">
            <a:extLst>
              <a:ext uri="{FF2B5EF4-FFF2-40B4-BE49-F238E27FC236}">
                <a16:creationId xmlns:a16="http://schemas.microsoft.com/office/drawing/2014/main" id="{B976A2FA-D861-2A11-7AAA-CC94DEC19F7D}"/>
              </a:ext>
            </a:extLst>
          </p:cNvPr>
          <p:cNvSpPr>
            <a:spLocks noGrp="1" noRot="1" noChangeAspect="1"/>
          </p:cNvSpPr>
          <p:nvPr>
            <p:ph type="sldImg" idx="2"/>
          </p:nvPr>
        </p:nvSpPr>
        <p:spPr>
          <a:xfrm>
            <a:off x="431800" y="708025"/>
            <a:ext cx="6302375" cy="35448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0" name="Google Shape;530;g3053b1055cf_0_361:notes">
            <a:extLst>
              <a:ext uri="{FF2B5EF4-FFF2-40B4-BE49-F238E27FC236}">
                <a16:creationId xmlns:a16="http://schemas.microsoft.com/office/drawing/2014/main" id="{99E7437B-C431-5141-C760-644065D5E7FF}"/>
              </a:ext>
            </a:extLst>
          </p:cNvPr>
          <p:cNvSpPr txBox="1">
            <a:spLocks noGrp="1"/>
          </p:cNvSpPr>
          <p:nvPr>
            <p:ph type="body" idx="1"/>
          </p:nvPr>
        </p:nvSpPr>
        <p:spPr>
          <a:xfrm>
            <a:off x="716619" y="4489387"/>
            <a:ext cx="5732949" cy="4253103"/>
          </a:xfrm>
          <a:prstGeom prst="rect">
            <a:avLst/>
          </a:prstGeom>
          <a:noFill/>
          <a:ln>
            <a:noFill/>
          </a:ln>
        </p:spPr>
        <p:txBody>
          <a:bodyPr spcFirstLastPara="1" wrap="square" lIns="94932" tIns="94932" rIns="94932" bIns="94932" anchor="t" anchorCtr="0">
            <a:noAutofit/>
          </a:bodyPr>
          <a:lstStyle/>
          <a:p>
            <a:pPr>
              <a:buSzPts val="1100"/>
            </a:pPr>
            <a:endParaRPr lang="en-US" dirty="0">
              <a:ea typeface="Calibri"/>
              <a:cs typeface="Calibri"/>
            </a:endParaRPr>
          </a:p>
        </p:txBody>
      </p:sp>
    </p:spTree>
    <p:extLst>
      <p:ext uri="{BB962C8B-B14F-4D97-AF65-F5344CB8AC3E}">
        <p14:creationId xmlns:p14="http://schemas.microsoft.com/office/powerpoint/2010/main" val="1274457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9E5BE72B-3147-A006-6D4E-D7BDC4FA3B3A}"/>
            </a:ext>
          </a:extLst>
        </p:cNvPr>
        <p:cNvGrpSpPr/>
        <p:nvPr/>
      </p:nvGrpSpPr>
      <p:grpSpPr>
        <a:xfrm>
          <a:off x="0" y="0"/>
          <a:ext cx="0" cy="0"/>
          <a:chOff x="0" y="0"/>
          <a:chExt cx="0" cy="0"/>
        </a:xfrm>
      </p:grpSpPr>
      <p:sp>
        <p:nvSpPr>
          <p:cNvPr id="529" name="Google Shape;529;g3053b1055cf_0_361:notes">
            <a:extLst>
              <a:ext uri="{FF2B5EF4-FFF2-40B4-BE49-F238E27FC236}">
                <a16:creationId xmlns:a16="http://schemas.microsoft.com/office/drawing/2014/main" id="{84DD0984-3BAD-717F-1234-E160243D6EBC}"/>
              </a:ext>
            </a:extLst>
          </p:cNvPr>
          <p:cNvSpPr>
            <a:spLocks noGrp="1" noRot="1" noChangeAspect="1"/>
          </p:cNvSpPr>
          <p:nvPr>
            <p:ph type="sldImg" idx="2"/>
          </p:nvPr>
        </p:nvSpPr>
        <p:spPr>
          <a:xfrm>
            <a:off x="431800" y="708025"/>
            <a:ext cx="6302375" cy="35448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0" name="Google Shape;530;g3053b1055cf_0_361:notes">
            <a:extLst>
              <a:ext uri="{FF2B5EF4-FFF2-40B4-BE49-F238E27FC236}">
                <a16:creationId xmlns:a16="http://schemas.microsoft.com/office/drawing/2014/main" id="{36815960-ED00-CF10-3D29-1BBB64D8838F}"/>
              </a:ext>
            </a:extLst>
          </p:cNvPr>
          <p:cNvSpPr txBox="1">
            <a:spLocks noGrp="1"/>
          </p:cNvSpPr>
          <p:nvPr>
            <p:ph type="body" idx="1"/>
          </p:nvPr>
        </p:nvSpPr>
        <p:spPr>
          <a:xfrm>
            <a:off x="716619" y="4489387"/>
            <a:ext cx="5732949" cy="4253103"/>
          </a:xfrm>
          <a:prstGeom prst="rect">
            <a:avLst/>
          </a:prstGeom>
          <a:noFill/>
          <a:ln>
            <a:noFill/>
          </a:ln>
        </p:spPr>
        <p:txBody>
          <a:bodyPr spcFirstLastPara="1" wrap="square" lIns="94932" tIns="94932" rIns="94932" bIns="94932" anchor="t" anchorCtr="0">
            <a:noAutofit/>
          </a:bodyPr>
          <a:lstStyle/>
          <a:p>
            <a:pPr>
              <a:buSzPts val="1100"/>
            </a:pPr>
            <a:endParaRPr lang="en-US" dirty="0">
              <a:ea typeface="Calibri"/>
              <a:cs typeface="Calibri"/>
            </a:endParaRPr>
          </a:p>
        </p:txBody>
      </p:sp>
    </p:spTree>
    <p:extLst>
      <p:ext uri="{BB962C8B-B14F-4D97-AF65-F5344CB8AC3E}">
        <p14:creationId xmlns:p14="http://schemas.microsoft.com/office/powerpoint/2010/main" val="792254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7787D-362B-4F4F-E240-7DB0D5D8F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BA02A-E2C6-103C-8E06-20E6A5993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DBA5FD-A123-BEFB-D154-6E68CC0A263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ECCA325-AF4F-7745-F3A3-C40166372715}"/>
              </a:ext>
            </a:extLst>
          </p:cNvPr>
          <p:cNvSpPr>
            <a:spLocks noGrp="1"/>
          </p:cNvSpPr>
          <p:nvPr>
            <p:ph type="sldNum" sz="quarter" idx="5"/>
          </p:nvPr>
        </p:nvSpPr>
        <p:spPr/>
        <p:txBody>
          <a:bodyPr/>
          <a:lstStyle/>
          <a:p>
            <a:pPr defTabSz="931774" fontAlgn="base">
              <a:spcBef>
                <a:spcPct val="0"/>
              </a:spcBef>
              <a:spcAft>
                <a:spcPct val="0"/>
              </a:spcAft>
              <a:defRPr/>
            </a:pPr>
            <a:fld id="{F28FA5CF-D01E-9544-A55A-A1B74530F2FB}" type="slidenum">
              <a:rPr lang="en-US" sz="1800">
                <a:solidFill>
                  <a:prstClr val="black"/>
                </a:solidFill>
                <a:latin typeface="Arial" charset="0"/>
                <a:ea typeface="ＭＳ Ｐゴシック" charset="0"/>
              </a:rPr>
              <a:pPr defTabSz="931774" fontAlgn="base">
                <a:spcBef>
                  <a:spcPct val="0"/>
                </a:spcBef>
                <a:spcAft>
                  <a:spcPct val="0"/>
                </a:spcAft>
                <a:defRPr/>
              </a:pPr>
              <a:t>8</a:t>
            </a:fld>
            <a:endParaRPr lang="en-US" sz="1800">
              <a:solidFill>
                <a:prstClr val="black"/>
              </a:solidFill>
              <a:latin typeface="Arial" charset="0"/>
              <a:ea typeface="ＭＳ Ｐゴシック" charset="0"/>
            </a:endParaRPr>
          </a:p>
        </p:txBody>
      </p:sp>
    </p:spTree>
    <p:extLst>
      <p:ext uri="{BB962C8B-B14F-4D97-AF65-F5344CB8AC3E}">
        <p14:creationId xmlns:p14="http://schemas.microsoft.com/office/powerpoint/2010/main" val="342461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fld id="{F28FA5CF-D01E-9544-A55A-A1B74530F2FB}" type="slidenum">
              <a:rPr lang="en-US">
                <a:solidFill>
                  <a:prstClr val="black"/>
                </a:solidFill>
                <a:latin typeface="Inter"/>
              </a:rPr>
              <a:pPr defTabSz="931774"/>
              <a:t>9</a:t>
            </a:fld>
            <a:endParaRPr lang="en-US">
              <a:solidFill>
                <a:prstClr val="black"/>
              </a:solidFill>
              <a:latin typeface="Inter"/>
            </a:endParaRPr>
          </a:p>
        </p:txBody>
      </p:sp>
    </p:spTree>
    <p:extLst>
      <p:ext uri="{BB962C8B-B14F-4D97-AF65-F5344CB8AC3E}">
        <p14:creationId xmlns:p14="http://schemas.microsoft.com/office/powerpoint/2010/main" val="839586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3B0370-875D-4310-8534-A56A804E293A}" type="slidenum">
              <a:rPr lang="en-GB" noProof="0" smtClean="0"/>
              <a:t>10</a:t>
            </a:fld>
            <a:endParaRPr lang="en-GB" noProof="0"/>
          </a:p>
        </p:txBody>
      </p:sp>
    </p:spTree>
    <p:extLst>
      <p:ext uri="{BB962C8B-B14F-4D97-AF65-F5344CB8AC3E}">
        <p14:creationId xmlns:p14="http://schemas.microsoft.com/office/powerpoint/2010/main" val="1105351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24A20-182E-B75D-EDD0-20B9B8A90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0FF622-B3A1-0CE7-7B04-0C8FC444D8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924F3-C9F5-0254-A046-BDFEAB1498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26AC4A-BA0F-6AD2-3CB7-1476B05A54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3B0370-875D-4310-8534-A56A804E293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7296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1774"/>
            <a:fld id="{F28FA5CF-D01E-9544-A55A-A1B74530F2FB}" type="slidenum">
              <a:rPr lang="en-US">
                <a:solidFill>
                  <a:prstClr val="black"/>
                </a:solidFill>
                <a:latin typeface="Inter"/>
              </a:rPr>
              <a:pPr defTabSz="931774"/>
              <a:t>18</a:t>
            </a:fld>
            <a:endParaRPr lang="en-US">
              <a:solidFill>
                <a:prstClr val="black"/>
              </a:solidFill>
              <a:latin typeface="Inter"/>
            </a:endParaRPr>
          </a:p>
        </p:txBody>
      </p:sp>
    </p:spTree>
    <p:extLst>
      <p:ext uri="{BB962C8B-B14F-4D97-AF65-F5344CB8AC3E}">
        <p14:creationId xmlns:p14="http://schemas.microsoft.com/office/powerpoint/2010/main" val="1377472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8FA5CF-D01E-9544-A55A-A1B74530F2FB}" type="slidenum">
              <a:rPr lang="en-US" smtClean="0"/>
              <a:t>19</a:t>
            </a:fld>
            <a:endParaRPr lang="en-US"/>
          </a:p>
        </p:txBody>
      </p:sp>
    </p:spTree>
    <p:extLst>
      <p:ext uri="{BB962C8B-B14F-4D97-AF65-F5344CB8AC3E}">
        <p14:creationId xmlns:p14="http://schemas.microsoft.com/office/powerpoint/2010/main" val="18639453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1.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1.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1.emf"/><Relationship Id="rId2" Type="http://schemas.openxmlformats.org/officeDocument/2006/relationships/slideMaster" Target="../slideMasters/slideMaster2.xml"/><Relationship Id="rId1" Type="http://schemas.openxmlformats.org/officeDocument/2006/relationships/tags" Target="../tags/tag1.xml"/><Relationship Id="rId6" Type="http://schemas.openxmlformats.org/officeDocument/2006/relationships/image" Target="../media/image14.emf"/><Relationship Id="rId5" Type="http://schemas.openxmlformats.org/officeDocument/2006/relationships/oleObject" Target="../embeddings/oleObject1.bin"/><Relationship Id="rId4" Type="http://schemas.openxmlformats.org/officeDocument/2006/relationships/image" Target="../media/image13.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1.emf"/><Relationship Id="rId2" Type="http://schemas.openxmlformats.org/officeDocument/2006/relationships/slideMaster" Target="../slideMasters/slideMaster2.xml"/><Relationship Id="rId1" Type="http://schemas.openxmlformats.org/officeDocument/2006/relationships/tags" Target="../tags/tag2.xml"/><Relationship Id="rId6" Type="http://schemas.openxmlformats.org/officeDocument/2006/relationships/image" Target="../media/image14.emf"/><Relationship Id="rId5" Type="http://schemas.openxmlformats.org/officeDocument/2006/relationships/oleObject" Target="../embeddings/oleObject1.bin"/><Relationship Id="rId4" Type="http://schemas.openxmlformats.org/officeDocument/2006/relationships/image" Target="../media/image1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1.emf"/><Relationship Id="rId2" Type="http://schemas.openxmlformats.org/officeDocument/2006/relationships/slideMaster" Target="../slideMasters/slideMaster2.xml"/><Relationship Id="rId1" Type="http://schemas.openxmlformats.org/officeDocument/2006/relationships/tags" Target="../tags/tag3.xml"/><Relationship Id="rId6" Type="http://schemas.openxmlformats.org/officeDocument/2006/relationships/image" Target="../media/image14.emf"/><Relationship Id="rId5" Type="http://schemas.openxmlformats.org/officeDocument/2006/relationships/oleObject" Target="../embeddings/oleObject1.bin"/><Relationship Id="rId4" Type="http://schemas.openxmlformats.org/officeDocument/2006/relationships/image" Target="../media/image16.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1.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1.emf"/></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1.emf"/></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1.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4.emf"/></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14.emf"/></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6.xml"/><Relationship Id="rId5" Type="http://schemas.openxmlformats.org/officeDocument/2006/relationships/image" Target="../media/image11.emf"/><Relationship Id="rId4" Type="http://schemas.openxmlformats.org/officeDocument/2006/relationships/image" Target="../media/image14.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7.xml"/><Relationship Id="rId5" Type="http://schemas.openxmlformats.org/officeDocument/2006/relationships/image" Target="../media/image11.emf"/><Relationship Id="rId4" Type="http://schemas.openxmlformats.org/officeDocument/2006/relationships/image" Target="../media/image14.em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4.emf"/></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5.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4.xml"/><Relationship Id="rId4" Type="http://schemas.openxmlformats.org/officeDocument/2006/relationships/image" Target="../media/image5.sv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5.xml"/><Relationship Id="rId4" Type="http://schemas.openxmlformats.org/officeDocument/2006/relationships/image" Target="../media/image5.sv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 Id="rId4" Type="http://schemas.openxmlformats.org/officeDocument/2006/relationships/image" Target="../media/image5.sv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 Id="rId4" Type="http://schemas.openxmlformats.org/officeDocument/2006/relationships/image" Target="../media/image5.sv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8.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D3C4E71-4AC6-0E8C-4C97-E14713F914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1403" y="561107"/>
            <a:ext cx="2276391" cy="621792"/>
          </a:xfrm>
          <a:prstGeom prst="rect">
            <a:avLst/>
          </a:prstGeom>
        </p:spPr>
      </p:pic>
      <p:sp useBgFill="1">
        <p:nvSpPr>
          <p:cNvPr id="4" name="Rectangle 3">
            <a:extLst>
              <a:ext uri="{FF2B5EF4-FFF2-40B4-BE49-F238E27FC236}">
                <a16:creationId xmlns:a16="http://schemas.microsoft.com/office/drawing/2014/main" id="{246D5555-422E-C626-52E5-3EA335AFD2B8}"/>
              </a:ext>
            </a:extLst>
          </p:cNvPr>
          <p:cNvSpPr/>
          <p:nvPr/>
        </p:nvSpPr>
        <p:spPr>
          <a:xfrm>
            <a:off x="9394520" y="6365379"/>
            <a:ext cx="2797479"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r"/>
              <a:ea typeface="+mn-ea"/>
              <a:cs typeface="+mn-cs"/>
            </a:endParaRPr>
          </a:p>
        </p:txBody>
      </p:sp>
      <p:sp>
        <p:nvSpPr>
          <p:cNvPr id="2" name="Title 1">
            <a:extLst>
              <a:ext uri="{FF2B5EF4-FFF2-40B4-BE49-F238E27FC236}">
                <a16:creationId xmlns:a16="http://schemas.microsoft.com/office/drawing/2014/main" id="{B9757527-F68B-452C-85A9-A7EB38F0EA5E}"/>
              </a:ext>
            </a:extLst>
          </p:cNvPr>
          <p:cNvSpPr>
            <a:spLocks noGrp="1"/>
          </p:cNvSpPr>
          <p:nvPr>
            <p:ph type="ctrTitle"/>
          </p:nvPr>
        </p:nvSpPr>
        <p:spPr>
          <a:xfrm>
            <a:off x="511403" y="2034727"/>
            <a:ext cx="5760720" cy="3108960"/>
          </a:xfrm>
        </p:spPr>
        <p:txBody>
          <a:bodyPr anchor="t">
            <a:normAutofit/>
          </a:bodyPr>
          <a:lstStyle>
            <a:lvl1pPr algn="l">
              <a:lnSpc>
                <a:spcPct val="100000"/>
              </a:lnSpc>
              <a:defRPr sz="4800">
                <a:solidFill>
                  <a:schemeClr val="tx2"/>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CC0A3912-2609-473F-95E6-4D6F5BBB7B8B}"/>
              </a:ext>
            </a:extLst>
          </p:cNvPr>
          <p:cNvSpPr>
            <a:spLocks noGrp="1"/>
          </p:cNvSpPr>
          <p:nvPr>
            <p:ph type="subTitle" idx="1"/>
          </p:nvPr>
        </p:nvSpPr>
        <p:spPr>
          <a:xfrm>
            <a:off x="511404" y="5287505"/>
            <a:ext cx="5760720" cy="457200"/>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10" name="Text Placeholder 2">
            <a:extLst>
              <a:ext uri="{FF2B5EF4-FFF2-40B4-BE49-F238E27FC236}">
                <a16:creationId xmlns:a16="http://schemas.microsoft.com/office/drawing/2014/main" id="{0E63434A-9FBF-5C34-D829-DD738B61DF43}"/>
              </a:ext>
            </a:extLst>
          </p:cNvPr>
          <p:cNvSpPr>
            <a:spLocks noGrp="1"/>
          </p:cNvSpPr>
          <p:nvPr>
            <p:ph type="body" idx="10" hasCustomPrompt="1"/>
          </p:nvPr>
        </p:nvSpPr>
        <p:spPr>
          <a:xfrm>
            <a:off x="511404" y="6080760"/>
            <a:ext cx="5760720" cy="284619"/>
          </a:xfrm>
        </p:spPr>
        <p:txBody>
          <a:bodyPr/>
          <a:lstStyle>
            <a:lvl1pPr marL="0" indent="0">
              <a:spcBef>
                <a:spcPts val="0"/>
              </a:spcBef>
              <a:buNone/>
              <a:defRPr sz="1600" b="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date</a:t>
            </a:r>
          </a:p>
        </p:txBody>
      </p:sp>
    </p:spTree>
    <p:extLst>
      <p:ext uri="{BB962C8B-B14F-4D97-AF65-F5344CB8AC3E}">
        <p14:creationId xmlns:p14="http://schemas.microsoft.com/office/powerpoint/2010/main" val="300785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3F7FB6-810E-4116-8A6F-C39CE82A8C55}"/>
              </a:ext>
            </a:extLst>
          </p:cNvPr>
          <p:cNvSpPr>
            <a:spLocks noGrp="1"/>
          </p:cNvSpPr>
          <p:nvPr>
            <p:ph type="body" idx="1"/>
          </p:nvPr>
        </p:nvSpPr>
        <p:spPr>
          <a:xfrm>
            <a:off x="513567" y="4164905"/>
            <a:ext cx="9744859" cy="557407"/>
          </a:xfrm>
        </p:spPr>
        <p:txBody>
          <a:bodyPr/>
          <a:lstStyle>
            <a:lvl1pPr marL="0" indent="0">
              <a:spcBef>
                <a:spcPts val="0"/>
              </a:spcBef>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Title 3">
            <a:extLst>
              <a:ext uri="{FF2B5EF4-FFF2-40B4-BE49-F238E27FC236}">
                <a16:creationId xmlns:a16="http://schemas.microsoft.com/office/drawing/2014/main" id="{74B3BCE2-BF3E-F2AB-5767-7CE77503C055}"/>
              </a:ext>
            </a:extLst>
          </p:cNvPr>
          <p:cNvSpPr>
            <a:spLocks noGrp="1"/>
          </p:cNvSpPr>
          <p:nvPr>
            <p:ph type="title" hasCustomPrompt="1"/>
          </p:nvPr>
        </p:nvSpPr>
        <p:spPr>
          <a:xfrm>
            <a:off x="512064" y="0"/>
            <a:ext cx="9747504" cy="3587750"/>
          </a:xfrm>
        </p:spPr>
        <p:txBody>
          <a:bodyPr anchor="b" anchorCtr="0"/>
          <a:lstStyle>
            <a:lvl1pPr>
              <a:lnSpc>
                <a:spcPct val="104000"/>
              </a:lnSpc>
              <a:defRPr sz="5400"/>
            </a:lvl1pPr>
          </a:lstStyle>
          <a:p>
            <a:r>
              <a:rPr lang="en-US" dirty="0"/>
              <a:t>Divider </a:t>
            </a:r>
            <a:br>
              <a:rPr lang="en-US" dirty="0"/>
            </a:br>
            <a:r>
              <a:rPr lang="en-US" dirty="0"/>
              <a:t>title</a:t>
            </a:r>
          </a:p>
        </p:txBody>
      </p:sp>
    </p:spTree>
    <p:extLst>
      <p:ext uri="{BB962C8B-B14F-4D97-AF65-F5344CB8AC3E}">
        <p14:creationId xmlns:p14="http://schemas.microsoft.com/office/powerpoint/2010/main" val="1862100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1AEF-69B2-CA82-551F-9DE3C21AD455}"/>
              </a:ext>
            </a:extLst>
          </p:cNvPr>
          <p:cNvSpPr>
            <a:spLocks noGrp="1"/>
          </p:cNvSpPr>
          <p:nvPr>
            <p:ph type="title" hasCustomPrompt="1"/>
          </p:nvPr>
        </p:nvSpPr>
        <p:spPr>
          <a:xfrm>
            <a:off x="504825" y="2635250"/>
            <a:ext cx="4038600" cy="1285875"/>
          </a:xfrm>
        </p:spPr>
        <p:txBody>
          <a:bodyPr anchor="ctr"/>
          <a:lstStyle>
            <a:lvl1pPr>
              <a:defRPr sz="8000">
                <a:solidFill>
                  <a:schemeClr val="tx2"/>
                </a:solidFill>
              </a:defRPr>
            </a:lvl1pPr>
          </a:lstStyle>
          <a:p>
            <a:r>
              <a:rPr lang="en-US" dirty="0"/>
              <a:t>Agenda</a:t>
            </a:r>
          </a:p>
        </p:txBody>
      </p:sp>
      <p:sp>
        <p:nvSpPr>
          <p:cNvPr id="4" name="Text Placeholder 4">
            <a:extLst>
              <a:ext uri="{FF2B5EF4-FFF2-40B4-BE49-F238E27FC236}">
                <a16:creationId xmlns:a16="http://schemas.microsoft.com/office/drawing/2014/main" id="{4032E69C-4E35-2824-60E7-2A7B276C2703}"/>
              </a:ext>
            </a:extLst>
          </p:cNvPr>
          <p:cNvSpPr>
            <a:spLocks noGrp="1"/>
          </p:cNvSpPr>
          <p:nvPr>
            <p:ph type="body" sz="quarter" idx="10" hasCustomPrompt="1"/>
          </p:nvPr>
        </p:nvSpPr>
        <p:spPr>
          <a:xfrm>
            <a:off x="4789488" y="857250"/>
            <a:ext cx="6897687" cy="5143499"/>
          </a:xfrm>
        </p:spPr>
        <p:txBody>
          <a:bodyPr anchor="ctr">
            <a:normAutofit/>
          </a:bodyPr>
          <a:lstStyle>
            <a:lvl1pPr>
              <a:spcBef>
                <a:spcPts val="600"/>
              </a:spcBef>
              <a:defRPr sz="2000" b="0">
                <a:solidFill>
                  <a:schemeClr val="tx2"/>
                </a:solidFill>
              </a:defRPr>
            </a:lvl1pPr>
            <a:lvl2pPr marL="0" indent="0">
              <a:buNone/>
              <a:defRPr/>
            </a:lvl2pPr>
          </a:lstStyle>
          <a:p>
            <a:r>
              <a:rPr lang="en-US" dirty="0"/>
              <a:t>This is for presentations with many sections</a:t>
            </a:r>
            <a:br>
              <a:rPr lang="en-US" dirty="0"/>
            </a:br>
            <a:r>
              <a:rPr lang="en-US" dirty="0"/>
              <a:t>Keep your section names short (one line)</a:t>
            </a:r>
            <a:br>
              <a:rPr lang="en-US" dirty="0"/>
            </a:br>
            <a:r>
              <a:rPr lang="en-US" dirty="0"/>
              <a:t>Line item three</a:t>
            </a:r>
            <a:br>
              <a:rPr lang="en-US" dirty="0"/>
            </a:br>
            <a:r>
              <a:rPr lang="en-US" dirty="0"/>
              <a:t>Line item four</a:t>
            </a:r>
            <a:br>
              <a:rPr lang="en-US" dirty="0"/>
            </a:br>
            <a:r>
              <a:rPr lang="en-US" dirty="0"/>
              <a:t>Line item five</a:t>
            </a:r>
            <a:br>
              <a:rPr lang="en-US" dirty="0"/>
            </a:br>
            <a:r>
              <a:rPr lang="en-US" dirty="0"/>
              <a:t>Line item six</a:t>
            </a:r>
            <a:br>
              <a:rPr lang="en-US" dirty="0"/>
            </a:br>
            <a:r>
              <a:rPr lang="en-US" dirty="0"/>
              <a:t>Line item seven</a:t>
            </a:r>
            <a:br>
              <a:rPr lang="en-US" dirty="0"/>
            </a:br>
            <a:r>
              <a:rPr lang="en-US" dirty="0"/>
              <a:t>Line item eight</a:t>
            </a:r>
          </a:p>
        </p:txBody>
      </p:sp>
    </p:spTree>
    <p:extLst>
      <p:ext uri="{BB962C8B-B14F-4D97-AF65-F5344CB8AC3E}">
        <p14:creationId xmlns:p14="http://schemas.microsoft.com/office/powerpoint/2010/main" val="1754227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Intr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8" cy="683128"/>
          </a:xfrm>
        </p:spPr>
        <p:txBody>
          <a:bodyPr/>
          <a:lstStyle>
            <a:lvl1pPr>
              <a:defRPr sz="4000"/>
            </a:lvl1pPr>
          </a:lstStyle>
          <a:p>
            <a:r>
              <a:rPr lang="en-US" dirty="0"/>
              <a:t>Click to add agenda</a:t>
            </a:r>
          </a:p>
        </p:txBody>
      </p:sp>
      <p:sp>
        <p:nvSpPr>
          <p:cNvPr id="5" name="Text Placeholder 4">
            <a:extLst>
              <a:ext uri="{FF2B5EF4-FFF2-40B4-BE49-F238E27FC236}">
                <a16:creationId xmlns:a16="http://schemas.microsoft.com/office/drawing/2014/main" id="{638A5F80-900F-76AF-4129-332041060194}"/>
              </a:ext>
            </a:extLst>
          </p:cNvPr>
          <p:cNvSpPr>
            <a:spLocks noGrp="1"/>
          </p:cNvSpPr>
          <p:nvPr>
            <p:ph type="body" sz="quarter" idx="10" hasCustomPrompt="1"/>
          </p:nvPr>
        </p:nvSpPr>
        <p:spPr>
          <a:xfrm>
            <a:off x="504825" y="1285875"/>
            <a:ext cx="8324850" cy="1714500"/>
          </a:xfrm>
        </p:spPr>
        <p:txBody>
          <a:bodyPr/>
          <a:lstStyle>
            <a:lvl1pPr>
              <a:spcBef>
                <a:spcPts val="600"/>
              </a:spcBef>
              <a:defRPr sz="2000" b="0">
                <a:solidFill>
                  <a:schemeClr val="tx2"/>
                </a:solidFill>
              </a:defRPr>
            </a:lvl1pPr>
            <a:lvl2pPr marL="0" indent="0">
              <a:buNone/>
              <a:defRPr/>
            </a:lvl2pPr>
          </a:lstStyle>
          <a:p>
            <a:r>
              <a:rPr lang="en-US" dirty="0"/>
              <a:t>This is a combined agenda</a:t>
            </a:r>
            <a:br>
              <a:rPr lang="en-US" dirty="0"/>
            </a:br>
            <a:r>
              <a:rPr lang="en-US" dirty="0"/>
              <a:t>Large lines are for presentation sections</a:t>
            </a:r>
            <a:br>
              <a:rPr lang="en-US" dirty="0"/>
            </a:br>
            <a:r>
              <a:rPr lang="en-US" dirty="0"/>
              <a:t>Keep your section names short (one line)</a:t>
            </a:r>
            <a:br>
              <a:rPr lang="en-US" dirty="0"/>
            </a:br>
            <a:r>
              <a:rPr lang="en-US" dirty="0"/>
              <a:t>Maximum four sections</a:t>
            </a:r>
          </a:p>
        </p:txBody>
      </p:sp>
    </p:spTree>
    <p:extLst>
      <p:ext uri="{BB962C8B-B14F-4D97-AF65-F5344CB8AC3E}">
        <p14:creationId xmlns:p14="http://schemas.microsoft.com/office/powerpoint/2010/main" val="1624194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Lo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8" cy="683128"/>
          </a:xfrm>
        </p:spPr>
        <p:txBody>
          <a:bodyPr/>
          <a:lstStyle>
            <a:lvl1pPr>
              <a:defRPr sz="4000"/>
            </a:lvl1pPr>
          </a:lstStyle>
          <a:p>
            <a:r>
              <a:rPr lang="en-US" dirty="0"/>
              <a:t>Click to add agenda</a:t>
            </a:r>
          </a:p>
        </p:txBody>
      </p:sp>
      <p:sp>
        <p:nvSpPr>
          <p:cNvPr id="6" name="Table Placeholder 5">
            <a:extLst>
              <a:ext uri="{FF2B5EF4-FFF2-40B4-BE49-F238E27FC236}">
                <a16:creationId xmlns:a16="http://schemas.microsoft.com/office/drawing/2014/main" id="{63A86495-008D-CE05-04FB-E43BCCB8C6A0}"/>
              </a:ext>
            </a:extLst>
          </p:cNvPr>
          <p:cNvSpPr>
            <a:spLocks noGrp="1"/>
          </p:cNvSpPr>
          <p:nvPr>
            <p:ph type="tbl" sz="quarter" idx="10"/>
          </p:nvPr>
        </p:nvSpPr>
        <p:spPr>
          <a:xfrm>
            <a:off x="504824" y="1714499"/>
            <a:ext cx="11183937" cy="3857625"/>
          </a:xfrm>
        </p:spPr>
        <p:txBody>
          <a:bodyPr/>
          <a:lstStyle>
            <a:lvl1pPr>
              <a:defRPr b="0">
                <a:solidFill>
                  <a:schemeClr val="tx2"/>
                </a:solidFill>
              </a:defRPr>
            </a:lvl1pPr>
          </a:lstStyle>
          <a:p>
            <a:r>
              <a:rPr lang="en-US"/>
              <a:t>Click icon to add table</a:t>
            </a:r>
            <a:endParaRPr lang="en-US" dirty="0"/>
          </a:p>
        </p:txBody>
      </p:sp>
    </p:spTree>
    <p:extLst>
      <p:ext uri="{BB962C8B-B14F-4D97-AF65-F5344CB8AC3E}">
        <p14:creationId xmlns:p14="http://schemas.microsoft.com/office/powerpoint/2010/main" val="391198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C087C-ADC7-471D-9779-65728514A9D9}"/>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F329DDF-1E90-40B7-97C4-3D8294054120}"/>
              </a:ext>
            </a:extLst>
          </p:cNvPr>
          <p:cNvSpPr>
            <a:spLocks noGrp="1"/>
          </p:cNvSpPr>
          <p:nvPr>
            <p:ph idx="1"/>
          </p:nvPr>
        </p:nvSpPr>
        <p:spPr>
          <a:xfrm>
            <a:off x="504825" y="1828800"/>
            <a:ext cx="832485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E3B2E980-01D0-B782-7A89-5A8F604732F6}"/>
              </a:ext>
            </a:extLst>
          </p:cNvPr>
          <p:cNvSpPr>
            <a:spLocks noGrp="1"/>
          </p:cNvSpPr>
          <p:nvPr>
            <p:ph type="subTitle" idx="10"/>
          </p:nvPr>
        </p:nvSpPr>
        <p:spPr>
          <a:xfrm>
            <a:off x="504825" y="1285875"/>
            <a:ext cx="11183938" cy="299434"/>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56236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6" y="1828799"/>
            <a:ext cx="5467350"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38" y="1828799"/>
            <a:ext cx="5467350"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3811406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2642B4-0CC8-4104-857F-4836973BD33E}"/>
              </a:ext>
            </a:extLst>
          </p:cNvPr>
          <p:cNvSpPr>
            <a:spLocks noGrp="1"/>
          </p:cNvSpPr>
          <p:nvPr>
            <p:ph type="body" idx="1"/>
          </p:nvPr>
        </p:nvSpPr>
        <p:spPr>
          <a:xfrm>
            <a:off x="504826" y="1828800"/>
            <a:ext cx="5467349" cy="361950"/>
          </a:xfrm>
        </p:spPr>
        <p:txBody>
          <a:bodyPr anchor="t"/>
          <a:lstStyle>
            <a:lvl1pPr marL="0" indent="0">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8BF76D-D5E1-4698-9C97-D58273F22DF9}"/>
              </a:ext>
            </a:extLst>
          </p:cNvPr>
          <p:cNvSpPr>
            <a:spLocks noGrp="1"/>
          </p:cNvSpPr>
          <p:nvPr>
            <p:ph sz="half" idx="2"/>
          </p:nvPr>
        </p:nvSpPr>
        <p:spPr>
          <a:xfrm>
            <a:off x="504826" y="2263302"/>
            <a:ext cx="5467350"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CFAA2066-1D7A-4CFB-A042-5BC8A31E9675}"/>
              </a:ext>
            </a:extLst>
          </p:cNvPr>
          <p:cNvSpPr>
            <a:spLocks noGrp="1"/>
          </p:cNvSpPr>
          <p:nvPr>
            <p:ph type="body" sz="quarter" idx="3"/>
          </p:nvPr>
        </p:nvSpPr>
        <p:spPr>
          <a:xfrm>
            <a:off x="6219826" y="1828800"/>
            <a:ext cx="5467348" cy="361950"/>
          </a:xfrm>
        </p:spPr>
        <p:txBody>
          <a:bodyPr anchor="t"/>
          <a:lstStyle>
            <a:lvl1pPr marL="0" indent="0">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6676E0-66A1-4897-A9E9-A45BA6558473}"/>
              </a:ext>
            </a:extLst>
          </p:cNvPr>
          <p:cNvSpPr>
            <a:spLocks noGrp="1"/>
          </p:cNvSpPr>
          <p:nvPr>
            <p:ph sz="quarter" idx="4"/>
          </p:nvPr>
        </p:nvSpPr>
        <p:spPr>
          <a:xfrm>
            <a:off x="6219826" y="2263302"/>
            <a:ext cx="5467348"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itle 6">
            <a:extLst>
              <a:ext uri="{FF2B5EF4-FFF2-40B4-BE49-F238E27FC236}">
                <a16:creationId xmlns:a16="http://schemas.microsoft.com/office/drawing/2014/main" id="{57025606-624F-386A-F3F1-DDEF7049F912}"/>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E8F851E7-8143-E09D-9CBA-C39D2AFD816C}"/>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4237462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4313239"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8121652" y="1828800"/>
            <a:ext cx="3567112"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3">
            <a:extLst>
              <a:ext uri="{FF2B5EF4-FFF2-40B4-BE49-F238E27FC236}">
                <a16:creationId xmlns:a16="http://schemas.microsoft.com/office/drawing/2014/main" id="{A605323A-761D-AC55-FFA5-1A9B9A30BEBC}"/>
              </a:ext>
            </a:extLst>
          </p:cNvPr>
          <p:cNvSpPr>
            <a:spLocks noGrp="1"/>
          </p:cNvSpPr>
          <p:nvPr>
            <p:ph type="body" sz="half" idx="12"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8" name="Footer Placeholder 7">
            <a:extLst>
              <a:ext uri="{FF2B5EF4-FFF2-40B4-BE49-F238E27FC236}">
                <a16:creationId xmlns:a16="http://schemas.microsoft.com/office/drawing/2014/main" id="{6EADC917-1F4D-9AA2-10B4-34ECA961C6F8}"/>
              </a:ext>
            </a:extLst>
          </p:cNvPr>
          <p:cNvSpPr>
            <a:spLocks noGrp="1"/>
          </p:cNvSpPr>
          <p:nvPr>
            <p:ph type="ftr" sz="quarter" idx="13"/>
          </p:nvPr>
        </p:nvSpPr>
        <p:spPr>
          <a:xfrm>
            <a:off x="3279862" y="6572103"/>
            <a:ext cx="4114800" cy="13849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20B5B"/>
                </a:solidFill>
                <a:effectLst/>
                <a:uLnTx/>
                <a:uFillTx/>
                <a:latin typeface="Arial" panose="020B0604020202020204" pitchFamily="34" charset="0"/>
                <a:ea typeface="+mn-ea"/>
                <a:cs typeface="Arial" panose="020B0604020202020204" pitchFamily="34" charset="0"/>
              </a:rPr>
              <a:t>XXXXXXX.X.X.GBL.INST</a:t>
            </a:r>
            <a:endParaRPr kumimoji="0" lang="en-US" sz="900" b="0" i="0" u="none" strike="noStrike" kern="1200" cap="none" spc="0" normalizeH="0" baseline="0" noProof="0" dirty="0">
              <a:ln>
                <a:noFill/>
              </a:ln>
              <a:solidFill>
                <a:srgbClr val="020B5B"/>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45387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3362325" y="1828800"/>
            <a:ext cx="2609850"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6218238" y="1828800"/>
            <a:ext cx="2609850"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3">
            <a:extLst>
              <a:ext uri="{FF2B5EF4-FFF2-40B4-BE49-F238E27FC236}">
                <a16:creationId xmlns:a16="http://schemas.microsoft.com/office/drawing/2014/main" id="{4A1C3E2B-A6B8-CD6F-8EE4-ACF923A19FAF}"/>
              </a:ext>
            </a:extLst>
          </p:cNvPr>
          <p:cNvSpPr>
            <a:spLocks noGrp="1"/>
          </p:cNvSpPr>
          <p:nvPr>
            <p:ph sz="half" idx="12"/>
          </p:nvPr>
        </p:nvSpPr>
        <p:spPr>
          <a:xfrm>
            <a:off x="9077325"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49570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Char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6" y="1828800"/>
            <a:ext cx="546735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38" y="428625"/>
            <a:ext cx="5467350" cy="557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5467350"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Title 5">
            <a:extLst>
              <a:ext uri="{FF2B5EF4-FFF2-40B4-BE49-F238E27FC236}">
                <a16:creationId xmlns:a16="http://schemas.microsoft.com/office/drawing/2014/main" id="{2A817094-1331-B2E1-2BF4-B435B1DD7B46}"/>
              </a:ext>
            </a:extLst>
          </p:cNvPr>
          <p:cNvSpPr>
            <a:spLocks noGrp="1"/>
          </p:cNvSpPr>
          <p:nvPr>
            <p:ph type="title"/>
          </p:nvPr>
        </p:nvSpPr>
        <p:spPr>
          <a:xfrm>
            <a:off x="504825" y="310896"/>
            <a:ext cx="5467350" cy="822960"/>
          </a:xfrm>
        </p:spPr>
        <p:txBody>
          <a:bodyPr/>
          <a:lstStyle/>
          <a:p>
            <a:r>
              <a:rPr lang="en-US"/>
              <a:t>Click to edit Master title style</a:t>
            </a:r>
            <a:endParaRPr lang="en-US" dirty="0"/>
          </a:p>
        </p:txBody>
      </p:sp>
    </p:spTree>
    <p:extLst>
      <p:ext uri="{BB962C8B-B14F-4D97-AF65-F5344CB8AC3E}">
        <p14:creationId xmlns:p14="http://schemas.microsoft.com/office/powerpoint/2010/main" val="447698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8922F-BA9F-4562-A612-00FB61040E0C}"/>
              </a:ext>
            </a:extLst>
          </p:cNvPr>
          <p:cNvSpPr>
            <a:spLocks noGrp="1"/>
          </p:cNvSpPr>
          <p:nvPr>
            <p:ph type="title"/>
          </p:nvPr>
        </p:nvSpPr>
        <p:spPr/>
        <p:txBody>
          <a:bodyPr/>
          <a:lstStyle/>
          <a:p>
            <a:r>
              <a:rPr lang="en-US"/>
              <a:t>Click to edit Master title style</a:t>
            </a:r>
            <a:endParaRPr lang="en-GB" dirty="0"/>
          </a:p>
        </p:txBody>
      </p:sp>
      <p:sp>
        <p:nvSpPr>
          <p:cNvPr id="3" name="Subtitle 2">
            <a:extLst>
              <a:ext uri="{FF2B5EF4-FFF2-40B4-BE49-F238E27FC236}">
                <a16:creationId xmlns:a16="http://schemas.microsoft.com/office/drawing/2014/main" id="{C191D88D-9FEA-1ECD-113E-E4DB8761DEBC}"/>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195501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8888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65010C54-BA64-0887-CBC2-4BB6EB368A37}"/>
              </a:ext>
            </a:extLst>
          </p:cNvPr>
          <p:cNvSpPr>
            <a:spLocks noGrp="1"/>
          </p:cNvSpPr>
          <p:nvPr>
            <p:ph type="body" sz="quarter" idx="10" hasCustomPrompt="1"/>
          </p:nvPr>
        </p:nvSpPr>
        <p:spPr>
          <a:xfrm>
            <a:off x="504826" y="1285875"/>
            <a:ext cx="8324850" cy="4286250"/>
          </a:xfrm>
        </p:spPr>
        <p:txBody>
          <a:bodyPr anchor="ctr"/>
          <a:lstStyle>
            <a:lvl1pPr>
              <a:spcBef>
                <a:spcPts val="0"/>
              </a:spcBef>
              <a:defRPr sz="4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text block should always align to the center vertically. Lorem ipsum dolor sit amet, consectetuer adipiscing </a:t>
            </a:r>
            <a:r>
              <a:rPr lang="en-US" dirty="0" err="1"/>
              <a:t>elit</a:t>
            </a:r>
            <a:r>
              <a:rPr lang="en-US" dirty="0"/>
              <a:t>.</a:t>
            </a:r>
          </a:p>
        </p:txBody>
      </p:sp>
    </p:spTree>
    <p:extLst>
      <p:ext uri="{BB962C8B-B14F-4D97-AF65-F5344CB8AC3E}">
        <p14:creationId xmlns:p14="http://schemas.microsoft.com/office/powerpoint/2010/main" val="1696764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allout w/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hasCustomPrompt="1"/>
          </p:nvPr>
        </p:nvSpPr>
        <p:spPr>
          <a:xfrm>
            <a:off x="0" y="857250"/>
            <a:ext cx="12192000" cy="5143500"/>
          </a:xfrm>
          <a:solidFill>
            <a:schemeClr val="bg1">
              <a:lumMod val="95000"/>
            </a:schemeClr>
          </a:solidFill>
        </p:spPr>
        <p:txBody>
          <a:bodyPr/>
          <a:lstStyle>
            <a:lvl1pPr>
              <a:defRPr sz="1200" b="0">
                <a:solidFill>
                  <a:srgbClr val="FF0000"/>
                </a:solidFill>
              </a:defRPr>
            </a:lvl1pPr>
          </a:lstStyle>
          <a:p>
            <a:r>
              <a:rPr lang="en-US" dirty="0"/>
              <a:t>Right click picture placeholder &gt; Bring </a:t>
            </a:r>
            <a:r>
              <a:rPr lang="en-US"/>
              <a:t>to Front. </a:t>
            </a:r>
            <a:r>
              <a:rPr lang="en-US" dirty="0"/>
              <a:t>Drag picture to placeholder or click icon </a:t>
            </a:r>
            <a:r>
              <a:rPr lang="en-US"/>
              <a:t>to add. </a:t>
            </a:r>
            <a:r>
              <a:rPr lang="en-US" dirty="0"/>
              <a:t>Right click picture placeholder &gt;Sent </a:t>
            </a:r>
            <a:r>
              <a:rPr lang="en-US"/>
              <a:t>to Back. </a:t>
            </a:r>
            <a:br>
              <a:rPr lang="en-US" dirty="0"/>
            </a:br>
            <a:r>
              <a:rPr lang="en-US" dirty="0"/>
              <a:t>NOTE: Select an image that relates to the presentation subject and aligns with the State Street </a:t>
            </a:r>
            <a:r>
              <a:rPr lang="en-US"/>
              <a:t>image guidelines. </a:t>
            </a:r>
            <a:r>
              <a:rPr lang="en-US" dirty="0"/>
              <a:t>Do not use more than </a:t>
            </a:r>
            <a:r>
              <a:rPr lang="en-US"/>
              <a:t>one image.</a:t>
            </a:r>
            <a:endParaRPr lang="en-US" dirty="0"/>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5" y="1285875"/>
            <a:ext cx="8572499" cy="4286249"/>
          </a:xfrm>
        </p:spPr>
        <p:txBody>
          <a:bodyPr anchor="ctr"/>
          <a:lstStyle>
            <a:lvl1pPr>
              <a:spcBef>
                <a:spcPts val="0"/>
              </a:spcBef>
              <a:defRPr sz="4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with background image. Text block should always align to the center vertically.</a:t>
            </a:r>
          </a:p>
        </p:txBody>
      </p:sp>
    </p:spTree>
    <p:extLst>
      <p:ext uri="{BB962C8B-B14F-4D97-AF65-F5344CB8AC3E}">
        <p14:creationId xmlns:p14="http://schemas.microsoft.com/office/powerpoint/2010/main" val="2139815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allout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6" y="1285875"/>
            <a:ext cx="6896099" cy="4286249"/>
          </a:xfrm>
        </p:spPr>
        <p:txBody>
          <a:bodyPr anchor="ctr"/>
          <a:lstStyle>
            <a:lvl1pPr>
              <a:spcBef>
                <a:spcPts val="0"/>
              </a:spcBef>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with image on right side.  Lorem ipsum dolor sit amet, consectetuer adipiscing elit. Maecenas porttitor congue </a:t>
            </a:r>
            <a:r>
              <a:rPr lang="en-US" dirty="0" err="1"/>
              <a:t>massa</a:t>
            </a:r>
            <a:r>
              <a:rPr lang="en-US" dirty="0"/>
              <a:t>.</a:t>
            </a:r>
          </a:p>
        </p:txBody>
      </p:sp>
    </p:spTree>
    <p:extLst>
      <p:ext uri="{BB962C8B-B14F-4D97-AF65-F5344CB8AC3E}">
        <p14:creationId xmlns:p14="http://schemas.microsoft.com/office/powerpoint/2010/main" val="1418653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Quote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342900" y="1663399"/>
            <a:ext cx="7058025" cy="2622851"/>
          </a:xfrm>
        </p:spPr>
        <p:txBody>
          <a:bodyPr anchor="t"/>
          <a:lstStyle>
            <a:lvl1pPr marL="165100" indent="-165100">
              <a:spcBef>
                <a:spcPts val="0"/>
              </a:spcBef>
              <a:tabLst/>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“Quote with image. Lorem ipsum dolor sit </a:t>
            </a:r>
            <a:r>
              <a:rPr lang="en-US" dirty="0" err="1"/>
              <a:t>amet</a:t>
            </a:r>
            <a:r>
              <a:rPr lang="en-US" dirty="0"/>
              <a:t>, </a:t>
            </a:r>
            <a:r>
              <a:rPr lang="en-US" dirty="0" err="1"/>
              <a:t>consectetur</a:t>
            </a:r>
            <a:r>
              <a:rPr lang="en-US" dirty="0"/>
              <a:t> </a:t>
            </a:r>
            <a:r>
              <a:rPr lang="en-US" dirty="0" err="1"/>
              <a:t>adipicing</a:t>
            </a:r>
            <a:r>
              <a:rPr lang="en-US" dirty="0"/>
              <a:t> </a:t>
            </a:r>
            <a:r>
              <a:rPr lang="en-US" dirty="0" err="1"/>
              <a:t>elit</a:t>
            </a:r>
            <a:r>
              <a:rPr lang="en-US" dirty="0"/>
              <a:t>, sed do </a:t>
            </a:r>
            <a:r>
              <a:rPr lang="en-US" dirty="0" err="1"/>
              <a:t>eismod</a:t>
            </a:r>
            <a:r>
              <a:rPr lang="en-US" dirty="0"/>
              <a:t> </a:t>
            </a:r>
            <a:r>
              <a:rPr lang="en-US" dirty="0" err="1"/>
              <a:t>inciduntan</a:t>
            </a:r>
            <a:r>
              <a:rPr lang="en-US" dirty="0"/>
              <a:t> </a:t>
            </a:r>
            <a:r>
              <a:rPr lang="en-US" dirty="0" err="1"/>
              <a:t>tempor</a:t>
            </a:r>
            <a:r>
              <a:rPr lang="en-US" dirty="0"/>
              <a:t> </a:t>
            </a:r>
            <a:r>
              <a:rPr lang="en-US" dirty="0" err="1"/>
              <a:t>ut</a:t>
            </a:r>
            <a:r>
              <a:rPr lang="en-US" dirty="0"/>
              <a:t> labore et dolore magna.”</a:t>
            </a:r>
          </a:p>
        </p:txBody>
      </p:sp>
      <p:sp>
        <p:nvSpPr>
          <p:cNvPr id="3" name="Text Placeholder 2">
            <a:extLst>
              <a:ext uri="{FF2B5EF4-FFF2-40B4-BE49-F238E27FC236}">
                <a16:creationId xmlns:a16="http://schemas.microsoft.com/office/drawing/2014/main" id="{0B066D84-C89D-7D31-2383-E5EF5EBDEB34}"/>
              </a:ext>
            </a:extLst>
          </p:cNvPr>
          <p:cNvSpPr>
            <a:spLocks noGrp="1"/>
          </p:cNvSpPr>
          <p:nvPr>
            <p:ph type="body" idx="12" hasCustomPrompt="1"/>
          </p:nvPr>
        </p:nvSpPr>
        <p:spPr>
          <a:xfrm>
            <a:off x="511403" y="5024282"/>
            <a:ext cx="6040701" cy="284619"/>
          </a:xfrm>
        </p:spPr>
        <p:txBody>
          <a:bodyPr/>
          <a:lstStyle>
            <a:lvl1pPr marL="0" indent="0">
              <a:spcBef>
                <a:spcPts val="0"/>
              </a:spcBef>
              <a:buNone/>
              <a:defRPr sz="1600" b="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title</a:t>
            </a:r>
          </a:p>
        </p:txBody>
      </p:sp>
      <p:sp>
        <p:nvSpPr>
          <p:cNvPr id="4" name="Text Placeholder 2">
            <a:extLst>
              <a:ext uri="{FF2B5EF4-FFF2-40B4-BE49-F238E27FC236}">
                <a16:creationId xmlns:a16="http://schemas.microsoft.com/office/drawing/2014/main" id="{F41C9D69-2D05-1B4F-0DC9-5D046EAF8FE3}"/>
              </a:ext>
            </a:extLst>
          </p:cNvPr>
          <p:cNvSpPr>
            <a:spLocks noGrp="1"/>
          </p:cNvSpPr>
          <p:nvPr>
            <p:ph type="body" idx="13" hasCustomPrompt="1"/>
          </p:nvPr>
        </p:nvSpPr>
        <p:spPr>
          <a:xfrm>
            <a:off x="511403" y="4694082"/>
            <a:ext cx="6040701" cy="284619"/>
          </a:xfrm>
        </p:spPr>
        <p:txBody>
          <a:bodyPr/>
          <a:lstStyle>
            <a:lvl1pPr marL="0" indent="0">
              <a:spcBef>
                <a:spcPts val="0"/>
              </a:spcBef>
              <a:buNone/>
              <a:defRPr sz="1600" b="1">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Attribution name</a:t>
            </a:r>
          </a:p>
        </p:txBody>
      </p:sp>
    </p:spTree>
    <p:extLst>
      <p:ext uri="{BB962C8B-B14F-4D97-AF65-F5344CB8AC3E}">
        <p14:creationId xmlns:p14="http://schemas.microsoft.com/office/powerpoint/2010/main" val="72833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ock Text - 4 up">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D5BF3EDC-D80D-3ACB-5DE7-D2694E706519}"/>
              </a:ext>
            </a:extLst>
          </p:cNvPr>
          <p:cNvSpPr txBox="1">
            <a:spLocks/>
          </p:cNvSpPr>
          <p:nvPr/>
        </p:nvSpPr>
        <p:spPr bwMode="auto">
          <a:xfrm>
            <a:off x="511404" y="300037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3" name="Subtitle 2">
            <a:extLst>
              <a:ext uri="{FF2B5EF4-FFF2-40B4-BE49-F238E27FC236}">
                <a16:creationId xmlns:a16="http://schemas.microsoft.com/office/drawing/2014/main" id="{44AEFDEC-E4CE-0138-55D6-504E2BFC40C8}"/>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Text Placeholder 5">
            <a:extLst>
              <a:ext uri="{FF2B5EF4-FFF2-40B4-BE49-F238E27FC236}">
                <a16:creationId xmlns:a16="http://schemas.microsoft.com/office/drawing/2014/main" id="{38B390A4-9C43-93C3-A1DF-825A2E7338D4}"/>
              </a:ext>
            </a:extLst>
          </p:cNvPr>
          <p:cNvSpPr>
            <a:spLocks noGrp="1"/>
          </p:cNvSpPr>
          <p:nvPr>
            <p:ph type="body" sz="quarter" idx="11"/>
          </p:nvPr>
        </p:nvSpPr>
        <p:spPr>
          <a:xfrm>
            <a:off x="504825" y="1828800"/>
            <a:ext cx="8324850" cy="593497"/>
          </a:xfrm>
        </p:spPr>
        <p:txBody>
          <a:bodyPr/>
          <a:lstStyle>
            <a:lvl1pPr>
              <a:defRPr b="0"/>
            </a:lvl1pPr>
            <a:lvl2pPr marL="0" indent="0">
              <a:buNone/>
              <a:defRPr b="0"/>
            </a:lvl2pPr>
            <a:lvl3pPr>
              <a:defRPr b="0"/>
            </a:lvl3pPr>
            <a:lvl4pPr>
              <a:defRPr b="0"/>
            </a:lvl4pPr>
            <a:lvl5pPr>
              <a:defRPr b="0"/>
            </a:lvl5pPr>
          </a:lstStyle>
          <a:p>
            <a:pPr lvl="0"/>
            <a:r>
              <a:rPr lang="en-US"/>
              <a:t>Click to edit Master text styles</a:t>
            </a:r>
          </a:p>
        </p:txBody>
      </p:sp>
      <p:sp>
        <p:nvSpPr>
          <p:cNvPr id="8" name="Text Placeholder 3">
            <a:extLst>
              <a:ext uri="{FF2B5EF4-FFF2-40B4-BE49-F238E27FC236}">
                <a16:creationId xmlns:a16="http://schemas.microsoft.com/office/drawing/2014/main" id="{B15B4A93-785F-E9FF-3152-C074B0811718}"/>
              </a:ext>
            </a:extLst>
          </p:cNvPr>
          <p:cNvSpPr>
            <a:spLocks noGrp="1"/>
          </p:cNvSpPr>
          <p:nvPr>
            <p:ph type="body" sz="quarter" idx="13" hasCustomPrompt="1"/>
          </p:nvPr>
        </p:nvSpPr>
        <p:spPr>
          <a:xfrm>
            <a:off x="722940" y="318069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9" name="Text Placeholder 2">
            <a:extLst>
              <a:ext uri="{FF2B5EF4-FFF2-40B4-BE49-F238E27FC236}">
                <a16:creationId xmlns:a16="http://schemas.microsoft.com/office/drawing/2014/main" id="{762E66E7-8CFE-B1C0-51ED-6BF6E42C2F67}"/>
              </a:ext>
            </a:extLst>
          </p:cNvPr>
          <p:cNvSpPr>
            <a:spLocks noGrp="1"/>
          </p:cNvSpPr>
          <p:nvPr>
            <p:ph type="body" sz="quarter" idx="21"/>
          </p:nvPr>
        </p:nvSpPr>
        <p:spPr>
          <a:xfrm>
            <a:off x="722940" y="350150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6" name="Text Placeholder 2">
            <a:extLst>
              <a:ext uri="{FF2B5EF4-FFF2-40B4-BE49-F238E27FC236}">
                <a16:creationId xmlns:a16="http://schemas.microsoft.com/office/drawing/2014/main" id="{417DD9D1-DE16-2363-937D-01452D7DCD92}"/>
              </a:ext>
            </a:extLst>
          </p:cNvPr>
          <p:cNvSpPr txBox="1">
            <a:spLocks/>
          </p:cNvSpPr>
          <p:nvPr/>
        </p:nvSpPr>
        <p:spPr bwMode="auto">
          <a:xfrm>
            <a:off x="511404" y="445420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17" name="Text Placeholder 3">
            <a:extLst>
              <a:ext uri="{FF2B5EF4-FFF2-40B4-BE49-F238E27FC236}">
                <a16:creationId xmlns:a16="http://schemas.microsoft.com/office/drawing/2014/main" id="{DA17F1E8-A13E-473D-F6F0-F65E6FEBDF29}"/>
              </a:ext>
            </a:extLst>
          </p:cNvPr>
          <p:cNvSpPr>
            <a:spLocks noGrp="1"/>
          </p:cNvSpPr>
          <p:nvPr>
            <p:ph type="body" sz="quarter" idx="22" hasCustomPrompt="1"/>
          </p:nvPr>
        </p:nvSpPr>
        <p:spPr>
          <a:xfrm>
            <a:off x="722940" y="463452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18" name="Text Placeholder 2">
            <a:extLst>
              <a:ext uri="{FF2B5EF4-FFF2-40B4-BE49-F238E27FC236}">
                <a16:creationId xmlns:a16="http://schemas.microsoft.com/office/drawing/2014/main" id="{808461B3-FCEF-1D1F-C76B-BF7F0FB4DAE3}"/>
              </a:ext>
            </a:extLst>
          </p:cNvPr>
          <p:cNvSpPr>
            <a:spLocks noGrp="1"/>
          </p:cNvSpPr>
          <p:nvPr>
            <p:ph type="body" sz="quarter" idx="23"/>
          </p:nvPr>
        </p:nvSpPr>
        <p:spPr>
          <a:xfrm>
            <a:off x="722940" y="495533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9" name="Text Placeholder 2">
            <a:extLst>
              <a:ext uri="{FF2B5EF4-FFF2-40B4-BE49-F238E27FC236}">
                <a16:creationId xmlns:a16="http://schemas.microsoft.com/office/drawing/2014/main" id="{9529F24D-FF3E-4E2F-B14D-06332C959561}"/>
              </a:ext>
            </a:extLst>
          </p:cNvPr>
          <p:cNvSpPr txBox="1">
            <a:spLocks/>
          </p:cNvSpPr>
          <p:nvPr/>
        </p:nvSpPr>
        <p:spPr bwMode="auto">
          <a:xfrm>
            <a:off x="6142529" y="300037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20" name="Text Placeholder 3">
            <a:extLst>
              <a:ext uri="{FF2B5EF4-FFF2-40B4-BE49-F238E27FC236}">
                <a16:creationId xmlns:a16="http://schemas.microsoft.com/office/drawing/2014/main" id="{48BF683B-0736-8D0D-4034-F4323CBBA125}"/>
              </a:ext>
            </a:extLst>
          </p:cNvPr>
          <p:cNvSpPr>
            <a:spLocks noGrp="1"/>
          </p:cNvSpPr>
          <p:nvPr>
            <p:ph type="body" sz="quarter" idx="24" hasCustomPrompt="1"/>
          </p:nvPr>
        </p:nvSpPr>
        <p:spPr>
          <a:xfrm>
            <a:off x="6354065" y="318069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21" name="Text Placeholder 2">
            <a:extLst>
              <a:ext uri="{FF2B5EF4-FFF2-40B4-BE49-F238E27FC236}">
                <a16:creationId xmlns:a16="http://schemas.microsoft.com/office/drawing/2014/main" id="{D224BD05-E422-FDFD-F3E0-4AE0B761EC65}"/>
              </a:ext>
            </a:extLst>
          </p:cNvPr>
          <p:cNvSpPr>
            <a:spLocks noGrp="1"/>
          </p:cNvSpPr>
          <p:nvPr>
            <p:ph type="body" sz="quarter" idx="25"/>
          </p:nvPr>
        </p:nvSpPr>
        <p:spPr>
          <a:xfrm>
            <a:off x="6354065" y="350150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2" name="Text Placeholder 2">
            <a:extLst>
              <a:ext uri="{FF2B5EF4-FFF2-40B4-BE49-F238E27FC236}">
                <a16:creationId xmlns:a16="http://schemas.microsoft.com/office/drawing/2014/main" id="{71DC63EA-EF31-E18F-9A5B-E677A57CEAA2}"/>
              </a:ext>
            </a:extLst>
          </p:cNvPr>
          <p:cNvSpPr txBox="1">
            <a:spLocks/>
          </p:cNvSpPr>
          <p:nvPr/>
        </p:nvSpPr>
        <p:spPr bwMode="auto">
          <a:xfrm>
            <a:off x="6142529" y="445420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23" name="Text Placeholder 3">
            <a:extLst>
              <a:ext uri="{FF2B5EF4-FFF2-40B4-BE49-F238E27FC236}">
                <a16:creationId xmlns:a16="http://schemas.microsoft.com/office/drawing/2014/main" id="{8BE6E7AB-2F08-ADF7-1919-2509388A7236}"/>
              </a:ext>
            </a:extLst>
          </p:cNvPr>
          <p:cNvSpPr>
            <a:spLocks noGrp="1"/>
          </p:cNvSpPr>
          <p:nvPr>
            <p:ph type="body" sz="quarter" idx="26" hasCustomPrompt="1"/>
          </p:nvPr>
        </p:nvSpPr>
        <p:spPr>
          <a:xfrm>
            <a:off x="6354065" y="463452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24" name="Text Placeholder 2">
            <a:extLst>
              <a:ext uri="{FF2B5EF4-FFF2-40B4-BE49-F238E27FC236}">
                <a16:creationId xmlns:a16="http://schemas.microsoft.com/office/drawing/2014/main" id="{76E2E437-8398-6DF2-ACFB-CBA97EDEC4FE}"/>
              </a:ext>
            </a:extLst>
          </p:cNvPr>
          <p:cNvSpPr>
            <a:spLocks noGrp="1"/>
          </p:cNvSpPr>
          <p:nvPr>
            <p:ph type="body" sz="quarter" idx="27"/>
          </p:nvPr>
        </p:nvSpPr>
        <p:spPr>
          <a:xfrm>
            <a:off x="6354065" y="495533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4" name="Title 3">
            <a:extLst>
              <a:ext uri="{FF2B5EF4-FFF2-40B4-BE49-F238E27FC236}">
                <a16:creationId xmlns:a16="http://schemas.microsoft.com/office/drawing/2014/main" id="{929BF6F3-5A3B-64D1-ABA9-7C829D0B73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07340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Stats">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3"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0" y="3429000"/>
            <a:ext cx="260985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1</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6"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6"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2</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9"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9"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3</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0"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0"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4</a:t>
            </a:r>
          </a:p>
        </p:txBody>
      </p:sp>
    </p:spTree>
    <p:extLst>
      <p:ext uri="{BB962C8B-B14F-4D97-AF65-F5344CB8AC3E}">
        <p14:creationId xmlns:p14="http://schemas.microsoft.com/office/powerpoint/2010/main" val="3734636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Stats Bottom">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3"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0" y="3429000"/>
            <a:ext cx="260985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6"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6"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9"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9"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0"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0"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Tree>
    <p:extLst>
      <p:ext uri="{BB962C8B-B14F-4D97-AF65-F5344CB8AC3E}">
        <p14:creationId xmlns:p14="http://schemas.microsoft.com/office/powerpoint/2010/main" val="1004637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io - Shor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5" y="1286262"/>
            <a:ext cx="3100148" cy="4285863"/>
          </a:xfrm>
          <a:solidFill>
            <a:schemeClr val="bg1">
              <a:lumMod val="95000"/>
            </a:schemeClr>
          </a:solidFill>
        </p:spPr>
        <p:txBody>
          <a:bodyPr/>
          <a:lstStyle>
            <a:lvl1pPr>
              <a:defRPr sz="1200" b="0"/>
            </a:lvl1pPr>
          </a:lstStyle>
          <a:p>
            <a:r>
              <a:rPr lang="en-US"/>
              <a:t>Click icon to add picture</a:t>
            </a:r>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4543425" y="1615827"/>
            <a:ext cx="7145338" cy="568211"/>
          </a:xfrm>
        </p:spPr>
        <p:txBody>
          <a:bodyPr/>
          <a:lstStyle>
            <a:lvl1pPr>
              <a:spcBef>
                <a:spcPts val="0"/>
              </a:spcBef>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4543425" y="2234195"/>
            <a:ext cx="7145338" cy="337555"/>
          </a:xfrm>
        </p:spPr>
        <p:txBody>
          <a:bodyPr/>
          <a:lstStyle>
            <a:lvl1pPr>
              <a:spcBef>
                <a:spcPts val="0"/>
              </a:spcBef>
              <a:defRPr b="0"/>
            </a:lvl1pPr>
            <a:lvl2pPr marL="0" indent="0">
              <a:buNone/>
              <a:defRPr/>
            </a:lvl2pPr>
          </a:lstStyle>
          <a:p>
            <a:pPr lvl="0"/>
            <a:r>
              <a:rPr lang="en-US" dirty="0"/>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4556736" y="2747313"/>
            <a:ext cx="6217920" cy="2834640"/>
          </a:xfrm>
        </p:spPr>
        <p:txBody>
          <a:bodyPr numCol="2"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br>
              <a:rPr lang="en-US" dirty="0"/>
            </a:b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br>
              <a:rPr lang="en-US" dirty="0"/>
            </a:br>
            <a:br>
              <a:rPr lang="en-US" dirty="0"/>
            </a:br>
            <a:r>
              <a:rPr lang="en-US" dirty="0"/>
              <a:t>Cras sed </a:t>
            </a:r>
            <a:r>
              <a:rPr lang="en-US" dirty="0" err="1"/>
              <a:t>felis</a:t>
            </a:r>
            <a:r>
              <a:rPr lang="en-US" dirty="0"/>
              <a:t> </a:t>
            </a:r>
            <a:r>
              <a:rPr lang="en-US" dirty="0" err="1"/>
              <a:t>eget</a:t>
            </a:r>
            <a:r>
              <a:rPr lang="en-US" dirty="0"/>
              <a:t> </a:t>
            </a:r>
            <a:r>
              <a:rPr lang="en-US" dirty="0" err="1"/>
              <a:t>velit</a:t>
            </a:r>
            <a:r>
              <a:rPr lang="en-US" dirty="0"/>
              <a:t> </a:t>
            </a:r>
            <a:r>
              <a:rPr lang="en-US" dirty="0" err="1"/>
              <a:t>aliquet</a:t>
            </a:r>
            <a:r>
              <a:rPr lang="en-US" dirty="0"/>
              <a:t> </a:t>
            </a:r>
            <a:r>
              <a:rPr lang="en-US" dirty="0" err="1"/>
              <a:t>sagittis</a:t>
            </a:r>
            <a:r>
              <a:rPr lang="en-US" dirty="0"/>
              <a:t> id </a:t>
            </a:r>
            <a:r>
              <a:rPr lang="en-US" dirty="0" err="1"/>
              <a:t>consectetur</a:t>
            </a:r>
            <a:r>
              <a:rPr lang="en-US" dirty="0"/>
              <a:t>. Sem </a:t>
            </a:r>
            <a:r>
              <a:rPr lang="en-US" dirty="0" err="1"/>
              <a:t>viverra</a:t>
            </a:r>
            <a:r>
              <a:rPr lang="en-US" dirty="0"/>
              <a:t> </a:t>
            </a:r>
            <a:r>
              <a:rPr lang="en-US" dirty="0" err="1"/>
              <a:t>aliquet</a:t>
            </a:r>
            <a:r>
              <a:rPr lang="en-US" dirty="0"/>
              <a:t> </a:t>
            </a:r>
            <a:r>
              <a:rPr lang="en-US" dirty="0" err="1"/>
              <a:t>eget</a:t>
            </a:r>
            <a:r>
              <a:rPr lang="en-US" dirty="0"/>
              <a:t> sit </a:t>
            </a:r>
            <a:r>
              <a:rPr lang="en-US" dirty="0" err="1"/>
              <a:t>amet</a:t>
            </a:r>
            <a:r>
              <a:rPr lang="en-US" dirty="0"/>
              <a:t> </a:t>
            </a:r>
            <a:r>
              <a:rPr lang="en-US" dirty="0" err="1"/>
              <a:t>tellus</a:t>
            </a:r>
            <a:r>
              <a:rPr lang="en-US" dirty="0"/>
              <a:t> </a:t>
            </a:r>
            <a:r>
              <a:rPr lang="en-US" dirty="0" err="1"/>
              <a:t>cras</a:t>
            </a:r>
            <a:r>
              <a:rPr lang="en-US" dirty="0"/>
              <a:t>. </a:t>
            </a:r>
            <a:r>
              <a:rPr lang="en-US" dirty="0" err="1"/>
              <a:t>Elementum</a:t>
            </a:r>
            <a:r>
              <a:rPr lang="en-US" dirty="0"/>
              <a:t> </a:t>
            </a:r>
            <a:r>
              <a:rPr lang="en-US" dirty="0" err="1"/>
              <a:t>sagittis</a:t>
            </a:r>
            <a:r>
              <a:rPr lang="en-US" dirty="0"/>
              <a:t> vitae et </a:t>
            </a:r>
            <a:r>
              <a:rPr lang="en-US" dirty="0" err="1"/>
              <a:t>leo</a:t>
            </a:r>
            <a:r>
              <a:rPr lang="en-US" dirty="0"/>
              <a:t>. Eu </a:t>
            </a:r>
            <a:r>
              <a:rPr lang="en-US" dirty="0" err="1"/>
              <a:t>feugiat</a:t>
            </a:r>
            <a:r>
              <a:rPr lang="en-US" dirty="0"/>
              <a:t> </a:t>
            </a:r>
            <a:r>
              <a:rPr lang="en-US" dirty="0" err="1"/>
              <a:t>pretium</a:t>
            </a:r>
            <a:r>
              <a:rPr lang="en-US" dirty="0"/>
              <a:t> </a:t>
            </a:r>
            <a:r>
              <a:rPr lang="en-US" dirty="0" err="1"/>
              <a:t>nibh</a:t>
            </a:r>
            <a:r>
              <a:rPr lang="en-US" dirty="0"/>
              <a:t> ipsum </a:t>
            </a:r>
            <a:r>
              <a:rPr lang="en-US" dirty="0" err="1"/>
              <a:t>consequat</a:t>
            </a:r>
            <a:r>
              <a:rPr lang="en-US" dirty="0"/>
              <a:t> </a:t>
            </a:r>
            <a:r>
              <a:rPr lang="en-US" dirty="0" err="1"/>
              <a:t>nisl</a:t>
            </a:r>
            <a:r>
              <a:rPr lang="en-US" dirty="0"/>
              <a:t> vel. Mi tempus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Nunc non </a:t>
            </a:r>
            <a:r>
              <a:rPr lang="en-US" dirty="0" err="1"/>
              <a:t>blandit</a:t>
            </a:r>
            <a:r>
              <a:rPr lang="en-US" dirty="0"/>
              <a:t> </a:t>
            </a:r>
            <a:r>
              <a:rPr lang="en-US" dirty="0" err="1"/>
              <a:t>massa</a:t>
            </a:r>
            <a:r>
              <a:rPr lang="en-US" dirty="0"/>
              <a:t> </a:t>
            </a:r>
            <a:r>
              <a:rPr lang="en-US" dirty="0" err="1"/>
              <a:t>enim</a:t>
            </a:r>
            <a:r>
              <a:rPr lang="en-US" dirty="0"/>
              <a:t> </a:t>
            </a:r>
            <a:r>
              <a:rPr lang="en-US" dirty="0" err="1"/>
              <a:t>nec</a:t>
            </a:r>
            <a:r>
              <a:rPr lang="en-US" dirty="0"/>
              <a:t> dui. Id </a:t>
            </a:r>
            <a:r>
              <a:rPr lang="en-US" dirty="0" err="1"/>
              <a:t>consectetur</a:t>
            </a:r>
            <a:r>
              <a:rPr lang="en-US" dirty="0"/>
              <a:t> </a:t>
            </a:r>
            <a:r>
              <a:rPr lang="en-US" dirty="0" err="1"/>
              <a:t>purus</a:t>
            </a:r>
            <a:r>
              <a:rPr lang="en-US" dirty="0"/>
              <a:t> </a:t>
            </a:r>
            <a:r>
              <a:rPr lang="en-US" dirty="0" err="1"/>
              <a:t>ut</a:t>
            </a:r>
            <a:r>
              <a:rPr lang="en-US" dirty="0"/>
              <a:t> </a:t>
            </a:r>
            <a:r>
              <a:rPr lang="en-US" dirty="0" err="1"/>
              <a:t>faucibus</a:t>
            </a:r>
            <a:r>
              <a:rPr lang="en-US" dirty="0"/>
              <a:t>. At </a:t>
            </a:r>
            <a:r>
              <a:rPr lang="en-US" dirty="0" err="1"/>
              <a:t>consectetur</a:t>
            </a:r>
            <a:r>
              <a:rPr lang="en-US" dirty="0"/>
              <a:t> lorem </a:t>
            </a:r>
            <a:r>
              <a:rPr lang="en-US" dirty="0" err="1"/>
              <a:t>donec</a:t>
            </a:r>
            <a:r>
              <a:rPr lang="en-US" dirty="0"/>
              <a:t> </a:t>
            </a:r>
            <a:r>
              <a:rPr lang="en-US" dirty="0" err="1"/>
              <a:t>massa</a:t>
            </a:r>
            <a:r>
              <a:rPr lang="en-US" dirty="0"/>
              <a:t> </a:t>
            </a:r>
            <a:r>
              <a:rPr lang="en-US" dirty="0" err="1"/>
              <a:t>risus</a:t>
            </a:r>
            <a:r>
              <a:rPr lang="en-US" dirty="0"/>
              <a:t> </a:t>
            </a:r>
            <a:r>
              <a:rPr lang="en-US" dirty="0" err="1"/>
              <a:t>feugiat</a:t>
            </a:r>
            <a:r>
              <a:rPr lang="en-US" dirty="0"/>
              <a:t> in ante.</a:t>
            </a:r>
            <a:br>
              <a:rPr lang="en-US" dirty="0"/>
            </a:b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magna.</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03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io - Lon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5" y="1714500"/>
            <a:ext cx="2037959" cy="2807396"/>
          </a:xfrm>
          <a:solidFill>
            <a:schemeClr val="bg1">
              <a:lumMod val="95000"/>
            </a:schemeClr>
          </a:solidFill>
        </p:spPr>
        <p:txBody>
          <a:bodyPr/>
          <a:lstStyle>
            <a:lvl1pPr>
              <a:defRPr sz="1200" b="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504825" y="4797426"/>
            <a:ext cx="2609849" cy="499563"/>
          </a:xfrm>
        </p:spPr>
        <p:txBody>
          <a:bodyPr/>
          <a:lstStyle>
            <a:lvl1pPr>
              <a:spcBef>
                <a:spcPts val="0"/>
              </a:spcBef>
              <a:defRPr sz="20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504825" y="5277396"/>
            <a:ext cx="2609848" cy="337555"/>
          </a:xfrm>
        </p:spPr>
        <p:txBody>
          <a:bodyPr/>
          <a:lstStyle>
            <a:lvl1pPr>
              <a:spcBef>
                <a:spcPts val="0"/>
              </a:spcBef>
              <a:defRPr sz="1400" b="0"/>
            </a:lvl1pPr>
            <a:lvl2pPr marL="0" indent="0">
              <a:buNone/>
              <a:defRPr/>
            </a:lvl2pPr>
          </a:lstStyle>
          <a:p>
            <a:pPr lvl="0"/>
            <a:r>
              <a:rPr lang="en-US" dirty="0"/>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3362325" y="1714500"/>
            <a:ext cx="8324849" cy="4286250"/>
          </a:xfrm>
        </p:spPr>
        <p:txBody>
          <a:bodyPr numCol="2" spcCol="256032">
            <a:normAutofit/>
          </a:bodyPr>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br>
              <a:rPr lang="en-US" dirty="0"/>
            </a:br>
            <a:br>
              <a:rPr lang="en-US" dirty="0"/>
            </a:br>
            <a:r>
              <a:rPr lang="en-US" dirty="0"/>
              <a:t>Cras sed </a:t>
            </a:r>
            <a:r>
              <a:rPr lang="en-US" dirty="0" err="1"/>
              <a:t>felis</a:t>
            </a:r>
            <a:r>
              <a:rPr lang="en-US" dirty="0"/>
              <a:t> </a:t>
            </a:r>
            <a:r>
              <a:rPr lang="en-US" dirty="0" err="1"/>
              <a:t>eget</a:t>
            </a:r>
            <a:r>
              <a:rPr lang="en-US" dirty="0"/>
              <a:t> </a:t>
            </a:r>
            <a:r>
              <a:rPr lang="en-US" dirty="0" err="1"/>
              <a:t>velit</a:t>
            </a:r>
            <a:r>
              <a:rPr lang="en-US" dirty="0"/>
              <a:t> </a:t>
            </a:r>
            <a:r>
              <a:rPr lang="en-US" dirty="0" err="1"/>
              <a:t>aliquet</a:t>
            </a:r>
            <a:r>
              <a:rPr lang="en-US" dirty="0"/>
              <a:t> </a:t>
            </a:r>
            <a:r>
              <a:rPr lang="en-US" dirty="0" err="1"/>
              <a:t>sagittis</a:t>
            </a:r>
            <a:r>
              <a:rPr lang="en-US" dirty="0"/>
              <a:t> id </a:t>
            </a:r>
            <a:r>
              <a:rPr lang="en-US" dirty="0" err="1"/>
              <a:t>consectetur</a:t>
            </a:r>
            <a:r>
              <a:rPr lang="en-US" dirty="0"/>
              <a:t>. Sem </a:t>
            </a:r>
            <a:r>
              <a:rPr lang="en-US" dirty="0" err="1"/>
              <a:t>viverra</a:t>
            </a:r>
            <a:r>
              <a:rPr lang="en-US" dirty="0"/>
              <a:t> </a:t>
            </a:r>
            <a:r>
              <a:rPr lang="en-US" dirty="0" err="1"/>
              <a:t>aliquet</a:t>
            </a:r>
            <a:r>
              <a:rPr lang="en-US" dirty="0"/>
              <a:t> </a:t>
            </a:r>
            <a:r>
              <a:rPr lang="en-US" dirty="0" err="1"/>
              <a:t>eget</a:t>
            </a:r>
            <a:r>
              <a:rPr lang="en-US" dirty="0"/>
              <a:t> sit </a:t>
            </a:r>
            <a:r>
              <a:rPr lang="en-US" dirty="0" err="1"/>
              <a:t>amet</a:t>
            </a:r>
            <a:r>
              <a:rPr lang="en-US" dirty="0"/>
              <a:t> </a:t>
            </a:r>
            <a:r>
              <a:rPr lang="en-US" dirty="0" err="1"/>
              <a:t>tellus</a:t>
            </a:r>
            <a:r>
              <a:rPr lang="en-US" dirty="0"/>
              <a:t> </a:t>
            </a:r>
            <a:r>
              <a:rPr lang="en-US" dirty="0" err="1"/>
              <a:t>cras</a:t>
            </a:r>
            <a:r>
              <a:rPr lang="en-US" dirty="0"/>
              <a:t>. </a:t>
            </a:r>
            <a:r>
              <a:rPr lang="en-US" dirty="0" err="1"/>
              <a:t>Elementum</a:t>
            </a:r>
            <a:r>
              <a:rPr lang="en-US" dirty="0"/>
              <a:t> </a:t>
            </a:r>
            <a:r>
              <a:rPr lang="en-US" dirty="0" err="1"/>
              <a:t>sagittis</a:t>
            </a:r>
            <a:r>
              <a:rPr lang="en-US" dirty="0"/>
              <a:t> vitae et </a:t>
            </a:r>
            <a:r>
              <a:rPr lang="en-US" dirty="0" err="1"/>
              <a:t>leo</a:t>
            </a:r>
            <a:r>
              <a:rPr lang="en-US" dirty="0"/>
              <a:t>. Eu </a:t>
            </a:r>
            <a:r>
              <a:rPr lang="en-US" dirty="0" err="1"/>
              <a:t>feugiat</a:t>
            </a:r>
            <a:r>
              <a:rPr lang="en-US" dirty="0"/>
              <a:t> </a:t>
            </a:r>
            <a:r>
              <a:rPr lang="en-US" dirty="0" err="1"/>
              <a:t>pretium</a:t>
            </a:r>
            <a:r>
              <a:rPr lang="en-US" dirty="0"/>
              <a:t> </a:t>
            </a:r>
            <a:r>
              <a:rPr lang="en-US" dirty="0" err="1"/>
              <a:t>nibh</a:t>
            </a:r>
            <a:r>
              <a:rPr lang="en-US" dirty="0"/>
              <a:t> ipsum </a:t>
            </a:r>
            <a:r>
              <a:rPr lang="en-US" dirty="0" err="1"/>
              <a:t>consequat</a:t>
            </a:r>
            <a:r>
              <a:rPr lang="en-US" dirty="0"/>
              <a:t> </a:t>
            </a:r>
            <a:r>
              <a:rPr lang="en-US" dirty="0" err="1"/>
              <a:t>nisl</a:t>
            </a:r>
            <a:r>
              <a:rPr lang="en-US" dirty="0"/>
              <a:t> vel. Mi tempus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Nunc non </a:t>
            </a:r>
            <a:r>
              <a:rPr lang="en-US" dirty="0" err="1"/>
              <a:t>blandit</a:t>
            </a:r>
            <a:r>
              <a:rPr lang="en-US" dirty="0"/>
              <a:t> </a:t>
            </a:r>
            <a:r>
              <a:rPr lang="en-US" dirty="0" err="1"/>
              <a:t>massa</a:t>
            </a:r>
            <a:r>
              <a:rPr lang="en-US" dirty="0"/>
              <a:t> </a:t>
            </a:r>
            <a:r>
              <a:rPr lang="en-US" dirty="0" err="1"/>
              <a:t>enim</a:t>
            </a:r>
            <a:r>
              <a:rPr lang="en-US" dirty="0"/>
              <a:t> </a:t>
            </a:r>
            <a:r>
              <a:rPr lang="en-US" dirty="0" err="1"/>
              <a:t>nec</a:t>
            </a:r>
            <a:r>
              <a:rPr lang="en-US" dirty="0"/>
              <a:t> dui. Id </a:t>
            </a:r>
            <a:r>
              <a:rPr lang="en-US" dirty="0" err="1"/>
              <a:t>consectetur</a:t>
            </a:r>
            <a:r>
              <a:rPr lang="en-US" dirty="0"/>
              <a:t> </a:t>
            </a:r>
            <a:r>
              <a:rPr lang="en-US" dirty="0" err="1"/>
              <a:t>purus</a:t>
            </a:r>
            <a:r>
              <a:rPr lang="en-US" dirty="0"/>
              <a:t> </a:t>
            </a:r>
            <a:r>
              <a:rPr lang="en-US" dirty="0" err="1"/>
              <a:t>ut</a:t>
            </a:r>
            <a:r>
              <a:rPr lang="en-US" dirty="0"/>
              <a:t> </a:t>
            </a:r>
            <a:r>
              <a:rPr lang="en-US" dirty="0" err="1"/>
              <a:t>faucibus</a:t>
            </a:r>
            <a:r>
              <a:rPr lang="en-US" dirty="0"/>
              <a:t>. At </a:t>
            </a:r>
            <a:r>
              <a:rPr lang="en-US" dirty="0" err="1"/>
              <a:t>consectetur</a:t>
            </a:r>
            <a:r>
              <a:rPr lang="en-US" dirty="0"/>
              <a:t> lorem </a:t>
            </a:r>
            <a:r>
              <a:rPr lang="en-US" dirty="0" err="1"/>
              <a:t>donec</a:t>
            </a:r>
            <a:r>
              <a:rPr lang="en-US" dirty="0"/>
              <a:t> </a:t>
            </a:r>
            <a:r>
              <a:rPr lang="en-US" dirty="0" err="1"/>
              <a:t>massa</a:t>
            </a:r>
            <a:r>
              <a:rPr lang="en-US" dirty="0"/>
              <a:t> </a:t>
            </a:r>
            <a:r>
              <a:rPr lang="en-US" dirty="0" err="1"/>
              <a:t>risus</a:t>
            </a:r>
            <a:r>
              <a:rPr lang="en-US" dirty="0"/>
              <a:t> </a:t>
            </a:r>
            <a:r>
              <a:rPr lang="en-US" dirty="0" err="1"/>
              <a:t>feugiat</a:t>
            </a:r>
            <a:r>
              <a:rPr lang="en-US" dirty="0"/>
              <a:t> in ante.</a:t>
            </a:r>
            <a:br>
              <a:rPr lang="en-US" dirty="0"/>
            </a:b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3892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ios - Short Intro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4" y="914400"/>
            <a:ext cx="11183937"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714500"/>
            <a:ext cx="2609850" cy="1463040"/>
          </a:xfrm>
          <a:solidFill>
            <a:schemeClr val="bg1">
              <a:lumMod val="95000"/>
            </a:schemeClr>
          </a:solidFill>
        </p:spPr>
        <p:txBody>
          <a:bodyPr/>
          <a:lstStyle>
            <a:lvl1pPr>
              <a:defRPr sz="1200" b="0"/>
            </a:lvl1pPr>
          </a:lstStyle>
          <a:p>
            <a:r>
              <a:rPr lang="en-US"/>
              <a:t>Click icon to add picture</a:t>
            </a:r>
          </a:p>
        </p:txBody>
      </p:sp>
      <p:sp>
        <p:nvSpPr>
          <p:cNvPr id="20" name="Picture Placeholder 4">
            <a:extLst>
              <a:ext uri="{FF2B5EF4-FFF2-40B4-BE49-F238E27FC236}">
                <a16:creationId xmlns:a16="http://schemas.microsoft.com/office/drawing/2014/main" id="{0671090B-CE3B-FA15-AC77-3D086DF90A36}"/>
              </a:ext>
            </a:extLst>
          </p:cNvPr>
          <p:cNvSpPr>
            <a:spLocks noGrp="1"/>
          </p:cNvSpPr>
          <p:nvPr>
            <p:ph type="pic" sz="quarter" idx="26"/>
          </p:nvPr>
        </p:nvSpPr>
        <p:spPr>
          <a:xfrm>
            <a:off x="3362325" y="1714500"/>
            <a:ext cx="2609850" cy="1465898"/>
          </a:xfrm>
          <a:solidFill>
            <a:schemeClr val="bg1">
              <a:lumMod val="95000"/>
            </a:schemeClr>
          </a:solidFill>
        </p:spPr>
        <p:txBody>
          <a:bodyPr/>
          <a:lstStyle>
            <a:lvl1pPr>
              <a:defRPr sz="1200" b="0"/>
            </a:lvl1pPr>
          </a:lstStyle>
          <a:p>
            <a:r>
              <a:rPr lang="en-US"/>
              <a:t>Click icon to add picture</a:t>
            </a:r>
          </a:p>
        </p:txBody>
      </p:sp>
      <p:sp>
        <p:nvSpPr>
          <p:cNvPr id="21" name="Picture Placeholder 4">
            <a:extLst>
              <a:ext uri="{FF2B5EF4-FFF2-40B4-BE49-F238E27FC236}">
                <a16:creationId xmlns:a16="http://schemas.microsoft.com/office/drawing/2014/main" id="{E2D91C14-C2D1-BE60-A621-CFEE18C77E9C}"/>
              </a:ext>
            </a:extLst>
          </p:cNvPr>
          <p:cNvSpPr>
            <a:spLocks noGrp="1"/>
          </p:cNvSpPr>
          <p:nvPr>
            <p:ph type="pic" sz="quarter" idx="27"/>
          </p:nvPr>
        </p:nvSpPr>
        <p:spPr>
          <a:xfrm>
            <a:off x="6219825" y="1714500"/>
            <a:ext cx="2609850" cy="1463040"/>
          </a:xfrm>
          <a:solidFill>
            <a:schemeClr val="bg1">
              <a:lumMod val="95000"/>
            </a:schemeClr>
          </a:solidFill>
        </p:spPr>
        <p:txBody>
          <a:bodyPr/>
          <a:lstStyle>
            <a:lvl1pPr>
              <a:defRPr sz="1200" b="0"/>
            </a:lvl1pPr>
          </a:lstStyle>
          <a:p>
            <a:r>
              <a:rPr lang="en-US"/>
              <a:t>Click icon to add picture</a:t>
            </a:r>
          </a:p>
        </p:txBody>
      </p:sp>
      <p:sp>
        <p:nvSpPr>
          <p:cNvPr id="22" name="Picture Placeholder 4">
            <a:extLst>
              <a:ext uri="{FF2B5EF4-FFF2-40B4-BE49-F238E27FC236}">
                <a16:creationId xmlns:a16="http://schemas.microsoft.com/office/drawing/2014/main" id="{C09825F1-2D02-90C6-CF68-C606232A14B0}"/>
              </a:ext>
            </a:extLst>
          </p:cNvPr>
          <p:cNvSpPr>
            <a:spLocks noGrp="1"/>
          </p:cNvSpPr>
          <p:nvPr>
            <p:ph type="pic" sz="quarter" idx="28"/>
          </p:nvPr>
        </p:nvSpPr>
        <p:spPr>
          <a:xfrm>
            <a:off x="9088015" y="1714500"/>
            <a:ext cx="2609850" cy="1463040"/>
          </a:xfrm>
          <a:solidFill>
            <a:schemeClr val="bg1">
              <a:lumMod val="95000"/>
            </a:schemeClr>
          </a:solidFill>
        </p:spPr>
        <p:txBody>
          <a:bodyPr/>
          <a:lstStyle>
            <a:lvl1pPr>
              <a:defRPr sz="1200" b="0"/>
            </a:lvl1pPr>
          </a:lstStyle>
          <a:p>
            <a:r>
              <a:rPr lang="en-US"/>
              <a:t>Click icon to add picture</a:t>
            </a:r>
          </a:p>
        </p:txBody>
      </p:sp>
      <p:sp>
        <p:nvSpPr>
          <p:cNvPr id="23" name="Text Placeholder 6">
            <a:extLst>
              <a:ext uri="{FF2B5EF4-FFF2-40B4-BE49-F238E27FC236}">
                <a16:creationId xmlns:a16="http://schemas.microsoft.com/office/drawing/2014/main" id="{1A27F20D-C248-412D-50D5-87889427FC1B}"/>
              </a:ext>
            </a:extLst>
          </p:cNvPr>
          <p:cNvSpPr>
            <a:spLocks noGrp="1"/>
          </p:cNvSpPr>
          <p:nvPr>
            <p:ph type="body" sz="quarter" idx="13" hasCustomPrompt="1"/>
          </p:nvPr>
        </p:nvSpPr>
        <p:spPr>
          <a:xfrm>
            <a:off x="5048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4" name="Text Placeholder 6">
            <a:extLst>
              <a:ext uri="{FF2B5EF4-FFF2-40B4-BE49-F238E27FC236}">
                <a16:creationId xmlns:a16="http://schemas.microsoft.com/office/drawing/2014/main" id="{BE4AAD78-93E6-189E-929B-B1A6CF5CC36F}"/>
              </a:ext>
            </a:extLst>
          </p:cNvPr>
          <p:cNvSpPr>
            <a:spLocks noGrp="1"/>
          </p:cNvSpPr>
          <p:nvPr>
            <p:ph type="body" sz="quarter" idx="29" hasCustomPrompt="1"/>
          </p:nvPr>
        </p:nvSpPr>
        <p:spPr>
          <a:xfrm>
            <a:off x="33623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5" name="Text Placeholder 6">
            <a:extLst>
              <a:ext uri="{FF2B5EF4-FFF2-40B4-BE49-F238E27FC236}">
                <a16:creationId xmlns:a16="http://schemas.microsoft.com/office/drawing/2014/main" id="{05DD3E24-41D0-F6A5-F4C1-72F89B740714}"/>
              </a:ext>
            </a:extLst>
          </p:cNvPr>
          <p:cNvSpPr>
            <a:spLocks noGrp="1"/>
          </p:cNvSpPr>
          <p:nvPr>
            <p:ph type="body" sz="quarter" idx="30" hasCustomPrompt="1"/>
          </p:nvPr>
        </p:nvSpPr>
        <p:spPr>
          <a:xfrm>
            <a:off x="62198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6" name="Text Placeholder 6">
            <a:extLst>
              <a:ext uri="{FF2B5EF4-FFF2-40B4-BE49-F238E27FC236}">
                <a16:creationId xmlns:a16="http://schemas.microsoft.com/office/drawing/2014/main" id="{A6A5B8F8-1CD4-77FD-00CC-C8B90F4F6099}"/>
              </a:ext>
            </a:extLst>
          </p:cNvPr>
          <p:cNvSpPr>
            <a:spLocks noGrp="1"/>
          </p:cNvSpPr>
          <p:nvPr>
            <p:ph type="body" sz="quarter" idx="31" hasCustomPrompt="1"/>
          </p:nvPr>
        </p:nvSpPr>
        <p:spPr>
          <a:xfrm>
            <a:off x="908801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3" name="Title 2">
            <a:extLst>
              <a:ext uri="{FF2B5EF4-FFF2-40B4-BE49-F238E27FC236}">
                <a16:creationId xmlns:a16="http://schemas.microsoft.com/office/drawing/2014/main" id="{F02A43F5-5319-262A-870C-A5C9C3995B1A}"/>
              </a:ext>
            </a:extLst>
          </p:cNvPr>
          <p:cNvSpPr>
            <a:spLocks noGrp="1"/>
          </p:cNvSpPr>
          <p:nvPr>
            <p:ph type="title"/>
          </p:nvPr>
        </p:nvSpPr>
        <p:spPr/>
        <p:txBody>
          <a:bodyPr/>
          <a:lstStyle/>
          <a:p>
            <a:r>
              <a:rPr lang="en-US"/>
              <a:t>Click to edit Master title style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4"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4"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3362325"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3362325"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6219825"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6219825"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9088015" y="3429000"/>
            <a:ext cx="2599161"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9088015" y="3699312"/>
            <a:ext cx="2599161" cy="274320"/>
          </a:xfrm>
        </p:spPr>
        <p:txBody>
          <a:bodyPr/>
          <a:lstStyle>
            <a:lvl1pPr>
              <a:spcBef>
                <a:spcPts val="0"/>
              </a:spcBef>
              <a:defRPr sz="1100" b="0"/>
            </a:lvl1pPr>
            <a:lvl2pPr marL="0" indent="0">
              <a:buNone/>
              <a:defRPr/>
            </a:lvl2pPr>
          </a:lstStyle>
          <a:p>
            <a:pPr lvl="0"/>
            <a:r>
              <a:rPr lang="en-US" dirty="0"/>
              <a:t>Position title</a:t>
            </a:r>
          </a:p>
        </p:txBody>
      </p:sp>
    </p:spTree>
    <p:extLst>
      <p:ext uri="{BB962C8B-B14F-4D97-AF65-F5344CB8AC3E}">
        <p14:creationId xmlns:p14="http://schemas.microsoft.com/office/powerpoint/2010/main" val="2310712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io - Pic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4" y="914400"/>
            <a:ext cx="11183937"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880899"/>
            <a:ext cx="2139696" cy="3044952"/>
          </a:xfrm>
          <a:solidFill>
            <a:schemeClr val="bg1">
              <a:lumMod val="95000"/>
            </a:schemeClr>
          </a:solidFill>
        </p:spPr>
        <p:txBody>
          <a:bodyPr/>
          <a:lstStyle>
            <a:lvl1pPr>
              <a:defRPr sz="1200" b="0"/>
            </a:lvl1pPr>
          </a:lstStyle>
          <a:p>
            <a:r>
              <a:rPr lang="en-US"/>
              <a:t>Click icon to add picture</a:t>
            </a:r>
          </a:p>
        </p:txBody>
      </p:sp>
      <p:sp>
        <p:nvSpPr>
          <p:cNvPr id="6" name="Picture Placeholder 4">
            <a:extLst>
              <a:ext uri="{FF2B5EF4-FFF2-40B4-BE49-F238E27FC236}">
                <a16:creationId xmlns:a16="http://schemas.microsoft.com/office/drawing/2014/main" id="{3CD04B3B-9CB0-795F-3985-566A7A773B6D}"/>
              </a:ext>
            </a:extLst>
          </p:cNvPr>
          <p:cNvSpPr>
            <a:spLocks noGrp="1"/>
          </p:cNvSpPr>
          <p:nvPr>
            <p:ph type="pic" sz="quarter" idx="12"/>
          </p:nvPr>
        </p:nvSpPr>
        <p:spPr>
          <a:xfrm>
            <a:off x="2765885" y="1880899"/>
            <a:ext cx="2139696" cy="3044952"/>
          </a:xfrm>
          <a:solidFill>
            <a:schemeClr val="bg1">
              <a:lumMod val="95000"/>
            </a:schemeClr>
          </a:solidFill>
        </p:spPr>
        <p:txBody>
          <a:bodyPr/>
          <a:lstStyle>
            <a:lvl1pPr>
              <a:defRPr sz="1200" b="0"/>
            </a:lvl1pPr>
          </a:lstStyle>
          <a:p>
            <a:r>
              <a:rPr lang="en-US"/>
              <a:t>Click icon to add picture</a:t>
            </a:r>
          </a:p>
        </p:txBody>
      </p:sp>
      <p:sp>
        <p:nvSpPr>
          <p:cNvPr id="7" name="Picture Placeholder 4">
            <a:extLst>
              <a:ext uri="{FF2B5EF4-FFF2-40B4-BE49-F238E27FC236}">
                <a16:creationId xmlns:a16="http://schemas.microsoft.com/office/drawing/2014/main" id="{D6D0E272-2965-66E3-5153-F0CFCAF49416}"/>
              </a:ext>
            </a:extLst>
          </p:cNvPr>
          <p:cNvSpPr>
            <a:spLocks noGrp="1"/>
          </p:cNvSpPr>
          <p:nvPr>
            <p:ph type="pic" sz="quarter" idx="13"/>
          </p:nvPr>
        </p:nvSpPr>
        <p:spPr>
          <a:xfrm>
            <a:off x="5026946" y="1880899"/>
            <a:ext cx="2139696" cy="3044952"/>
          </a:xfrm>
          <a:solidFill>
            <a:schemeClr val="bg1">
              <a:lumMod val="95000"/>
            </a:schemeClr>
          </a:solidFill>
        </p:spPr>
        <p:txBody>
          <a:bodyPr/>
          <a:lstStyle>
            <a:lvl1pPr>
              <a:defRPr sz="1200" b="0"/>
            </a:lvl1pPr>
          </a:lstStyle>
          <a:p>
            <a:r>
              <a:rPr lang="en-US"/>
              <a:t>Click icon to add picture</a:t>
            </a:r>
          </a:p>
        </p:txBody>
      </p:sp>
      <p:sp>
        <p:nvSpPr>
          <p:cNvPr id="8" name="Picture Placeholder 4">
            <a:extLst>
              <a:ext uri="{FF2B5EF4-FFF2-40B4-BE49-F238E27FC236}">
                <a16:creationId xmlns:a16="http://schemas.microsoft.com/office/drawing/2014/main" id="{43A621D3-E82B-1016-EDE1-85CDB0352D04}"/>
              </a:ext>
            </a:extLst>
          </p:cNvPr>
          <p:cNvSpPr>
            <a:spLocks noGrp="1"/>
          </p:cNvSpPr>
          <p:nvPr>
            <p:ph type="pic" sz="quarter" idx="14"/>
          </p:nvPr>
        </p:nvSpPr>
        <p:spPr>
          <a:xfrm>
            <a:off x="7288007" y="1880899"/>
            <a:ext cx="2139696" cy="3044952"/>
          </a:xfrm>
          <a:solidFill>
            <a:schemeClr val="bg1">
              <a:lumMod val="95000"/>
            </a:schemeClr>
          </a:solidFill>
        </p:spPr>
        <p:txBody>
          <a:bodyPr/>
          <a:lstStyle>
            <a:lvl1pPr>
              <a:defRPr sz="1200" b="0"/>
            </a:lvl1pPr>
          </a:lstStyle>
          <a:p>
            <a:r>
              <a:rPr lang="en-US"/>
              <a:t>Click icon to add picture</a:t>
            </a:r>
          </a:p>
        </p:txBody>
      </p:sp>
      <p:sp>
        <p:nvSpPr>
          <p:cNvPr id="9" name="Picture Placeholder 4">
            <a:extLst>
              <a:ext uri="{FF2B5EF4-FFF2-40B4-BE49-F238E27FC236}">
                <a16:creationId xmlns:a16="http://schemas.microsoft.com/office/drawing/2014/main" id="{2646D5ED-0FCB-4F11-0C88-B1069268926D}"/>
              </a:ext>
            </a:extLst>
          </p:cNvPr>
          <p:cNvSpPr>
            <a:spLocks noGrp="1"/>
          </p:cNvSpPr>
          <p:nvPr>
            <p:ph type="pic" sz="quarter" idx="15"/>
          </p:nvPr>
        </p:nvSpPr>
        <p:spPr>
          <a:xfrm>
            <a:off x="9549067" y="1880899"/>
            <a:ext cx="2139696" cy="3044952"/>
          </a:xfrm>
          <a:solidFill>
            <a:schemeClr val="bg1">
              <a:lumMod val="95000"/>
            </a:schemeClr>
          </a:solidFill>
        </p:spPr>
        <p:txBody>
          <a:bodyPr/>
          <a:lstStyle>
            <a:lvl1pPr>
              <a:defRPr sz="1200" b="0"/>
            </a:lvl1pPr>
          </a:lstStyle>
          <a:p>
            <a:r>
              <a:rPr lang="en-US"/>
              <a:t>Click icon to add picture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4"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4"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2765885"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2765885"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5026946"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5026946"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7288007"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7288007"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8" name="Text Placeholder 6">
            <a:extLst>
              <a:ext uri="{FF2B5EF4-FFF2-40B4-BE49-F238E27FC236}">
                <a16:creationId xmlns:a16="http://schemas.microsoft.com/office/drawing/2014/main" id="{4D3983D9-6553-1831-26D4-B4ACE3A1E86A}"/>
              </a:ext>
            </a:extLst>
          </p:cNvPr>
          <p:cNvSpPr>
            <a:spLocks noGrp="1"/>
          </p:cNvSpPr>
          <p:nvPr>
            <p:ph type="body" sz="quarter" idx="24" hasCustomPrompt="1"/>
          </p:nvPr>
        </p:nvSpPr>
        <p:spPr>
          <a:xfrm>
            <a:off x="9549067"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9" name="Text Placeholder 6">
            <a:extLst>
              <a:ext uri="{FF2B5EF4-FFF2-40B4-BE49-F238E27FC236}">
                <a16:creationId xmlns:a16="http://schemas.microsoft.com/office/drawing/2014/main" id="{FA97E8F0-E1CE-E1AD-BFFD-7E72C7AFA21E}"/>
              </a:ext>
            </a:extLst>
          </p:cNvPr>
          <p:cNvSpPr>
            <a:spLocks noGrp="1"/>
          </p:cNvSpPr>
          <p:nvPr>
            <p:ph type="body" sz="quarter" idx="25" hasCustomPrompt="1"/>
          </p:nvPr>
        </p:nvSpPr>
        <p:spPr>
          <a:xfrm>
            <a:off x="9549067"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3" name="Title 2">
            <a:extLst>
              <a:ext uri="{FF2B5EF4-FFF2-40B4-BE49-F238E27FC236}">
                <a16:creationId xmlns:a16="http://schemas.microsoft.com/office/drawing/2014/main" id="{97387FD8-5F13-DE79-3CF9-D1A5189D8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982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90D72-CCA6-644A-7C49-E6F104306B33}"/>
              </a:ext>
            </a:extLst>
          </p:cNvPr>
          <p:cNvSpPr>
            <a:spLocks noGrp="1"/>
          </p:cNvSpPr>
          <p:nvPr>
            <p:ph type="title" hasCustomPrompt="1"/>
          </p:nvPr>
        </p:nvSpPr>
        <p:spPr>
          <a:xfrm>
            <a:off x="504825" y="310896"/>
            <a:ext cx="11183938" cy="546354"/>
          </a:xfrm>
        </p:spPr>
        <p:txBody>
          <a:bodyPr/>
          <a:lstStyle/>
          <a:p>
            <a:r>
              <a:rPr lang="en-US" dirty="0"/>
              <a:t>Click to add Disclaimer</a:t>
            </a:r>
          </a:p>
        </p:txBody>
      </p:sp>
      <p:sp>
        <p:nvSpPr>
          <p:cNvPr id="4" name="Text Placeholder 3">
            <a:extLst>
              <a:ext uri="{FF2B5EF4-FFF2-40B4-BE49-F238E27FC236}">
                <a16:creationId xmlns:a16="http://schemas.microsoft.com/office/drawing/2014/main" id="{1AB141D5-B3CD-A333-AD2B-F98B2A8AE7EE}"/>
              </a:ext>
            </a:extLst>
          </p:cNvPr>
          <p:cNvSpPr>
            <a:spLocks noGrp="1"/>
          </p:cNvSpPr>
          <p:nvPr>
            <p:ph type="body" sz="quarter" idx="10"/>
          </p:nvPr>
        </p:nvSpPr>
        <p:spPr>
          <a:xfrm>
            <a:off x="504824" y="1285876"/>
            <a:ext cx="11181959" cy="3429000"/>
          </a:xfrm>
        </p:spPr>
        <p:txBody>
          <a:bodyPr/>
          <a:lstStyle>
            <a:lvl1pPr>
              <a:defRPr sz="900"/>
            </a:lvl1pPr>
            <a:lvl2pPr marL="0" indent="0">
              <a:buNone/>
              <a:defRPr/>
            </a:lvl2pPr>
          </a:lstStyle>
          <a:p>
            <a:pPr lvl="0"/>
            <a:r>
              <a:rPr lang="en-US"/>
              <a:t>Click to edit Master text styles</a:t>
            </a:r>
          </a:p>
        </p:txBody>
      </p:sp>
      <p:sp>
        <p:nvSpPr>
          <p:cNvPr id="5" name="Text Placeholder 3">
            <a:extLst>
              <a:ext uri="{FF2B5EF4-FFF2-40B4-BE49-F238E27FC236}">
                <a16:creationId xmlns:a16="http://schemas.microsoft.com/office/drawing/2014/main" id="{102D895C-5063-8070-FCFD-8146FD0078AE}"/>
              </a:ext>
            </a:extLst>
          </p:cNvPr>
          <p:cNvSpPr>
            <a:spLocks noGrp="1"/>
          </p:cNvSpPr>
          <p:nvPr>
            <p:ph type="body" sz="quarter" idx="11" hasCustomPrompt="1"/>
          </p:nvPr>
        </p:nvSpPr>
        <p:spPr>
          <a:xfrm>
            <a:off x="504824" y="5143503"/>
            <a:ext cx="4038601" cy="857248"/>
          </a:xfrm>
        </p:spPr>
        <p:txBody>
          <a:bodyPr/>
          <a:lstStyle>
            <a:lvl1pPr>
              <a:spcBef>
                <a:spcPts val="0"/>
              </a:spcBef>
              <a:defRPr sz="800">
                <a:latin typeface="Arial" panose="020B0604020202020204" pitchFamily="34" charset="0"/>
                <a:cs typeface="Arial" panose="020B0604020202020204" pitchFamily="34" charset="0"/>
              </a:defRPr>
            </a:lvl1pPr>
            <a:lvl2pPr marL="0" indent="0">
              <a:buNone/>
              <a:defRPr/>
            </a:lvl2pPr>
          </a:lstStyle>
          <a:p>
            <a:r>
              <a:rPr lang="en-US" dirty="0"/>
              <a:t>State Street Corporation</a:t>
            </a:r>
            <a:br>
              <a:rPr lang="en-US" dirty="0"/>
            </a:br>
            <a:r>
              <a:rPr lang="en-US" b="0" dirty="0"/>
              <a:t>One Lincoln Street, Boston, MA 02111-2900</a:t>
            </a:r>
            <a:br>
              <a:rPr lang="en-US" b="0" dirty="0"/>
            </a:br>
            <a:r>
              <a:rPr lang="en-US" b="0" dirty="0"/>
              <a:t>© 2023 State Street Corporation and/or its applicable third-party licensor</a:t>
            </a:r>
            <a:br>
              <a:rPr lang="en-US" b="0" dirty="0"/>
            </a:br>
            <a:r>
              <a:rPr lang="en-US" b="0" dirty="0"/>
              <a:t>All Rights Reserved</a:t>
            </a:r>
            <a:br>
              <a:rPr lang="en-US" b="0" dirty="0"/>
            </a:br>
            <a:r>
              <a:rPr lang="en-US" b="0" dirty="0"/>
              <a:t>Expiration date: [date]</a:t>
            </a:r>
          </a:p>
        </p:txBody>
      </p:sp>
    </p:spTree>
    <p:extLst>
      <p:ext uri="{BB962C8B-B14F-4D97-AF65-F5344CB8AC3E}">
        <p14:creationId xmlns:p14="http://schemas.microsoft.com/office/powerpoint/2010/main" val="2305833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End Page">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89D7CBE-6B34-7B1D-333E-E258C6E011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9824" y="2820924"/>
            <a:ext cx="4452353" cy="1216152"/>
          </a:xfrm>
          <a:prstGeom prst="rect">
            <a:avLst/>
          </a:prstGeom>
        </p:spPr>
      </p:pic>
      <p:sp useBgFill="1">
        <p:nvSpPr>
          <p:cNvPr id="2" name="Rectangle 1">
            <a:extLst>
              <a:ext uri="{FF2B5EF4-FFF2-40B4-BE49-F238E27FC236}">
                <a16:creationId xmlns:a16="http://schemas.microsoft.com/office/drawing/2014/main" id="{AD2AF3E4-D688-E99D-B778-6DA5BAB6BE02}"/>
              </a:ext>
            </a:extLst>
          </p:cNvPr>
          <p:cNvSpPr/>
          <p:nvPr/>
        </p:nvSpPr>
        <p:spPr>
          <a:xfrm>
            <a:off x="9926877" y="6365379"/>
            <a:ext cx="2265122"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r"/>
              <a:ea typeface="+mn-ea"/>
              <a:cs typeface="+mn-cs"/>
            </a:endParaRPr>
          </a:p>
        </p:txBody>
      </p:sp>
      <p:sp>
        <p:nvSpPr>
          <p:cNvPr id="3" name="Footer Placeholder 2">
            <a:extLst>
              <a:ext uri="{FF2B5EF4-FFF2-40B4-BE49-F238E27FC236}">
                <a16:creationId xmlns:a16="http://schemas.microsoft.com/office/drawing/2014/main" id="{A3C619D0-8BCA-CEC7-2874-F7AEECBC9D65}"/>
              </a:ext>
            </a:extLst>
          </p:cNvPr>
          <p:cNvSpPr>
            <a:spLocks noGrp="1"/>
          </p:cNvSpPr>
          <p:nvPr>
            <p:ph type="ftr" sz="quarter" idx="10"/>
          </p:nvPr>
        </p:nvSpPr>
        <p:spPr>
          <a:xfrm>
            <a:off x="3279862" y="6572103"/>
            <a:ext cx="4114800" cy="13849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20B5B"/>
                </a:solidFill>
                <a:effectLst/>
                <a:uLnTx/>
                <a:uFillTx/>
                <a:latin typeface="Arial" panose="020B0604020202020204" pitchFamily="34" charset="0"/>
                <a:ea typeface="+mn-ea"/>
                <a:cs typeface="Arial" panose="020B0604020202020204" pitchFamily="34" charset="0"/>
              </a:rPr>
              <a:t>XXXXXXX.X.X.GBL.INST</a:t>
            </a:r>
            <a:endParaRPr kumimoji="0" lang="en-US" sz="900" b="0" i="0" u="none" strike="noStrike" kern="1200" cap="none" spc="0" normalizeH="0" baseline="0" noProof="0" dirty="0">
              <a:ln>
                <a:noFill/>
              </a:ln>
              <a:solidFill>
                <a:srgbClr val="020B5B"/>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355345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7" name="Text Placeholder 11"/>
          <p:cNvSpPr>
            <a:spLocks noGrp="1"/>
          </p:cNvSpPr>
          <p:nvPr>
            <p:ph type="body" sz="quarter" idx="14" hasCustomPrompt="1"/>
          </p:nvPr>
        </p:nvSpPr>
        <p:spPr>
          <a:xfrm>
            <a:off x="624417" y="3687912"/>
            <a:ext cx="3860800" cy="207264"/>
          </a:xfrm>
          <a:prstGeom prst="rect">
            <a:avLst/>
          </a:prstGeom>
        </p:spPr>
        <p:txBody>
          <a:bodyPr wrap="square" lIns="0" tIns="0" rIns="0" bIns="0" anchor="t">
            <a:noAutofit/>
          </a:bodyPr>
          <a:lstStyle>
            <a:lvl1pPr marL="0" indent="0" algn="l">
              <a:buNone/>
              <a:defRPr sz="1200" b="1" baseline="0">
                <a:solidFill>
                  <a:schemeClr val="accent2"/>
                </a:solidFill>
                <a:latin typeface="Arial" panose="020B0604020202020204" pitchFamily="34" charset="0"/>
                <a:cs typeface="Arial" panose="020B0604020202020204" pitchFamily="34" charset="0"/>
              </a:defRPr>
            </a:lvl1pPr>
          </a:lstStyle>
          <a:p>
            <a:pPr lvl="0"/>
            <a:r>
              <a:rPr lang="en-US" dirty="0"/>
              <a:t>Insert Date</a:t>
            </a:r>
          </a:p>
        </p:txBody>
      </p:sp>
      <p:sp>
        <p:nvSpPr>
          <p:cNvPr id="21" name="Text Placeholder 11"/>
          <p:cNvSpPr>
            <a:spLocks noGrp="1"/>
          </p:cNvSpPr>
          <p:nvPr>
            <p:ph type="body" sz="quarter" idx="16" hasCustomPrompt="1"/>
          </p:nvPr>
        </p:nvSpPr>
        <p:spPr>
          <a:xfrm>
            <a:off x="624416" y="4213039"/>
            <a:ext cx="4169886" cy="560832"/>
          </a:xfrm>
          <a:prstGeom prst="rect">
            <a:avLst/>
          </a:prstGeom>
        </p:spPr>
        <p:txBody>
          <a:bodyPr wrap="square" lIns="0" tIns="0" rIns="0" bIns="0" anchor="t">
            <a:noAutofit/>
          </a:bodyPr>
          <a:lstStyle>
            <a:lvl1pPr marL="0" indent="0" algn="l">
              <a:lnSpc>
                <a:spcPct val="110000"/>
              </a:lnSpc>
              <a:spcBef>
                <a:spcPts val="0"/>
              </a:spcBef>
              <a:spcAft>
                <a:spcPts val="600"/>
              </a:spcAft>
              <a:buNone/>
              <a:defRPr sz="1600" b="1" baseline="0">
                <a:solidFill>
                  <a:schemeClr val="accent2"/>
                </a:solidFill>
                <a:latin typeface="Arial" panose="020B0604020202020204" pitchFamily="34" charset="0"/>
                <a:cs typeface="Arial" panose="020B0604020202020204" pitchFamily="34" charset="0"/>
              </a:defRPr>
            </a:lvl1pPr>
          </a:lstStyle>
          <a:p>
            <a:pPr lvl="0"/>
            <a:r>
              <a:rPr lang="en-US" dirty="0"/>
              <a:t>Click to edit </a:t>
            </a:r>
            <a:br>
              <a:rPr lang="en-US" dirty="0"/>
            </a:br>
            <a:r>
              <a:rPr lang="en-US" dirty="0"/>
              <a:t>Master subtitle style</a:t>
            </a:r>
          </a:p>
        </p:txBody>
      </p:sp>
      <p:pic>
        <p:nvPicPr>
          <p:cNvPr id="4" name="Picture 3" descr="\\Mac\Home\Documents\WORK FOLDER\2019\MAY\0502\SSC_Vert_2945C2.emf">
            <a:extLst>
              <a:ext uri="{FF2B5EF4-FFF2-40B4-BE49-F238E27FC236}">
                <a16:creationId xmlns:a16="http://schemas.microsoft.com/office/drawing/2014/main" id="{B90EEF2A-D0F6-8B4D-7FA7-E7D99F7769F2}"/>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24416" y="599240"/>
            <a:ext cx="2012924" cy="27806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Mac\Home\Documents\WORK FOLDER\2019\MAY\0502\SSC_Vert_2945C2.emf">
            <a:extLst>
              <a:ext uri="{FF2B5EF4-FFF2-40B4-BE49-F238E27FC236}">
                <a16:creationId xmlns:a16="http://schemas.microsoft.com/office/drawing/2014/main" id="{BA912E76-A8DE-44F8-9517-2545AF62F127}"/>
              </a:ext>
            </a:extLst>
          </p:cNvPr>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624416" y="599240"/>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B90555A-34C9-48AB-AE4E-AD76213DFCA0}"/>
              </a:ext>
            </a:extLst>
          </p:cNvPr>
          <p:cNvSpPr/>
          <p:nvPr userDrawn="1"/>
        </p:nvSpPr>
        <p:spPr>
          <a:xfrm>
            <a:off x="9501352" y="6211614"/>
            <a:ext cx="2196662" cy="483476"/>
          </a:xfrm>
          <a:prstGeom prst="rect">
            <a:avLst/>
          </a:prstGeom>
          <a:solidFill>
            <a:srgbClr val="051929"/>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7298"/>
              </a:solidFill>
              <a:effectLst/>
              <a:uLnTx/>
              <a:uFillTx/>
              <a:latin typeface="Arial"/>
              <a:ea typeface="+mn-ea"/>
              <a:cs typeface="+mn-cs"/>
            </a:endParaRPr>
          </a:p>
        </p:txBody>
      </p:sp>
      <p:sp>
        <p:nvSpPr>
          <p:cNvPr id="9" name="Title 7">
            <a:extLst>
              <a:ext uri="{FF2B5EF4-FFF2-40B4-BE49-F238E27FC236}">
                <a16:creationId xmlns:a16="http://schemas.microsoft.com/office/drawing/2014/main" id="{4D6385A0-9FFF-42DB-95FE-7D17C3551032}"/>
              </a:ext>
            </a:extLst>
          </p:cNvPr>
          <p:cNvSpPr>
            <a:spLocks noGrp="1"/>
          </p:cNvSpPr>
          <p:nvPr>
            <p:ph type="title" hasCustomPrompt="1"/>
          </p:nvPr>
        </p:nvSpPr>
        <p:spPr>
          <a:xfrm>
            <a:off x="624418" y="1653718"/>
            <a:ext cx="8686800" cy="1198800"/>
          </a:xfrm>
          <a:prstGeom prst="rect">
            <a:avLst/>
          </a:prstGeom>
        </p:spPr>
        <p:txBody>
          <a:bodyPr lIns="0" tIns="0" rIns="0" bIns="0"/>
          <a:lstStyle>
            <a:lvl1pPr>
              <a:defRPr sz="3800" b="1">
                <a:solidFill>
                  <a:schemeClr val="bg1"/>
                </a:solidFill>
                <a:latin typeface="+mj-lt"/>
                <a:cs typeface="Arial" panose="020B0604020202020204" pitchFamily="34" charset="0"/>
              </a:defRPr>
            </a:lvl1p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172637528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with Tex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pic>
        <p:nvPicPr>
          <p:cNvPr id="11" name="Picture 10" descr="\\Mac\Home\Documents\WORK FOLDER\2019\MAY\0502\SSC_Vert_2945C2.emf">
            <a:extLst>
              <a:ext uri="{FF2B5EF4-FFF2-40B4-BE49-F238E27FC236}">
                <a16:creationId xmlns:a16="http://schemas.microsoft.com/office/drawing/2014/main" id="{96922EB2-40BD-4DD5-A930-1DCA353B07F5}"/>
              </a:ext>
            </a:extLst>
          </p:cNvPr>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52F02BB8-E030-4918-9D33-346E7B46CED5}"/>
              </a:ext>
            </a:extLst>
          </p:cNvPr>
          <p:cNvSpPr/>
          <p:nvPr userDrawn="1"/>
        </p:nvSpPr>
        <p:spPr>
          <a:xfrm>
            <a:off x="2916014" y="6531320"/>
            <a:ext cx="272217"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3" name="Straight Connector 12">
            <a:extLst>
              <a:ext uri="{FF2B5EF4-FFF2-40B4-BE49-F238E27FC236}">
                <a16:creationId xmlns:a16="http://schemas.microsoft.com/office/drawing/2014/main" id="{4CE6E8B2-FB56-4C0F-AE26-3EB416023256}"/>
              </a:ext>
            </a:extLst>
          </p:cNvPr>
          <p:cNvCxnSpPr/>
          <p:nvPr userDrawn="1"/>
        </p:nvCxnSpPr>
        <p:spPr>
          <a:xfrm>
            <a:off x="2805683" y="6519906"/>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
        <p:nvSpPr>
          <p:cNvPr id="14" name="Text Placeholder 3">
            <a:extLst>
              <a:ext uri="{FF2B5EF4-FFF2-40B4-BE49-F238E27FC236}">
                <a16:creationId xmlns:a16="http://schemas.microsoft.com/office/drawing/2014/main" id="{E50AF178-F131-4007-9AEF-17F17ED6A9D6}"/>
              </a:ext>
            </a:extLst>
          </p:cNvPr>
          <p:cNvSpPr>
            <a:spLocks noGrp="1"/>
          </p:cNvSpPr>
          <p:nvPr>
            <p:ph type="body" sz="quarter" idx="11"/>
          </p:nvPr>
        </p:nvSpPr>
        <p:spPr>
          <a:xfrm>
            <a:off x="624418" y="2543812"/>
            <a:ext cx="5183716" cy="1718072"/>
          </a:xfrm>
          <a:prstGeom prst="rect">
            <a:avLst/>
          </a:prstGeom>
        </p:spPr>
        <p:txBody>
          <a:bodyPr lIns="0" tIns="0" rIns="0" bIns="0"/>
          <a:lstStyle>
            <a:lvl1pPr marL="0" indent="0">
              <a:lnSpc>
                <a:spcPct val="110000"/>
              </a:lnSpc>
              <a:spcBef>
                <a:spcPts val="0"/>
              </a:spcBef>
              <a:spcAft>
                <a:spcPts val="600"/>
              </a:spcAft>
              <a:buClr>
                <a:schemeClr val="accent1"/>
              </a:buClr>
              <a:buNone/>
              <a:defRPr sz="1200" b="1" i="0" baseline="0">
                <a:solidFill>
                  <a:schemeClr val="accent2"/>
                </a:solidFill>
                <a:latin typeface="Arial" panose="020B0604020202020204" pitchFamily="34" charset="0"/>
                <a:cs typeface="Arial" panose="020B0604020202020204" pitchFamily="34" charset="0"/>
              </a:defRPr>
            </a:lvl1pPr>
            <a:lvl2pPr marL="304716"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2pPr>
            <a:lvl3pPr marL="612255"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3pPr>
            <a:lvl4pPr marL="908505"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4pPr>
            <a:lvl5pPr marL="1216044"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7">
            <a:extLst>
              <a:ext uri="{FF2B5EF4-FFF2-40B4-BE49-F238E27FC236}">
                <a16:creationId xmlns:a16="http://schemas.microsoft.com/office/drawing/2014/main" id="{2E36471B-0C1B-4A2F-A248-50C7953216CF}"/>
              </a:ext>
            </a:extLst>
          </p:cNvPr>
          <p:cNvSpPr>
            <a:spLocks noGrp="1"/>
          </p:cNvSpPr>
          <p:nvPr>
            <p:ph type="title" hasCustomPrompt="1"/>
          </p:nvPr>
        </p:nvSpPr>
        <p:spPr>
          <a:xfrm>
            <a:off x="624419" y="1132749"/>
            <a:ext cx="5184169" cy="1198800"/>
          </a:xfrm>
          <a:prstGeom prst="rect">
            <a:avLst/>
          </a:prstGeom>
        </p:spPr>
        <p:txBody>
          <a:bodyPr lIns="0" tIns="0" rIns="0" bIns="0"/>
          <a:lstStyle>
            <a:lvl1pPr>
              <a:defRPr sz="3600" b="1">
                <a:solidFill>
                  <a:schemeClr val="bg1"/>
                </a:solidFill>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4115400405"/>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resenters">
    <p:bg>
      <p:bgPr>
        <a:blipFill dpi="0" rotWithShape="1">
          <a:blip r:embed="rId3">
            <a:lum/>
            <a:extLst>
              <a:ext uri="{96DAC541-7B7A-43D3-8B79-37D633B846F1}">
                <asvg:svgBlip xmlns:asvg="http://schemas.microsoft.com/office/drawing/2016/SVG/main" r:embed="rId4"/>
              </a:ext>
            </a:extLst>
          </a:blip>
          <a:srcRect/>
          <a:stretch>
            <a:fillRect/>
          </a:stretch>
        </a:blipFill>
        <a:effectLst/>
      </p:bgPr>
    </p:bg>
    <p:spTree>
      <p:nvGrpSpPr>
        <p:cNvPr id="1" name=""/>
        <p:cNvGrpSpPr/>
        <p:nvPr/>
      </p:nvGrpSpPr>
      <p:grpSpPr>
        <a:xfrm>
          <a:off x="0" y="0"/>
          <a:ext cx="0" cy="0"/>
          <a:chOff x="0" y="0"/>
          <a:chExt cx="0" cy="0"/>
        </a:xfrm>
      </p:grpSpPr>
      <p:graphicFrame>
        <p:nvGraphicFramePr>
          <p:cNvPr id="16" name="Object 1" hidden="1"/>
          <p:cNvGraphicFramePr>
            <a:graphicFrameLocks noChangeAspect="1"/>
          </p:cNvGraphicFramePr>
          <p:nvPr>
            <p:custDataLst>
              <p:tags r:id="rId1"/>
            </p:custData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think-cell Slide" r:id="rId5" imgW="38100" imgH="38100" progId="TCLayout.ActiveDocument.1">
                  <p:embed/>
                </p:oleObj>
              </mc:Choice>
              <mc:Fallback>
                <p:oleObj name="think-cell Slide" r:id="rId5" imgW="38100" imgH="38100" progId="TCLayout.ActiveDocument.1">
                  <p:embed/>
                  <p:pic>
                    <p:nvPicPr>
                      <p:cNvPr id="16" name="Object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Placeholder 3"/>
          <p:cNvSpPr>
            <a:spLocks noGrp="1"/>
          </p:cNvSpPr>
          <p:nvPr>
            <p:ph type="body" sz="quarter" idx="11"/>
          </p:nvPr>
        </p:nvSpPr>
        <p:spPr>
          <a:xfrm>
            <a:off x="624418" y="2543812"/>
            <a:ext cx="5183716" cy="208532"/>
          </a:xfrm>
          <a:prstGeom prst="rect">
            <a:avLst/>
          </a:prstGeom>
        </p:spPr>
        <p:txBody>
          <a:bodyPr lIns="0" tIns="0" rIns="0" bIns="0"/>
          <a:lstStyle>
            <a:lvl1pPr marL="0" indent="0">
              <a:lnSpc>
                <a:spcPct val="110000"/>
              </a:lnSpc>
              <a:spcBef>
                <a:spcPts val="0"/>
              </a:spcBef>
              <a:spcAft>
                <a:spcPts val="600"/>
              </a:spcAft>
              <a:buClr>
                <a:schemeClr val="accent1"/>
              </a:buClr>
              <a:buNone/>
              <a:defRPr sz="1200" b="1" i="0" baseline="0">
                <a:solidFill>
                  <a:schemeClr val="accent2"/>
                </a:solidFill>
                <a:latin typeface="Arial" panose="020B0604020202020204" pitchFamily="34" charset="0"/>
                <a:cs typeface="Arial" panose="020B0604020202020204" pitchFamily="34" charset="0"/>
              </a:defRPr>
            </a:lvl1pPr>
            <a:lvl2pPr marL="0" indent="0">
              <a:lnSpc>
                <a:spcPct val="110000"/>
              </a:lnSpc>
              <a:spcBef>
                <a:spcPts val="0"/>
              </a:spcBef>
              <a:spcAft>
                <a:spcPts val="600"/>
              </a:spcAft>
              <a:buClrTx/>
              <a:buFont typeface="Arial" panose="020B0604020202020204" pitchFamily="34" charset="0"/>
              <a:buNone/>
              <a:defRPr sz="1200" b="1" i="0" baseline="0">
                <a:solidFill>
                  <a:schemeClr val="accent2"/>
                </a:solidFill>
              </a:defRPr>
            </a:lvl2pPr>
            <a:lvl3pPr marL="612255" indent="-304716">
              <a:lnSpc>
                <a:spcPct val="110000"/>
              </a:lnSpc>
              <a:spcBef>
                <a:spcPts val="0"/>
              </a:spcBef>
              <a:spcAft>
                <a:spcPts val="600"/>
              </a:spcAft>
              <a:buClrTx/>
              <a:buFont typeface="Arial" panose="020B0604020202020204" pitchFamily="34" charset="0"/>
              <a:buChar char="–"/>
              <a:defRPr sz="1200" b="1" i="0" baseline="0">
                <a:solidFill>
                  <a:schemeClr val="accent2"/>
                </a:solidFill>
              </a:defRPr>
            </a:lvl3pPr>
            <a:lvl4pPr marL="908505" indent="-304716">
              <a:lnSpc>
                <a:spcPct val="110000"/>
              </a:lnSpc>
              <a:spcBef>
                <a:spcPts val="0"/>
              </a:spcBef>
              <a:spcAft>
                <a:spcPts val="600"/>
              </a:spcAft>
              <a:buClrTx/>
              <a:buFont typeface="Arial" panose="020B0604020202020204" pitchFamily="34" charset="0"/>
              <a:buChar char="•"/>
              <a:defRPr sz="1200" b="1" i="0" baseline="0">
                <a:solidFill>
                  <a:schemeClr val="accent2"/>
                </a:solidFill>
              </a:defRPr>
            </a:lvl4pPr>
            <a:lvl5pPr marL="1216044" indent="-304716">
              <a:lnSpc>
                <a:spcPct val="110000"/>
              </a:lnSpc>
              <a:spcBef>
                <a:spcPts val="0"/>
              </a:spcBef>
              <a:spcAft>
                <a:spcPts val="600"/>
              </a:spcAft>
              <a:buClrTx/>
              <a:buFont typeface="Arial" panose="020B0604020202020204" pitchFamily="34" charset="0"/>
              <a:buChar char="–"/>
              <a:defRPr sz="1200" b="1" i="0" baseline="0">
                <a:solidFill>
                  <a:schemeClr val="accent2"/>
                </a:solidFill>
              </a:defRPr>
            </a:lvl5pPr>
          </a:lstStyle>
          <a:p>
            <a:pPr lvl="0"/>
            <a:r>
              <a:rPr lang="en-US"/>
              <a:t>Click to edit Master text styles</a:t>
            </a:r>
          </a:p>
        </p:txBody>
      </p:sp>
      <p:sp>
        <p:nvSpPr>
          <p:cNvPr id="10" name="Text Placeholder 9"/>
          <p:cNvSpPr>
            <a:spLocks noGrp="1"/>
          </p:cNvSpPr>
          <p:nvPr>
            <p:ph type="body" sz="quarter" idx="12"/>
          </p:nvPr>
        </p:nvSpPr>
        <p:spPr>
          <a:xfrm>
            <a:off x="624418" y="3345615"/>
            <a:ext cx="5185350" cy="166771"/>
          </a:xfrm>
          <a:prstGeom prst="rect">
            <a:avLst/>
          </a:prstGeom>
        </p:spPr>
        <p:txBody>
          <a:bodyPr lIns="0" tIns="0" rIns="0" bIns="0">
            <a:noAutofit/>
          </a:bodyPr>
          <a:lstStyle>
            <a:lvl1pPr marL="0" indent="0">
              <a:lnSpc>
                <a:spcPct val="100000"/>
              </a:lnSpc>
              <a:spcBef>
                <a:spcPts val="0"/>
              </a:spcBef>
              <a:spcAft>
                <a:spcPts val="0"/>
              </a:spcAft>
              <a:buFontTx/>
              <a:buNone/>
              <a:defRPr sz="1000" b="1" i="0" baseline="0">
                <a:solidFill>
                  <a:schemeClr val="bg1"/>
                </a:solidFill>
                <a:latin typeface="Arial" panose="020B0604020202020204" pitchFamily="34" charset="0"/>
                <a:cs typeface="Arial" panose="020B0604020202020204" pitchFamily="34" charset="0"/>
              </a:defRPr>
            </a:lvl1pPr>
            <a:lvl2pPr marL="0" indent="0">
              <a:spcBef>
                <a:spcPts val="0"/>
              </a:spcBef>
              <a:buFontTx/>
              <a:buNone/>
              <a:defRPr sz="1777" b="1" i="0" baseline="0">
                <a:solidFill>
                  <a:schemeClr val="bg1"/>
                </a:solidFill>
              </a:defRPr>
            </a:lvl2pPr>
            <a:lvl3pPr marL="0" indent="0">
              <a:spcBef>
                <a:spcPts val="0"/>
              </a:spcBef>
              <a:buFontTx/>
              <a:buNone/>
              <a:defRPr sz="1777" b="1" i="0" baseline="0">
                <a:solidFill>
                  <a:schemeClr val="bg1"/>
                </a:solidFill>
              </a:defRPr>
            </a:lvl3pPr>
            <a:lvl4pPr marL="0" indent="0">
              <a:spcBef>
                <a:spcPts val="0"/>
              </a:spcBef>
              <a:buFontTx/>
              <a:buNone/>
              <a:defRPr sz="1777" b="1" i="0" baseline="0">
                <a:solidFill>
                  <a:schemeClr val="bg1"/>
                </a:solidFill>
              </a:defRPr>
            </a:lvl4pPr>
            <a:lvl5pPr marL="0" indent="0">
              <a:spcBef>
                <a:spcPts val="0"/>
              </a:spcBef>
              <a:buFontTx/>
              <a:buNone/>
              <a:defRPr sz="1777" b="1" i="0" baseline="0">
                <a:solidFill>
                  <a:schemeClr val="bg1"/>
                </a:solidFill>
              </a:defRPr>
            </a:lvl5pPr>
          </a:lstStyle>
          <a:p>
            <a:pPr lvl="0"/>
            <a:r>
              <a:rPr lang="en-US"/>
              <a:t>Click to edit Master text styles</a:t>
            </a:r>
          </a:p>
        </p:txBody>
      </p:sp>
      <p:sp>
        <p:nvSpPr>
          <p:cNvPr id="11" name="Text Placeholder 9"/>
          <p:cNvSpPr>
            <a:spLocks noGrp="1"/>
          </p:cNvSpPr>
          <p:nvPr>
            <p:ph type="body" sz="quarter" idx="13"/>
          </p:nvPr>
        </p:nvSpPr>
        <p:spPr>
          <a:xfrm>
            <a:off x="624418" y="3586247"/>
            <a:ext cx="5185350" cy="153888"/>
          </a:xfrm>
          <a:prstGeom prst="rect">
            <a:avLst/>
          </a:prstGeom>
        </p:spPr>
        <p:txBody>
          <a:bodyPr lIns="0" tIns="0" rIns="0" bIns="0">
            <a:spAutoFit/>
          </a:bodyPr>
          <a:lstStyle>
            <a:lvl1pPr marL="0" indent="0">
              <a:lnSpc>
                <a:spcPct val="100000"/>
              </a:lnSpc>
              <a:spcBef>
                <a:spcPts val="0"/>
              </a:spcBef>
              <a:spcAft>
                <a:spcPts val="0"/>
              </a:spcAft>
              <a:buFontTx/>
              <a:buNone/>
              <a:defRPr sz="1000" b="1" i="0" baseline="0">
                <a:solidFill>
                  <a:schemeClr val="bg1"/>
                </a:solidFill>
                <a:latin typeface="Arial" panose="020B0604020202020204" pitchFamily="34" charset="0"/>
                <a:cs typeface="Arial" panose="020B0604020202020204" pitchFamily="34" charset="0"/>
              </a:defRPr>
            </a:lvl1pPr>
            <a:lvl2pPr marL="0" indent="0">
              <a:lnSpc>
                <a:spcPct val="100000"/>
              </a:lnSpc>
              <a:spcBef>
                <a:spcPts val="0"/>
              </a:spcBef>
              <a:spcAft>
                <a:spcPts val="0"/>
              </a:spcAft>
              <a:buFontTx/>
              <a:buNone/>
              <a:defRPr sz="1000" b="1" i="0" baseline="0">
                <a:solidFill>
                  <a:schemeClr val="bg1"/>
                </a:solidFill>
              </a:defRPr>
            </a:lvl2pPr>
            <a:lvl3pPr marL="0" indent="0">
              <a:lnSpc>
                <a:spcPct val="100000"/>
              </a:lnSpc>
              <a:spcBef>
                <a:spcPts val="0"/>
              </a:spcBef>
              <a:spcAft>
                <a:spcPts val="0"/>
              </a:spcAft>
              <a:buFontTx/>
              <a:buNone/>
              <a:defRPr sz="1000" b="1" i="0" baseline="0">
                <a:solidFill>
                  <a:schemeClr val="bg1"/>
                </a:solidFill>
              </a:defRPr>
            </a:lvl3pPr>
            <a:lvl4pPr marL="0" indent="0">
              <a:spcBef>
                <a:spcPts val="0"/>
              </a:spcBef>
              <a:buFontTx/>
              <a:buNone/>
              <a:defRPr sz="1777" b="1" i="0" baseline="0">
                <a:solidFill>
                  <a:schemeClr val="bg1"/>
                </a:solidFill>
              </a:defRPr>
            </a:lvl4pPr>
            <a:lvl5pPr marL="0" indent="0">
              <a:spcBef>
                <a:spcPts val="0"/>
              </a:spcBef>
              <a:buFontTx/>
              <a:buNone/>
              <a:defRPr sz="1777" b="1" i="0" baseline="0">
                <a:solidFill>
                  <a:schemeClr val="bg1"/>
                </a:solidFill>
              </a:defRPr>
            </a:lvl5pPr>
          </a:lstStyle>
          <a:p>
            <a:pPr lvl="0"/>
            <a:r>
              <a:rPr lang="en-US"/>
              <a:t>Click to edit Master text styles</a:t>
            </a:r>
          </a:p>
        </p:txBody>
      </p:sp>
      <p:sp>
        <p:nvSpPr>
          <p:cNvPr id="7" name="Text Placeholder 9"/>
          <p:cNvSpPr>
            <a:spLocks noGrp="1"/>
          </p:cNvSpPr>
          <p:nvPr>
            <p:ph type="body" sz="quarter" idx="14"/>
          </p:nvPr>
        </p:nvSpPr>
        <p:spPr>
          <a:xfrm>
            <a:off x="624418" y="4268083"/>
            <a:ext cx="5185350" cy="166771"/>
          </a:xfrm>
          <a:prstGeom prst="rect">
            <a:avLst/>
          </a:prstGeom>
        </p:spPr>
        <p:txBody>
          <a:bodyPr lIns="0" tIns="0" rIns="0" bIns="0">
            <a:noAutofit/>
          </a:bodyPr>
          <a:lstStyle>
            <a:lvl1pPr marL="0" indent="0">
              <a:lnSpc>
                <a:spcPct val="100000"/>
              </a:lnSpc>
              <a:spcBef>
                <a:spcPts val="0"/>
              </a:spcBef>
              <a:spcAft>
                <a:spcPts val="0"/>
              </a:spcAft>
              <a:buFontTx/>
              <a:buNone/>
              <a:defRPr sz="1000" b="1" i="0" baseline="0">
                <a:solidFill>
                  <a:schemeClr val="bg1"/>
                </a:solidFill>
                <a:latin typeface="Arial" panose="020B0604020202020204" pitchFamily="34" charset="0"/>
                <a:cs typeface="Arial" panose="020B0604020202020204" pitchFamily="34" charset="0"/>
              </a:defRPr>
            </a:lvl1pPr>
            <a:lvl2pPr marL="0" indent="0">
              <a:spcBef>
                <a:spcPts val="0"/>
              </a:spcBef>
              <a:buFontTx/>
              <a:buNone/>
              <a:defRPr sz="1777" b="1" i="0" baseline="0">
                <a:solidFill>
                  <a:schemeClr val="bg1"/>
                </a:solidFill>
              </a:defRPr>
            </a:lvl2pPr>
            <a:lvl3pPr marL="0" indent="0">
              <a:spcBef>
                <a:spcPts val="0"/>
              </a:spcBef>
              <a:buFontTx/>
              <a:buNone/>
              <a:defRPr sz="1777" b="1" i="0" baseline="0">
                <a:solidFill>
                  <a:schemeClr val="bg1"/>
                </a:solidFill>
              </a:defRPr>
            </a:lvl3pPr>
            <a:lvl4pPr marL="0" indent="0">
              <a:spcBef>
                <a:spcPts val="0"/>
              </a:spcBef>
              <a:buFontTx/>
              <a:buNone/>
              <a:defRPr sz="1777" b="1" i="0" baseline="0">
                <a:solidFill>
                  <a:schemeClr val="bg1"/>
                </a:solidFill>
              </a:defRPr>
            </a:lvl4pPr>
            <a:lvl5pPr marL="0" indent="0">
              <a:spcBef>
                <a:spcPts val="0"/>
              </a:spcBef>
              <a:buFontTx/>
              <a:buNone/>
              <a:defRPr sz="1777" b="1" i="0" baseline="0">
                <a:solidFill>
                  <a:schemeClr val="bg1"/>
                </a:solidFill>
              </a:defRPr>
            </a:lvl5pPr>
          </a:lstStyle>
          <a:p>
            <a:pPr lvl="0"/>
            <a:r>
              <a:rPr lang="en-US"/>
              <a:t>Click to edit Master text styles</a:t>
            </a:r>
          </a:p>
        </p:txBody>
      </p:sp>
      <p:sp>
        <p:nvSpPr>
          <p:cNvPr id="8" name="Text Placeholder 9"/>
          <p:cNvSpPr>
            <a:spLocks noGrp="1"/>
          </p:cNvSpPr>
          <p:nvPr>
            <p:ph type="body" sz="quarter" idx="15"/>
          </p:nvPr>
        </p:nvSpPr>
        <p:spPr>
          <a:xfrm>
            <a:off x="624418" y="4508715"/>
            <a:ext cx="5185350" cy="153888"/>
          </a:xfrm>
          <a:prstGeom prst="rect">
            <a:avLst/>
          </a:prstGeom>
        </p:spPr>
        <p:txBody>
          <a:bodyPr lIns="0" tIns="0" rIns="0" bIns="0">
            <a:spAutoFit/>
          </a:bodyPr>
          <a:lstStyle>
            <a:lvl1pPr marL="0" indent="0">
              <a:lnSpc>
                <a:spcPct val="100000"/>
              </a:lnSpc>
              <a:spcBef>
                <a:spcPts val="0"/>
              </a:spcBef>
              <a:spcAft>
                <a:spcPts val="0"/>
              </a:spcAft>
              <a:buFontTx/>
              <a:buNone/>
              <a:defRPr sz="1000" b="1" i="0" baseline="0">
                <a:solidFill>
                  <a:schemeClr val="bg1"/>
                </a:solidFill>
                <a:latin typeface="Arial" panose="020B0604020202020204" pitchFamily="34" charset="0"/>
                <a:cs typeface="Arial" panose="020B0604020202020204" pitchFamily="34" charset="0"/>
              </a:defRPr>
            </a:lvl1pPr>
            <a:lvl2pPr marL="0" indent="0">
              <a:lnSpc>
                <a:spcPct val="100000"/>
              </a:lnSpc>
              <a:spcBef>
                <a:spcPts val="0"/>
              </a:spcBef>
              <a:spcAft>
                <a:spcPts val="0"/>
              </a:spcAft>
              <a:buFontTx/>
              <a:buNone/>
              <a:defRPr sz="1000" b="1" i="0" baseline="0">
                <a:solidFill>
                  <a:schemeClr val="bg1"/>
                </a:solidFill>
              </a:defRPr>
            </a:lvl2pPr>
            <a:lvl3pPr marL="0" indent="0">
              <a:lnSpc>
                <a:spcPct val="100000"/>
              </a:lnSpc>
              <a:spcBef>
                <a:spcPts val="0"/>
              </a:spcBef>
              <a:spcAft>
                <a:spcPts val="0"/>
              </a:spcAft>
              <a:buFontTx/>
              <a:buNone/>
              <a:defRPr sz="1000" b="1" i="0" baseline="0">
                <a:solidFill>
                  <a:schemeClr val="bg1"/>
                </a:solidFill>
              </a:defRPr>
            </a:lvl3pPr>
            <a:lvl4pPr marL="0" indent="0">
              <a:spcBef>
                <a:spcPts val="0"/>
              </a:spcBef>
              <a:buFontTx/>
              <a:buNone/>
              <a:defRPr sz="1777" b="1" i="0" baseline="0">
                <a:solidFill>
                  <a:schemeClr val="bg1"/>
                </a:solidFill>
              </a:defRPr>
            </a:lvl4pPr>
            <a:lvl5pPr marL="0" indent="0">
              <a:spcBef>
                <a:spcPts val="0"/>
              </a:spcBef>
              <a:buFontTx/>
              <a:buNone/>
              <a:defRPr sz="1777" b="1" i="0" baseline="0">
                <a:solidFill>
                  <a:schemeClr val="bg1"/>
                </a:solidFill>
              </a:defRPr>
            </a:lvl5pPr>
          </a:lstStyle>
          <a:p>
            <a:pPr lvl="0"/>
            <a:r>
              <a:rPr lang="en-US"/>
              <a:t>Click to edit Master text styles</a:t>
            </a:r>
          </a:p>
        </p:txBody>
      </p:sp>
      <p:sp>
        <p:nvSpPr>
          <p:cNvPr id="9" name="Text Placeholder 9"/>
          <p:cNvSpPr>
            <a:spLocks noGrp="1"/>
          </p:cNvSpPr>
          <p:nvPr>
            <p:ph type="body" sz="quarter" idx="16"/>
          </p:nvPr>
        </p:nvSpPr>
        <p:spPr>
          <a:xfrm>
            <a:off x="624418" y="5160968"/>
            <a:ext cx="5185350" cy="166771"/>
          </a:xfrm>
          <a:prstGeom prst="rect">
            <a:avLst/>
          </a:prstGeom>
        </p:spPr>
        <p:txBody>
          <a:bodyPr lIns="0" tIns="0" rIns="0" bIns="0">
            <a:noAutofit/>
          </a:bodyPr>
          <a:lstStyle>
            <a:lvl1pPr marL="0" indent="0">
              <a:lnSpc>
                <a:spcPct val="100000"/>
              </a:lnSpc>
              <a:spcBef>
                <a:spcPts val="0"/>
              </a:spcBef>
              <a:spcAft>
                <a:spcPts val="0"/>
              </a:spcAft>
              <a:buFontTx/>
              <a:buNone/>
              <a:defRPr sz="1000" b="1" i="0" baseline="0">
                <a:solidFill>
                  <a:schemeClr val="bg1"/>
                </a:solidFill>
                <a:latin typeface="Arial" panose="020B0604020202020204" pitchFamily="34" charset="0"/>
                <a:cs typeface="Arial" panose="020B0604020202020204" pitchFamily="34" charset="0"/>
              </a:defRPr>
            </a:lvl1pPr>
            <a:lvl2pPr marL="0" indent="0">
              <a:spcBef>
                <a:spcPts val="0"/>
              </a:spcBef>
              <a:buFontTx/>
              <a:buNone/>
              <a:defRPr sz="1777" b="1" i="0" baseline="0">
                <a:solidFill>
                  <a:schemeClr val="bg1"/>
                </a:solidFill>
              </a:defRPr>
            </a:lvl2pPr>
            <a:lvl3pPr marL="0" indent="0">
              <a:spcBef>
                <a:spcPts val="0"/>
              </a:spcBef>
              <a:buFontTx/>
              <a:buNone/>
              <a:defRPr sz="1777" b="1" i="0" baseline="0">
                <a:solidFill>
                  <a:schemeClr val="bg1"/>
                </a:solidFill>
              </a:defRPr>
            </a:lvl3pPr>
            <a:lvl4pPr marL="0" indent="0">
              <a:spcBef>
                <a:spcPts val="0"/>
              </a:spcBef>
              <a:buFontTx/>
              <a:buNone/>
              <a:defRPr sz="1777" b="1" i="0" baseline="0">
                <a:solidFill>
                  <a:schemeClr val="bg1"/>
                </a:solidFill>
              </a:defRPr>
            </a:lvl4pPr>
            <a:lvl5pPr marL="0" indent="0">
              <a:spcBef>
                <a:spcPts val="0"/>
              </a:spcBef>
              <a:buFontTx/>
              <a:buNone/>
              <a:defRPr sz="1777" b="1" i="0" baseline="0">
                <a:solidFill>
                  <a:schemeClr val="bg1"/>
                </a:solidFill>
              </a:defRPr>
            </a:lvl5pPr>
          </a:lstStyle>
          <a:p>
            <a:pPr lvl="0"/>
            <a:r>
              <a:rPr lang="en-US"/>
              <a:t>Click to edit Master text styles</a:t>
            </a:r>
          </a:p>
        </p:txBody>
      </p:sp>
      <p:sp>
        <p:nvSpPr>
          <p:cNvPr id="12" name="Text Placeholder 9"/>
          <p:cNvSpPr>
            <a:spLocks noGrp="1"/>
          </p:cNvSpPr>
          <p:nvPr>
            <p:ph type="body" sz="quarter" idx="17"/>
          </p:nvPr>
        </p:nvSpPr>
        <p:spPr>
          <a:xfrm>
            <a:off x="624418" y="5401600"/>
            <a:ext cx="5185350" cy="153888"/>
          </a:xfrm>
          <a:prstGeom prst="rect">
            <a:avLst/>
          </a:prstGeom>
        </p:spPr>
        <p:txBody>
          <a:bodyPr lIns="0" tIns="0" rIns="0" bIns="0">
            <a:spAutoFit/>
          </a:bodyPr>
          <a:lstStyle>
            <a:lvl1pPr marL="0" indent="0">
              <a:lnSpc>
                <a:spcPct val="100000"/>
              </a:lnSpc>
              <a:spcBef>
                <a:spcPts val="0"/>
              </a:spcBef>
              <a:spcAft>
                <a:spcPts val="0"/>
              </a:spcAft>
              <a:buFontTx/>
              <a:buNone/>
              <a:defRPr sz="1000" b="1" i="0" baseline="0">
                <a:solidFill>
                  <a:schemeClr val="bg1"/>
                </a:solidFill>
                <a:latin typeface="Arial" panose="020B0604020202020204" pitchFamily="34" charset="0"/>
                <a:cs typeface="Arial" panose="020B0604020202020204" pitchFamily="34" charset="0"/>
              </a:defRPr>
            </a:lvl1pPr>
            <a:lvl2pPr marL="0" indent="0">
              <a:lnSpc>
                <a:spcPct val="100000"/>
              </a:lnSpc>
              <a:spcBef>
                <a:spcPts val="0"/>
              </a:spcBef>
              <a:spcAft>
                <a:spcPts val="0"/>
              </a:spcAft>
              <a:buFontTx/>
              <a:buNone/>
              <a:defRPr sz="1000" b="1" i="0" baseline="0">
                <a:solidFill>
                  <a:schemeClr val="bg1"/>
                </a:solidFill>
              </a:defRPr>
            </a:lvl2pPr>
            <a:lvl3pPr marL="0" indent="0">
              <a:lnSpc>
                <a:spcPct val="100000"/>
              </a:lnSpc>
              <a:spcBef>
                <a:spcPts val="0"/>
              </a:spcBef>
              <a:spcAft>
                <a:spcPts val="0"/>
              </a:spcAft>
              <a:buFontTx/>
              <a:buNone/>
              <a:defRPr sz="1000" b="1" i="0" baseline="0">
                <a:solidFill>
                  <a:schemeClr val="bg1"/>
                </a:solidFill>
              </a:defRPr>
            </a:lvl3pPr>
            <a:lvl4pPr marL="0" indent="0">
              <a:spcBef>
                <a:spcPts val="0"/>
              </a:spcBef>
              <a:buFontTx/>
              <a:buNone/>
              <a:defRPr sz="1777" b="1" i="0" baseline="0">
                <a:solidFill>
                  <a:schemeClr val="bg1"/>
                </a:solidFill>
              </a:defRPr>
            </a:lvl4pPr>
            <a:lvl5pPr marL="0" indent="0">
              <a:spcBef>
                <a:spcPts val="0"/>
              </a:spcBef>
              <a:buFontTx/>
              <a:buNone/>
              <a:defRPr sz="1777" b="1" i="0" baseline="0">
                <a:solidFill>
                  <a:schemeClr val="bg1"/>
                </a:solidFill>
              </a:defRPr>
            </a:lvl5pPr>
          </a:lstStyle>
          <a:p>
            <a:pPr lvl="0"/>
            <a:r>
              <a:rPr lang="en-US"/>
              <a:t>Click to edit Master text styles</a:t>
            </a:r>
          </a:p>
        </p:txBody>
      </p:sp>
      <p:sp>
        <p:nvSpPr>
          <p:cNvPr id="21" name="Title 7">
            <a:extLst>
              <a:ext uri="{FF2B5EF4-FFF2-40B4-BE49-F238E27FC236}">
                <a16:creationId xmlns:a16="http://schemas.microsoft.com/office/drawing/2014/main" id="{EED084CC-C0C2-967F-9D7B-6A00A184581B}"/>
              </a:ext>
            </a:extLst>
          </p:cNvPr>
          <p:cNvSpPr>
            <a:spLocks noGrp="1"/>
          </p:cNvSpPr>
          <p:nvPr>
            <p:ph type="title" hasCustomPrompt="1"/>
          </p:nvPr>
        </p:nvSpPr>
        <p:spPr>
          <a:xfrm>
            <a:off x="624419" y="1132749"/>
            <a:ext cx="5184169" cy="1198800"/>
          </a:xfrm>
          <a:prstGeom prst="rect">
            <a:avLst/>
          </a:prstGeom>
        </p:spPr>
        <p:txBody>
          <a:bodyPr lIns="0" tIns="0" rIns="0" bIns="0"/>
          <a:lstStyle>
            <a:lvl1pPr>
              <a:defRPr sz="3600" b="1">
                <a:solidFill>
                  <a:schemeClr val="bg1"/>
                </a:solidFill>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pic>
        <p:nvPicPr>
          <p:cNvPr id="2" name="Picture 1" descr="\\Mac\Home\Documents\WORK FOLDER\2019\MAY\0502\SSC_Vert_2945C2.emf">
            <a:extLst>
              <a:ext uri="{FF2B5EF4-FFF2-40B4-BE49-F238E27FC236}">
                <a16:creationId xmlns:a16="http://schemas.microsoft.com/office/drawing/2014/main" id="{E46706F3-D45A-B0FE-813C-7CECE470A640}"/>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18C6382B-FD6A-4932-B949-A73699E75422}"/>
              </a:ext>
            </a:extLst>
          </p:cNvPr>
          <p:cNvSpPr/>
          <p:nvPr userDrawn="1"/>
        </p:nvSpPr>
        <p:spPr>
          <a:xfrm>
            <a:off x="2916774" y="6531320"/>
            <a:ext cx="272288"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26" name="Straight Connector 25">
            <a:extLst>
              <a:ext uri="{FF2B5EF4-FFF2-40B4-BE49-F238E27FC236}">
                <a16:creationId xmlns:a16="http://schemas.microsoft.com/office/drawing/2014/main" id="{B2AAA2BE-7F3B-4F99-B024-431F79996B02}"/>
              </a:ext>
            </a:extLst>
          </p:cNvPr>
          <p:cNvCxnSpPr/>
          <p:nvPr userDrawn="1"/>
        </p:nvCxnSpPr>
        <p:spPr>
          <a:xfrm>
            <a:off x="2806414" y="6519907"/>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
        <p:nvSpPr>
          <p:cNvPr id="27" name="Rectangle 26">
            <a:extLst>
              <a:ext uri="{FF2B5EF4-FFF2-40B4-BE49-F238E27FC236}">
                <a16:creationId xmlns:a16="http://schemas.microsoft.com/office/drawing/2014/main" id="{2289988C-86E8-4258-AF88-41CF4E0B9991}"/>
              </a:ext>
            </a:extLst>
          </p:cNvPr>
          <p:cNvSpPr/>
          <p:nvPr userDrawn="1"/>
        </p:nvSpPr>
        <p:spPr>
          <a:xfrm>
            <a:off x="2916014" y="6531320"/>
            <a:ext cx="272217"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28" name="Straight Connector 27">
            <a:extLst>
              <a:ext uri="{FF2B5EF4-FFF2-40B4-BE49-F238E27FC236}">
                <a16:creationId xmlns:a16="http://schemas.microsoft.com/office/drawing/2014/main" id="{2A38E2EF-A06F-4287-877E-AE7CF1749E53}"/>
              </a:ext>
            </a:extLst>
          </p:cNvPr>
          <p:cNvCxnSpPr/>
          <p:nvPr userDrawn="1"/>
        </p:nvCxnSpPr>
        <p:spPr>
          <a:xfrm>
            <a:off x="2805683" y="6519906"/>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0370529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Break Slide">
    <p:bg>
      <p:bgPr>
        <a:blipFill dpi="0" rotWithShape="1">
          <a:blip r:embed="rId3">
            <a:lum/>
            <a:extLst>
              <a:ext uri="{96DAC541-7B7A-43D3-8B79-37D633B846F1}">
                <asvg:svgBlip xmlns:asvg="http://schemas.microsoft.com/office/drawing/2016/SVG/main" r:embed="rId4"/>
              </a:ext>
            </a:extLst>
          </a:blip>
          <a:srcRect/>
          <a:stretch>
            <a:fillRect/>
          </a:stretch>
        </a:blipFill>
        <a:effectLst/>
      </p:bgPr>
    </p:bg>
    <p:spTree>
      <p:nvGrpSpPr>
        <p:cNvPr id="1" name=""/>
        <p:cNvGrpSpPr/>
        <p:nvPr/>
      </p:nvGrpSpPr>
      <p:grpSpPr>
        <a:xfrm>
          <a:off x="0" y="0"/>
          <a:ext cx="0" cy="0"/>
          <a:chOff x="0" y="0"/>
          <a:chExt cx="0" cy="0"/>
        </a:xfrm>
      </p:grpSpPr>
      <p:graphicFrame>
        <p:nvGraphicFramePr>
          <p:cNvPr id="6" name="Object 1" hidden="1"/>
          <p:cNvGraphicFramePr>
            <a:graphicFrameLocks noChangeAspect="1"/>
          </p:cNvGraphicFramePr>
          <p:nvPr>
            <p:custDataLst>
              <p:tags r:id="rId1"/>
            </p:custData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think-cell Slide" r:id="rId5" imgW="38100" imgH="38100" progId="TCLayout.ActiveDocument.1">
                  <p:embed/>
                </p:oleObj>
              </mc:Choice>
              <mc:Fallback>
                <p:oleObj name="think-cell Slide" r:id="rId5" imgW="38100" imgH="38100" progId="TCLayout.ActiveDocument.1">
                  <p:embed/>
                  <p:pic>
                    <p:nvPicPr>
                      <p:cNvPr id="6" name="Object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 Placeholder 3">
            <a:extLst>
              <a:ext uri="{FF2B5EF4-FFF2-40B4-BE49-F238E27FC236}">
                <a16:creationId xmlns:a16="http://schemas.microsoft.com/office/drawing/2014/main" id="{56A1AC56-5E82-F0EB-EC28-97CD06950604}"/>
              </a:ext>
            </a:extLst>
          </p:cNvPr>
          <p:cNvSpPr>
            <a:spLocks noGrp="1"/>
          </p:cNvSpPr>
          <p:nvPr>
            <p:ph type="body" sz="quarter" idx="11"/>
          </p:nvPr>
        </p:nvSpPr>
        <p:spPr>
          <a:xfrm>
            <a:off x="624418" y="2543812"/>
            <a:ext cx="5183716" cy="1718072"/>
          </a:xfrm>
          <a:prstGeom prst="rect">
            <a:avLst/>
          </a:prstGeom>
        </p:spPr>
        <p:txBody>
          <a:bodyPr lIns="0" tIns="0" rIns="0" bIns="0"/>
          <a:lstStyle>
            <a:lvl1pPr marL="0" indent="0">
              <a:lnSpc>
                <a:spcPct val="110000"/>
              </a:lnSpc>
              <a:spcBef>
                <a:spcPts val="0"/>
              </a:spcBef>
              <a:spcAft>
                <a:spcPts val="600"/>
              </a:spcAft>
              <a:buClr>
                <a:schemeClr val="accent1"/>
              </a:buClr>
              <a:buNone/>
              <a:defRPr sz="1200" b="1" i="0" baseline="0">
                <a:solidFill>
                  <a:schemeClr val="accent2"/>
                </a:solidFill>
                <a:latin typeface="Arial" panose="020B0604020202020204" pitchFamily="34" charset="0"/>
                <a:cs typeface="Arial" panose="020B0604020202020204" pitchFamily="34" charset="0"/>
              </a:defRPr>
            </a:lvl1pPr>
            <a:lvl2pPr marL="304716"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2pPr>
            <a:lvl3pPr marL="612255"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3pPr>
            <a:lvl4pPr marL="908505"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4pPr>
            <a:lvl5pPr marL="1216044"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7">
            <a:extLst>
              <a:ext uri="{FF2B5EF4-FFF2-40B4-BE49-F238E27FC236}">
                <a16:creationId xmlns:a16="http://schemas.microsoft.com/office/drawing/2014/main" id="{83352AEC-0399-CE7B-A558-C1B5DE0D14B5}"/>
              </a:ext>
            </a:extLst>
          </p:cNvPr>
          <p:cNvSpPr>
            <a:spLocks noGrp="1"/>
          </p:cNvSpPr>
          <p:nvPr>
            <p:ph type="title" hasCustomPrompt="1"/>
          </p:nvPr>
        </p:nvSpPr>
        <p:spPr>
          <a:xfrm>
            <a:off x="624419" y="1132749"/>
            <a:ext cx="5184169" cy="1198800"/>
          </a:xfrm>
          <a:prstGeom prst="rect">
            <a:avLst/>
          </a:prstGeom>
        </p:spPr>
        <p:txBody>
          <a:bodyPr lIns="0" tIns="0" rIns="0" bIns="0"/>
          <a:lstStyle>
            <a:lvl1pPr>
              <a:defRPr sz="3600" b="1">
                <a:solidFill>
                  <a:schemeClr val="bg1"/>
                </a:solidFill>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pic>
        <p:nvPicPr>
          <p:cNvPr id="4" name="Picture 3" descr="\\Mac\Home\Documents\WORK FOLDER\2019\MAY\0502\SSC_Vert_2945C2.emf">
            <a:extLst>
              <a:ext uri="{FF2B5EF4-FFF2-40B4-BE49-F238E27FC236}">
                <a16:creationId xmlns:a16="http://schemas.microsoft.com/office/drawing/2014/main" id="{61E03AA7-9521-2D4B-2485-A3A7B2D268E7}"/>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6FBA3034-9FC8-4C2F-9742-9DFECFABB377}"/>
              </a:ext>
            </a:extLst>
          </p:cNvPr>
          <p:cNvSpPr/>
          <p:nvPr userDrawn="1"/>
        </p:nvSpPr>
        <p:spPr>
          <a:xfrm>
            <a:off x="2916774" y="6531320"/>
            <a:ext cx="272288"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8" name="Straight Connector 17">
            <a:extLst>
              <a:ext uri="{FF2B5EF4-FFF2-40B4-BE49-F238E27FC236}">
                <a16:creationId xmlns:a16="http://schemas.microsoft.com/office/drawing/2014/main" id="{2375EA85-D1CE-402B-AB56-F9A56D19CD95}"/>
              </a:ext>
            </a:extLst>
          </p:cNvPr>
          <p:cNvCxnSpPr/>
          <p:nvPr userDrawn="1"/>
        </p:nvCxnSpPr>
        <p:spPr>
          <a:xfrm>
            <a:off x="2806414" y="6519907"/>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
        <p:nvSpPr>
          <p:cNvPr id="19" name="Rectangle 18">
            <a:extLst>
              <a:ext uri="{FF2B5EF4-FFF2-40B4-BE49-F238E27FC236}">
                <a16:creationId xmlns:a16="http://schemas.microsoft.com/office/drawing/2014/main" id="{B24DE8BA-B5B9-40E2-B0CE-684390AF9C0A}"/>
              </a:ext>
            </a:extLst>
          </p:cNvPr>
          <p:cNvSpPr/>
          <p:nvPr userDrawn="1"/>
        </p:nvSpPr>
        <p:spPr>
          <a:xfrm>
            <a:off x="2916014" y="6531320"/>
            <a:ext cx="272217"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20" name="Straight Connector 19">
            <a:extLst>
              <a:ext uri="{FF2B5EF4-FFF2-40B4-BE49-F238E27FC236}">
                <a16:creationId xmlns:a16="http://schemas.microsoft.com/office/drawing/2014/main" id="{9A24E568-AFBB-42A5-84EB-BBB4B2D58E3A}"/>
              </a:ext>
            </a:extLst>
          </p:cNvPr>
          <p:cNvCxnSpPr/>
          <p:nvPr userDrawn="1"/>
        </p:nvCxnSpPr>
        <p:spPr>
          <a:xfrm>
            <a:off x="2805683" y="6519906"/>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6984580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Break Slide">
    <p:bg>
      <p:bgPr>
        <a:blipFill dpi="0" rotWithShape="1">
          <a:blip r:embed="rId3">
            <a:lum/>
            <a:extLst>
              <a:ext uri="{96DAC541-7B7A-43D3-8B79-37D633B846F1}">
                <asvg:svgBlip xmlns:asvg="http://schemas.microsoft.com/office/drawing/2016/SVG/main" r:embed="rId4"/>
              </a:ext>
            </a:extLst>
          </a:blip>
          <a:srcRect/>
          <a:stretch>
            <a:fillRect/>
          </a:stretch>
        </a:blipFill>
        <a:effectLst/>
      </p:bgPr>
    </p:bg>
    <p:spTree>
      <p:nvGrpSpPr>
        <p:cNvPr id="1" name=""/>
        <p:cNvGrpSpPr/>
        <p:nvPr/>
      </p:nvGrpSpPr>
      <p:grpSpPr>
        <a:xfrm>
          <a:off x="0" y="0"/>
          <a:ext cx="0" cy="0"/>
          <a:chOff x="0" y="0"/>
          <a:chExt cx="0" cy="0"/>
        </a:xfrm>
      </p:grpSpPr>
      <p:graphicFrame>
        <p:nvGraphicFramePr>
          <p:cNvPr id="6" name="Object 1" hidden="1"/>
          <p:cNvGraphicFramePr>
            <a:graphicFrameLocks noChangeAspect="1"/>
          </p:cNvGraphicFramePr>
          <p:nvPr>
            <p:custDataLst>
              <p:tags r:id="rId1"/>
            </p:custData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think-cell Slide" r:id="rId5" imgW="38100" imgH="38100" progId="TCLayout.ActiveDocument.1">
                  <p:embed/>
                </p:oleObj>
              </mc:Choice>
              <mc:Fallback>
                <p:oleObj name="think-cell Slide" r:id="rId5" imgW="38100" imgH="38100" progId="TCLayout.ActiveDocument.1">
                  <p:embed/>
                  <p:pic>
                    <p:nvPicPr>
                      <p:cNvPr id="6" name="Object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 Placeholder 3">
            <a:extLst>
              <a:ext uri="{FF2B5EF4-FFF2-40B4-BE49-F238E27FC236}">
                <a16:creationId xmlns:a16="http://schemas.microsoft.com/office/drawing/2014/main" id="{56A1AC56-5E82-F0EB-EC28-97CD06950604}"/>
              </a:ext>
            </a:extLst>
          </p:cNvPr>
          <p:cNvSpPr>
            <a:spLocks noGrp="1"/>
          </p:cNvSpPr>
          <p:nvPr>
            <p:ph type="body" sz="quarter" idx="11"/>
          </p:nvPr>
        </p:nvSpPr>
        <p:spPr>
          <a:xfrm>
            <a:off x="624418" y="2543812"/>
            <a:ext cx="5183716" cy="1718072"/>
          </a:xfrm>
          <a:prstGeom prst="rect">
            <a:avLst/>
          </a:prstGeom>
        </p:spPr>
        <p:txBody>
          <a:bodyPr lIns="0" tIns="0" rIns="0" bIns="0"/>
          <a:lstStyle>
            <a:lvl1pPr marL="0" indent="0">
              <a:lnSpc>
                <a:spcPct val="110000"/>
              </a:lnSpc>
              <a:spcBef>
                <a:spcPts val="0"/>
              </a:spcBef>
              <a:spcAft>
                <a:spcPts val="600"/>
              </a:spcAft>
              <a:buClr>
                <a:schemeClr val="accent1"/>
              </a:buClr>
              <a:buNone/>
              <a:defRPr sz="1200" b="1" i="0" baseline="0">
                <a:solidFill>
                  <a:schemeClr val="accent2"/>
                </a:solidFill>
                <a:latin typeface="Arial" panose="020B0604020202020204" pitchFamily="34" charset="0"/>
                <a:cs typeface="Arial" panose="020B0604020202020204" pitchFamily="34" charset="0"/>
              </a:defRPr>
            </a:lvl1pPr>
            <a:lvl2pPr marL="304716"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2pPr>
            <a:lvl3pPr marL="612255"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3pPr>
            <a:lvl4pPr marL="908505"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4pPr>
            <a:lvl5pPr marL="1216044" indent="-304716">
              <a:lnSpc>
                <a:spcPct val="110000"/>
              </a:lnSpc>
              <a:spcBef>
                <a:spcPts val="0"/>
              </a:spcBef>
              <a:spcAft>
                <a:spcPts val="600"/>
              </a:spcAft>
              <a:buClrTx/>
              <a:buFont typeface="Arial" panose="020B0604020202020204" pitchFamily="34" charset="0"/>
              <a:buChar char="–"/>
              <a:defRPr sz="1200" b="1" i="0" baseline="0">
                <a:solidFill>
                  <a:schemeClr val="accent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7">
            <a:extLst>
              <a:ext uri="{FF2B5EF4-FFF2-40B4-BE49-F238E27FC236}">
                <a16:creationId xmlns:a16="http://schemas.microsoft.com/office/drawing/2014/main" id="{83352AEC-0399-CE7B-A558-C1B5DE0D14B5}"/>
              </a:ext>
            </a:extLst>
          </p:cNvPr>
          <p:cNvSpPr>
            <a:spLocks noGrp="1"/>
          </p:cNvSpPr>
          <p:nvPr>
            <p:ph type="title" hasCustomPrompt="1"/>
          </p:nvPr>
        </p:nvSpPr>
        <p:spPr>
          <a:xfrm>
            <a:off x="624419" y="1132749"/>
            <a:ext cx="5184169" cy="1198800"/>
          </a:xfrm>
          <a:prstGeom prst="rect">
            <a:avLst/>
          </a:prstGeom>
        </p:spPr>
        <p:txBody>
          <a:bodyPr lIns="0" tIns="0" rIns="0" bIns="0"/>
          <a:lstStyle>
            <a:lvl1pPr>
              <a:defRPr sz="3600" b="1">
                <a:solidFill>
                  <a:schemeClr val="bg1"/>
                </a:solidFill>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pic>
        <p:nvPicPr>
          <p:cNvPr id="4" name="Picture 3" descr="\\Mac\Home\Documents\WORK FOLDER\2019\MAY\0502\SSC_Vert_2945C2.emf">
            <a:extLst>
              <a:ext uri="{FF2B5EF4-FFF2-40B4-BE49-F238E27FC236}">
                <a16:creationId xmlns:a16="http://schemas.microsoft.com/office/drawing/2014/main" id="{61E03AA7-9521-2D4B-2485-A3A7B2D268E7}"/>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6FBA3034-9FC8-4C2F-9742-9DFECFABB377}"/>
              </a:ext>
            </a:extLst>
          </p:cNvPr>
          <p:cNvSpPr/>
          <p:nvPr userDrawn="1"/>
        </p:nvSpPr>
        <p:spPr>
          <a:xfrm>
            <a:off x="2916774" y="6531320"/>
            <a:ext cx="272288"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8" name="Straight Connector 17">
            <a:extLst>
              <a:ext uri="{FF2B5EF4-FFF2-40B4-BE49-F238E27FC236}">
                <a16:creationId xmlns:a16="http://schemas.microsoft.com/office/drawing/2014/main" id="{2375EA85-D1CE-402B-AB56-F9A56D19CD95}"/>
              </a:ext>
            </a:extLst>
          </p:cNvPr>
          <p:cNvCxnSpPr/>
          <p:nvPr userDrawn="1"/>
        </p:nvCxnSpPr>
        <p:spPr>
          <a:xfrm>
            <a:off x="2806414" y="6519907"/>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
        <p:nvSpPr>
          <p:cNvPr id="19" name="Rectangle 18">
            <a:extLst>
              <a:ext uri="{FF2B5EF4-FFF2-40B4-BE49-F238E27FC236}">
                <a16:creationId xmlns:a16="http://schemas.microsoft.com/office/drawing/2014/main" id="{B24DE8BA-B5B9-40E2-B0CE-684390AF9C0A}"/>
              </a:ext>
            </a:extLst>
          </p:cNvPr>
          <p:cNvSpPr/>
          <p:nvPr userDrawn="1"/>
        </p:nvSpPr>
        <p:spPr>
          <a:xfrm>
            <a:off x="2916014" y="6531320"/>
            <a:ext cx="272217"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20" name="Straight Connector 19">
            <a:extLst>
              <a:ext uri="{FF2B5EF4-FFF2-40B4-BE49-F238E27FC236}">
                <a16:creationId xmlns:a16="http://schemas.microsoft.com/office/drawing/2014/main" id="{9A24E568-AFBB-42A5-84EB-BBB4B2D58E3A}"/>
              </a:ext>
            </a:extLst>
          </p:cNvPr>
          <p:cNvCxnSpPr/>
          <p:nvPr userDrawn="1"/>
        </p:nvCxnSpPr>
        <p:spPr>
          <a:xfrm>
            <a:off x="2805683" y="6519906"/>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2626020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allout with Title and Subhead">
    <p:bg>
      <p:bgPr>
        <a:blipFill dpi="0" rotWithShape="0">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5" name="Title 7">
            <a:extLst>
              <a:ext uri="{FF2B5EF4-FFF2-40B4-BE49-F238E27FC236}">
                <a16:creationId xmlns:a16="http://schemas.microsoft.com/office/drawing/2014/main" id="{9B25FFD3-3D0C-F192-15A6-668A8EFA0B99}"/>
              </a:ext>
            </a:extLst>
          </p:cNvPr>
          <p:cNvSpPr>
            <a:spLocks noGrp="1"/>
          </p:cNvSpPr>
          <p:nvPr>
            <p:ph type="title" hasCustomPrompt="1"/>
          </p:nvPr>
        </p:nvSpPr>
        <p:spPr>
          <a:xfrm>
            <a:off x="624418" y="1509184"/>
            <a:ext cx="8131275" cy="1198800"/>
          </a:xfrm>
          <a:prstGeom prst="rect">
            <a:avLst/>
          </a:prstGeom>
        </p:spPr>
        <p:txBody>
          <a:bodyPr lIns="0" tIns="0" rIns="0" bIns="0" anchor="t"/>
          <a:lstStyle>
            <a:lvl1pPr>
              <a:lnSpc>
                <a:spcPct val="100000"/>
              </a:lnSpc>
              <a:spcAft>
                <a:spcPts val="1800"/>
              </a:spcAft>
              <a:defRPr sz="3200" b="1">
                <a:solidFill>
                  <a:schemeClr val="bg1"/>
                </a:solidFill>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pic>
        <p:nvPicPr>
          <p:cNvPr id="2" name="Picture 1" descr="\\Mac\Home\Documents\WORK FOLDER\2019\MAY\0502\SSC_Vert_2945C2.emf">
            <a:extLst>
              <a:ext uri="{FF2B5EF4-FFF2-40B4-BE49-F238E27FC236}">
                <a16:creationId xmlns:a16="http://schemas.microsoft.com/office/drawing/2014/main" id="{615E85E4-0D57-2539-3B14-E706C8F0FF4C}"/>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3">
            <a:extLst>
              <a:ext uri="{FF2B5EF4-FFF2-40B4-BE49-F238E27FC236}">
                <a16:creationId xmlns:a16="http://schemas.microsoft.com/office/drawing/2014/main" id="{F4586093-AFEA-0FFB-6C80-BEABD73D5BED}"/>
              </a:ext>
            </a:extLst>
          </p:cNvPr>
          <p:cNvSpPr>
            <a:spLocks noGrp="1"/>
          </p:cNvSpPr>
          <p:nvPr>
            <p:ph type="body" sz="quarter" idx="12"/>
          </p:nvPr>
        </p:nvSpPr>
        <p:spPr>
          <a:xfrm>
            <a:off x="624418" y="919921"/>
            <a:ext cx="8131275" cy="327600"/>
          </a:xfrm>
          <a:prstGeom prst="rect">
            <a:avLst/>
          </a:prstGeom>
        </p:spPr>
        <p:txBody>
          <a:bodyPr lIns="0" tIns="0" rIns="0" bIns="0">
            <a:noAutofit/>
          </a:bodyPr>
          <a:lstStyle>
            <a:lvl1pPr marL="0" indent="0">
              <a:spcBef>
                <a:spcPts val="0"/>
              </a:spcBef>
              <a:buFontTx/>
              <a:buNone/>
              <a:defRPr sz="1600" b="0" i="0">
                <a:solidFill>
                  <a:schemeClr val="bg1"/>
                </a:solidFill>
                <a:latin typeface="Arial" panose="020B0604020202020204" pitchFamily="34" charset="0"/>
                <a:cs typeface="Arial" panose="020B0604020202020204" pitchFamily="34" charset="0"/>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3" name="Text Placeholder 12">
            <a:extLst>
              <a:ext uri="{FF2B5EF4-FFF2-40B4-BE49-F238E27FC236}">
                <a16:creationId xmlns:a16="http://schemas.microsoft.com/office/drawing/2014/main" id="{D9024761-54EE-393A-BC49-01D4B3C0E7CD}"/>
              </a:ext>
            </a:extLst>
          </p:cNvPr>
          <p:cNvSpPr>
            <a:spLocks noGrp="1"/>
          </p:cNvSpPr>
          <p:nvPr>
            <p:ph type="body" sz="quarter" idx="13" hasCustomPrompt="1"/>
          </p:nvPr>
        </p:nvSpPr>
        <p:spPr>
          <a:xfrm>
            <a:off x="624050" y="531941"/>
            <a:ext cx="8131275" cy="327600"/>
          </a:xfrm>
          <a:prstGeom prst="rect">
            <a:avLst/>
          </a:prstGeom>
        </p:spPr>
        <p:txBody>
          <a:bodyPr lIns="0" tIns="0" rIns="0" bIns="0" anchor="b"/>
          <a:lstStyle>
            <a:lvl1pPr marL="0" indent="0">
              <a:buNone/>
              <a:defRPr sz="2400" b="1">
                <a:solidFill>
                  <a:schemeClr val="bg1"/>
                </a:solidFill>
                <a:latin typeface="Arial" panose="020B0604020202020204" pitchFamily="34" charset="0"/>
                <a:cs typeface="Arial" panose="020B0604020202020204" pitchFamily="34" charset="0"/>
              </a:defRPr>
            </a:lvl1pPr>
            <a:lvl2pPr marL="5643"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title style</a:t>
            </a:r>
          </a:p>
        </p:txBody>
      </p:sp>
      <p:sp>
        <p:nvSpPr>
          <p:cNvPr id="16" name="Rectangle 15">
            <a:extLst>
              <a:ext uri="{FF2B5EF4-FFF2-40B4-BE49-F238E27FC236}">
                <a16:creationId xmlns:a16="http://schemas.microsoft.com/office/drawing/2014/main" id="{B1B2EEE7-4E33-4C23-8813-8BA727726FB7}"/>
              </a:ext>
            </a:extLst>
          </p:cNvPr>
          <p:cNvSpPr/>
          <p:nvPr userDrawn="1"/>
        </p:nvSpPr>
        <p:spPr>
          <a:xfrm>
            <a:off x="2916774" y="6531320"/>
            <a:ext cx="272288"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7" name="Straight Connector 16">
            <a:extLst>
              <a:ext uri="{FF2B5EF4-FFF2-40B4-BE49-F238E27FC236}">
                <a16:creationId xmlns:a16="http://schemas.microsoft.com/office/drawing/2014/main" id="{5231929E-F572-46EC-AD08-EDF496B0F04C}"/>
              </a:ext>
            </a:extLst>
          </p:cNvPr>
          <p:cNvCxnSpPr/>
          <p:nvPr userDrawn="1"/>
        </p:nvCxnSpPr>
        <p:spPr>
          <a:xfrm>
            <a:off x="2806414" y="6519907"/>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
        <p:nvSpPr>
          <p:cNvPr id="18" name="Rectangle 17">
            <a:extLst>
              <a:ext uri="{FF2B5EF4-FFF2-40B4-BE49-F238E27FC236}">
                <a16:creationId xmlns:a16="http://schemas.microsoft.com/office/drawing/2014/main" id="{BA03C184-6BF2-447D-97EE-5363705BD0EB}"/>
              </a:ext>
            </a:extLst>
          </p:cNvPr>
          <p:cNvSpPr/>
          <p:nvPr userDrawn="1"/>
        </p:nvSpPr>
        <p:spPr>
          <a:xfrm>
            <a:off x="2916014" y="6531320"/>
            <a:ext cx="272217"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9" name="Straight Connector 18">
            <a:extLst>
              <a:ext uri="{FF2B5EF4-FFF2-40B4-BE49-F238E27FC236}">
                <a16:creationId xmlns:a16="http://schemas.microsoft.com/office/drawing/2014/main" id="{AA1B1AE4-9436-4ACE-B919-F8CC48E3092A}"/>
              </a:ext>
            </a:extLst>
          </p:cNvPr>
          <p:cNvCxnSpPr/>
          <p:nvPr userDrawn="1"/>
        </p:nvCxnSpPr>
        <p:spPr>
          <a:xfrm>
            <a:off x="2805683" y="6519906"/>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879673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Callout with Title and Subhead">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5" name="Title 7">
            <a:extLst>
              <a:ext uri="{FF2B5EF4-FFF2-40B4-BE49-F238E27FC236}">
                <a16:creationId xmlns:a16="http://schemas.microsoft.com/office/drawing/2014/main" id="{9B25FFD3-3D0C-F192-15A6-668A8EFA0B99}"/>
              </a:ext>
            </a:extLst>
          </p:cNvPr>
          <p:cNvSpPr>
            <a:spLocks noGrp="1"/>
          </p:cNvSpPr>
          <p:nvPr>
            <p:ph type="title" hasCustomPrompt="1"/>
          </p:nvPr>
        </p:nvSpPr>
        <p:spPr>
          <a:xfrm>
            <a:off x="624418" y="1509184"/>
            <a:ext cx="8579872" cy="1198800"/>
          </a:xfrm>
          <a:prstGeom prst="rect">
            <a:avLst/>
          </a:prstGeom>
        </p:spPr>
        <p:txBody>
          <a:bodyPr lIns="0" tIns="0" rIns="0" bIns="0" anchor="t"/>
          <a:lstStyle>
            <a:lvl1pPr>
              <a:lnSpc>
                <a:spcPct val="100000"/>
              </a:lnSpc>
              <a:spcAft>
                <a:spcPts val="1800"/>
              </a:spcAft>
              <a:defRPr sz="3200" b="1">
                <a:solidFill>
                  <a:schemeClr val="bg1"/>
                </a:solidFill>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pic>
        <p:nvPicPr>
          <p:cNvPr id="2" name="Picture 1" descr="\\Mac\Home\Documents\WORK FOLDER\2019\MAY\0502\SSC_Vert_2945C2.emf">
            <a:extLst>
              <a:ext uri="{FF2B5EF4-FFF2-40B4-BE49-F238E27FC236}">
                <a16:creationId xmlns:a16="http://schemas.microsoft.com/office/drawing/2014/main" id="{615E85E4-0D57-2539-3B14-E706C8F0FF4C}"/>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3">
            <a:extLst>
              <a:ext uri="{FF2B5EF4-FFF2-40B4-BE49-F238E27FC236}">
                <a16:creationId xmlns:a16="http://schemas.microsoft.com/office/drawing/2014/main" id="{F4586093-AFEA-0FFB-6C80-BEABD73D5BED}"/>
              </a:ext>
            </a:extLst>
          </p:cNvPr>
          <p:cNvSpPr>
            <a:spLocks noGrp="1"/>
          </p:cNvSpPr>
          <p:nvPr>
            <p:ph type="body" sz="quarter" idx="12"/>
          </p:nvPr>
        </p:nvSpPr>
        <p:spPr>
          <a:xfrm>
            <a:off x="624418" y="919921"/>
            <a:ext cx="8579872" cy="327600"/>
          </a:xfrm>
          <a:prstGeom prst="rect">
            <a:avLst/>
          </a:prstGeom>
        </p:spPr>
        <p:txBody>
          <a:bodyPr lIns="0" tIns="0" rIns="0" bIns="0">
            <a:noAutofit/>
          </a:bodyPr>
          <a:lstStyle>
            <a:lvl1pPr marL="0" indent="0">
              <a:spcBef>
                <a:spcPts val="0"/>
              </a:spcBef>
              <a:buFontTx/>
              <a:buNone/>
              <a:defRPr sz="1600" b="0" i="0">
                <a:solidFill>
                  <a:schemeClr val="bg1"/>
                </a:solidFill>
                <a:latin typeface="Arial" panose="020B0604020202020204" pitchFamily="34" charset="0"/>
                <a:cs typeface="Arial" panose="020B0604020202020204" pitchFamily="34" charset="0"/>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3" name="Text Placeholder 12">
            <a:extLst>
              <a:ext uri="{FF2B5EF4-FFF2-40B4-BE49-F238E27FC236}">
                <a16:creationId xmlns:a16="http://schemas.microsoft.com/office/drawing/2014/main" id="{D9024761-54EE-393A-BC49-01D4B3C0E7CD}"/>
              </a:ext>
            </a:extLst>
          </p:cNvPr>
          <p:cNvSpPr>
            <a:spLocks noGrp="1"/>
          </p:cNvSpPr>
          <p:nvPr>
            <p:ph type="body" sz="quarter" idx="13" hasCustomPrompt="1"/>
          </p:nvPr>
        </p:nvSpPr>
        <p:spPr>
          <a:xfrm>
            <a:off x="624050" y="531941"/>
            <a:ext cx="8579873" cy="327600"/>
          </a:xfrm>
          <a:prstGeom prst="rect">
            <a:avLst/>
          </a:prstGeom>
        </p:spPr>
        <p:txBody>
          <a:bodyPr lIns="0" tIns="0" rIns="0" bIns="0" anchor="b"/>
          <a:lstStyle>
            <a:lvl1pPr marL="0" indent="0">
              <a:buNone/>
              <a:defRPr sz="2400" b="1">
                <a:solidFill>
                  <a:schemeClr val="bg1"/>
                </a:solidFill>
                <a:latin typeface="Arial" panose="020B0604020202020204" pitchFamily="34" charset="0"/>
                <a:cs typeface="Arial" panose="020B0604020202020204" pitchFamily="34" charset="0"/>
              </a:defRPr>
            </a:lvl1pPr>
            <a:lvl2pPr marL="5643"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title style</a:t>
            </a:r>
          </a:p>
        </p:txBody>
      </p:sp>
      <p:sp>
        <p:nvSpPr>
          <p:cNvPr id="16" name="Rectangle 15">
            <a:extLst>
              <a:ext uri="{FF2B5EF4-FFF2-40B4-BE49-F238E27FC236}">
                <a16:creationId xmlns:a16="http://schemas.microsoft.com/office/drawing/2014/main" id="{B1B2EEE7-4E33-4C23-8813-8BA727726FB7}"/>
              </a:ext>
            </a:extLst>
          </p:cNvPr>
          <p:cNvSpPr/>
          <p:nvPr userDrawn="1"/>
        </p:nvSpPr>
        <p:spPr>
          <a:xfrm>
            <a:off x="2916774" y="6531320"/>
            <a:ext cx="272288"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7" name="Straight Connector 16">
            <a:extLst>
              <a:ext uri="{FF2B5EF4-FFF2-40B4-BE49-F238E27FC236}">
                <a16:creationId xmlns:a16="http://schemas.microsoft.com/office/drawing/2014/main" id="{5231929E-F572-46EC-AD08-EDF496B0F04C}"/>
              </a:ext>
            </a:extLst>
          </p:cNvPr>
          <p:cNvCxnSpPr/>
          <p:nvPr userDrawn="1"/>
        </p:nvCxnSpPr>
        <p:spPr>
          <a:xfrm>
            <a:off x="2806414" y="6519907"/>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
        <p:nvSpPr>
          <p:cNvPr id="18" name="Rectangle 17">
            <a:extLst>
              <a:ext uri="{FF2B5EF4-FFF2-40B4-BE49-F238E27FC236}">
                <a16:creationId xmlns:a16="http://schemas.microsoft.com/office/drawing/2014/main" id="{BA03C184-6BF2-447D-97EE-5363705BD0EB}"/>
              </a:ext>
            </a:extLst>
          </p:cNvPr>
          <p:cNvSpPr/>
          <p:nvPr userDrawn="1"/>
        </p:nvSpPr>
        <p:spPr>
          <a:xfrm>
            <a:off x="2916014" y="6531320"/>
            <a:ext cx="272217"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9" name="Straight Connector 18">
            <a:extLst>
              <a:ext uri="{FF2B5EF4-FFF2-40B4-BE49-F238E27FC236}">
                <a16:creationId xmlns:a16="http://schemas.microsoft.com/office/drawing/2014/main" id="{AA1B1AE4-9436-4ACE-B919-F8CC48E3092A}"/>
              </a:ext>
            </a:extLst>
          </p:cNvPr>
          <p:cNvCxnSpPr/>
          <p:nvPr userDrawn="1"/>
        </p:nvCxnSpPr>
        <p:spPr>
          <a:xfrm>
            <a:off x="2805683" y="6519906"/>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5907080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allout Only">
    <p:bg>
      <p:bgPr>
        <a:blipFill dpi="0" rotWithShape="0">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5" name="Title 7">
            <a:extLst>
              <a:ext uri="{FF2B5EF4-FFF2-40B4-BE49-F238E27FC236}">
                <a16:creationId xmlns:a16="http://schemas.microsoft.com/office/drawing/2014/main" id="{9B25FFD3-3D0C-F192-15A6-668A8EFA0B99}"/>
              </a:ext>
            </a:extLst>
          </p:cNvPr>
          <p:cNvSpPr>
            <a:spLocks noGrp="1"/>
          </p:cNvSpPr>
          <p:nvPr>
            <p:ph type="title" hasCustomPrompt="1"/>
          </p:nvPr>
        </p:nvSpPr>
        <p:spPr>
          <a:xfrm>
            <a:off x="624419" y="1509185"/>
            <a:ext cx="7943381" cy="1231106"/>
          </a:xfrm>
          <a:prstGeom prst="rect">
            <a:avLst/>
          </a:prstGeom>
        </p:spPr>
        <p:txBody>
          <a:bodyPr wrap="square" lIns="0" tIns="0" rIns="0" bIns="0" anchor="t">
            <a:spAutoFit/>
          </a:bodyPr>
          <a:lstStyle>
            <a:lvl1pPr>
              <a:lnSpc>
                <a:spcPct val="100000"/>
              </a:lnSpc>
              <a:spcAft>
                <a:spcPts val="1800"/>
              </a:spcAft>
              <a:defRPr sz="4000" b="1">
                <a:solidFill>
                  <a:schemeClr val="bg1"/>
                </a:solidFill>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pic>
        <p:nvPicPr>
          <p:cNvPr id="2" name="Picture 1" descr="\\Mac\Home\Documents\WORK FOLDER\2019\MAY\0502\SSC_Vert_2945C2.emf">
            <a:extLst>
              <a:ext uri="{FF2B5EF4-FFF2-40B4-BE49-F238E27FC236}">
                <a16:creationId xmlns:a16="http://schemas.microsoft.com/office/drawing/2014/main" id="{615E85E4-0D57-2539-3B14-E706C8F0FF4C}"/>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D61ED049-77A2-4535-9A8D-93D65341C6ED}"/>
              </a:ext>
            </a:extLst>
          </p:cNvPr>
          <p:cNvSpPr/>
          <p:nvPr userDrawn="1"/>
        </p:nvSpPr>
        <p:spPr>
          <a:xfrm>
            <a:off x="2916774" y="6531320"/>
            <a:ext cx="272288"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3" name="Straight Connector 12">
            <a:extLst>
              <a:ext uri="{FF2B5EF4-FFF2-40B4-BE49-F238E27FC236}">
                <a16:creationId xmlns:a16="http://schemas.microsoft.com/office/drawing/2014/main" id="{84B87C6B-97FA-4675-918E-65DAC48BDD95}"/>
              </a:ext>
            </a:extLst>
          </p:cNvPr>
          <p:cNvCxnSpPr/>
          <p:nvPr userDrawn="1"/>
        </p:nvCxnSpPr>
        <p:spPr>
          <a:xfrm>
            <a:off x="2806414" y="6519907"/>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
        <p:nvSpPr>
          <p:cNvPr id="14" name="Rectangle 13">
            <a:extLst>
              <a:ext uri="{FF2B5EF4-FFF2-40B4-BE49-F238E27FC236}">
                <a16:creationId xmlns:a16="http://schemas.microsoft.com/office/drawing/2014/main" id="{E9FD3B00-C53C-40DF-95A4-53DDB7AA6539}"/>
              </a:ext>
            </a:extLst>
          </p:cNvPr>
          <p:cNvSpPr/>
          <p:nvPr userDrawn="1"/>
        </p:nvSpPr>
        <p:spPr>
          <a:xfrm>
            <a:off x="2916014" y="6531320"/>
            <a:ext cx="272217"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6" name="Straight Connector 15">
            <a:extLst>
              <a:ext uri="{FF2B5EF4-FFF2-40B4-BE49-F238E27FC236}">
                <a16:creationId xmlns:a16="http://schemas.microsoft.com/office/drawing/2014/main" id="{E7E493A3-2102-4AB6-8145-CB035CA73182}"/>
              </a:ext>
            </a:extLst>
          </p:cNvPr>
          <p:cNvCxnSpPr/>
          <p:nvPr userDrawn="1"/>
        </p:nvCxnSpPr>
        <p:spPr>
          <a:xfrm>
            <a:off x="2805683" y="6519906"/>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9431948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Callout Only">
    <p:bg>
      <p:bgPr>
        <a:blipFill dpi="0" rotWithShape="0">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5" name="Title 7">
            <a:extLst>
              <a:ext uri="{FF2B5EF4-FFF2-40B4-BE49-F238E27FC236}">
                <a16:creationId xmlns:a16="http://schemas.microsoft.com/office/drawing/2014/main" id="{9B25FFD3-3D0C-F192-15A6-668A8EFA0B99}"/>
              </a:ext>
            </a:extLst>
          </p:cNvPr>
          <p:cNvSpPr>
            <a:spLocks noGrp="1"/>
          </p:cNvSpPr>
          <p:nvPr>
            <p:ph type="title" hasCustomPrompt="1"/>
          </p:nvPr>
        </p:nvSpPr>
        <p:spPr>
          <a:xfrm>
            <a:off x="624419" y="1509185"/>
            <a:ext cx="8181378" cy="1231106"/>
          </a:xfrm>
          <a:prstGeom prst="rect">
            <a:avLst/>
          </a:prstGeom>
        </p:spPr>
        <p:txBody>
          <a:bodyPr wrap="square" lIns="0" tIns="0" rIns="0" bIns="0" anchor="t">
            <a:spAutoFit/>
          </a:bodyPr>
          <a:lstStyle>
            <a:lvl1pPr>
              <a:lnSpc>
                <a:spcPct val="100000"/>
              </a:lnSpc>
              <a:spcAft>
                <a:spcPts val="1800"/>
              </a:spcAft>
              <a:defRPr sz="4000" b="1">
                <a:solidFill>
                  <a:schemeClr val="bg1"/>
                </a:solidFill>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pic>
        <p:nvPicPr>
          <p:cNvPr id="2" name="Picture 1" descr="\\Mac\Home\Documents\WORK FOLDER\2019\MAY\0502\SSC_Vert_2945C2.emf">
            <a:extLst>
              <a:ext uri="{FF2B5EF4-FFF2-40B4-BE49-F238E27FC236}">
                <a16:creationId xmlns:a16="http://schemas.microsoft.com/office/drawing/2014/main" id="{615E85E4-0D57-2539-3B14-E706C8F0FF4C}"/>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D61ED049-77A2-4535-9A8D-93D65341C6ED}"/>
              </a:ext>
            </a:extLst>
          </p:cNvPr>
          <p:cNvSpPr/>
          <p:nvPr userDrawn="1"/>
        </p:nvSpPr>
        <p:spPr>
          <a:xfrm>
            <a:off x="2916774" y="6531320"/>
            <a:ext cx="272288"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3" name="Straight Connector 12">
            <a:extLst>
              <a:ext uri="{FF2B5EF4-FFF2-40B4-BE49-F238E27FC236}">
                <a16:creationId xmlns:a16="http://schemas.microsoft.com/office/drawing/2014/main" id="{84B87C6B-97FA-4675-918E-65DAC48BDD95}"/>
              </a:ext>
            </a:extLst>
          </p:cNvPr>
          <p:cNvCxnSpPr/>
          <p:nvPr userDrawn="1"/>
        </p:nvCxnSpPr>
        <p:spPr>
          <a:xfrm>
            <a:off x="2806414" y="6519907"/>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
        <p:nvSpPr>
          <p:cNvPr id="14" name="Rectangle 13">
            <a:extLst>
              <a:ext uri="{FF2B5EF4-FFF2-40B4-BE49-F238E27FC236}">
                <a16:creationId xmlns:a16="http://schemas.microsoft.com/office/drawing/2014/main" id="{E9FD3B00-C53C-40DF-95A4-53DDB7AA6539}"/>
              </a:ext>
            </a:extLst>
          </p:cNvPr>
          <p:cNvSpPr/>
          <p:nvPr userDrawn="1"/>
        </p:nvSpPr>
        <p:spPr>
          <a:xfrm>
            <a:off x="2916014" y="6531320"/>
            <a:ext cx="272217"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87BCD1"/>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87BCD1"/>
              </a:solidFill>
              <a:effectLst/>
              <a:uLnTx/>
              <a:uFillTx/>
              <a:latin typeface="Arial" charset="0"/>
              <a:ea typeface="ＭＳ Ｐゴシック" charset="0"/>
              <a:cs typeface="ＭＳ Ｐゴシック" charset="0"/>
            </a:endParaRPr>
          </a:p>
        </p:txBody>
      </p:sp>
      <p:cxnSp>
        <p:nvCxnSpPr>
          <p:cNvPr id="16" name="Straight Connector 15">
            <a:extLst>
              <a:ext uri="{FF2B5EF4-FFF2-40B4-BE49-F238E27FC236}">
                <a16:creationId xmlns:a16="http://schemas.microsoft.com/office/drawing/2014/main" id="{E7E493A3-2102-4AB6-8145-CB035CA73182}"/>
              </a:ext>
            </a:extLst>
          </p:cNvPr>
          <p:cNvCxnSpPr/>
          <p:nvPr userDrawn="1"/>
        </p:nvCxnSpPr>
        <p:spPr>
          <a:xfrm>
            <a:off x="2805683" y="6519906"/>
            <a:ext cx="0" cy="242289"/>
          </a:xfrm>
          <a:prstGeom prst="line">
            <a:avLst/>
          </a:prstGeom>
          <a:ln w="6350">
            <a:solidFill>
              <a:srgbClr val="87BCD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6734345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ingle Column">
    <p:bg>
      <p:bgPr>
        <a:solidFill>
          <a:schemeClr val="bg1"/>
        </a:solidFill>
        <a:effectLst/>
      </p:bgPr>
    </p:bg>
    <p:spTree>
      <p:nvGrpSpPr>
        <p:cNvPr id="1" name=""/>
        <p:cNvGrpSpPr/>
        <p:nvPr/>
      </p:nvGrpSpPr>
      <p:grpSpPr>
        <a:xfrm>
          <a:off x="0" y="0"/>
          <a:ext cx="0" cy="0"/>
          <a:chOff x="0" y="0"/>
          <a:chExt cx="0" cy="0"/>
        </a:xfrm>
      </p:grpSpPr>
      <p:sp>
        <p:nvSpPr>
          <p:cNvPr id="16" name="Text Placeholder 6"/>
          <p:cNvSpPr>
            <a:spLocks noGrp="1"/>
          </p:cNvSpPr>
          <p:nvPr>
            <p:ph idx="1"/>
          </p:nvPr>
        </p:nvSpPr>
        <p:spPr>
          <a:xfrm>
            <a:off x="624419" y="1509185"/>
            <a:ext cx="10943167" cy="4464577"/>
          </a:xfrm>
          <a:prstGeom prst="rect">
            <a:avLst/>
          </a:prstGeom>
        </p:spPr>
        <p:txBody>
          <a:bodyPr rtlCol="0">
            <a:noAutofit/>
          </a:bodyPr>
          <a:lstStyle>
            <a:lvl1pPr>
              <a:defRPr sz="14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7"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251769658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2" name="Title 1"/>
          <p:cNvSpPr>
            <a:spLocks noGrp="1"/>
          </p:cNvSpPr>
          <p:nvPr>
            <p:ph type="title"/>
          </p:nvPr>
        </p:nvSpPr>
        <p:spPr>
          <a:xfrm>
            <a:off x="624419" y="532471"/>
            <a:ext cx="10943167" cy="330200"/>
          </a:xfrm>
        </p:spPr>
        <p:txBody>
          <a:bodyPr/>
          <a:lstStyle/>
          <a:p>
            <a:r>
              <a:rPr lang="en-US"/>
              <a:t>Click to edit Master title style</a:t>
            </a:r>
            <a:endParaRPr lang="en-US" dirty="0"/>
          </a:p>
        </p:txBody>
      </p:sp>
      <p:sp>
        <p:nvSpPr>
          <p:cNvPr id="3" name="Text Placeholder 6">
            <a:extLst>
              <a:ext uri="{FF2B5EF4-FFF2-40B4-BE49-F238E27FC236}">
                <a16:creationId xmlns:a16="http://schemas.microsoft.com/office/drawing/2014/main" id="{02A83C2F-F153-6E30-A688-1B385C19CF15}"/>
              </a:ext>
            </a:extLst>
          </p:cNvPr>
          <p:cNvSpPr>
            <a:spLocks noGrp="1"/>
          </p:cNvSpPr>
          <p:nvPr>
            <p:ph idx="1"/>
          </p:nvPr>
        </p:nvSpPr>
        <p:spPr>
          <a:xfrm>
            <a:off x="624419" y="1509187"/>
            <a:ext cx="10943167" cy="4464049"/>
          </a:xfrm>
          <a:prstGeom prst="rect">
            <a:avLst/>
          </a:prstGeom>
        </p:spPr>
        <p:txBody>
          <a:bodyPr rtlCol="0">
            <a:noAutofit/>
          </a:bodyPr>
          <a:lstStyle>
            <a:lvl1pPr>
              <a:defRPr sz="14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592199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lank - Title Only">
    <p:bg>
      <p:bgPr>
        <a:solidFill>
          <a:schemeClr val="bg1"/>
        </a:solidFill>
        <a:effectLst/>
      </p:bgPr>
    </p:bg>
    <p:spTree>
      <p:nvGrpSpPr>
        <p:cNvPr id="1" name=""/>
        <p:cNvGrpSpPr/>
        <p:nvPr/>
      </p:nvGrpSpPr>
      <p:grpSpPr>
        <a:xfrm>
          <a:off x="0" y="0"/>
          <a:ext cx="0" cy="0"/>
          <a:chOff x="0" y="0"/>
          <a:chExt cx="0" cy="0"/>
        </a:xfrm>
      </p:grpSpPr>
      <p:sp>
        <p:nvSpPr>
          <p:cNvPr id="6"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Tree>
    <p:extLst>
      <p:ext uri="{BB962C8B-B14F-4D97-AF65-F5344CB8AC3E}">
        <p14:creationId xmlns:p14="http://schemas.microsoft.com/office/powerpoint/2010/main" val="251175898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 With Title &amp; Subtitle">
    <p:bg>
      <p:bgPr>
        <a:solidFill>
          <a:schemeClr val="bg1"/>
        </a:solidFill>
        <a:effectLst/>
      </p:bgPr>
    </p:bg>
    <p:spTree>
      <p:nvGrpSpPr>
        <p:cNvPr id="1" name=""/>
        <p:cNvGrpSpPr/>
        <p:nvPr/>
      </p:nvGrpSpPr>
      <p:grpSpPr>
        <a:xfrm>
          <a:off x="0" y="0"/>
          <a:ext cx="0" cy="0"/>
          <a:chOff x="0" y="0"/>
          <a:chExt cx="0" cy="0"/>
        </a:xfrm>
      </p:grpSpPr>
      <p:sp>
        <p:nvSpPr>
          <p:cNvPr id="6"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7"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18815532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ock Text - 4-up">
    <p:bg>
      <p:bgPr>
        <a:solidFill>
          <a:schemeClr val="bg1"/>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7C3F3B29-6F20-4E0D-8CDA-809E1EDACB6B}"/>
              </a:ext>
            </a:extLst>
          </p:cNvPr>
          <p:cNvSpPr txBox="1">
            <a:spLocks/>
          </p:cNvSpPr>
          <p:nvPr userDrawn="1"/>
        </p:nvSpPr>
        <p:spPr bwMode="auto">
          <a:xfrm>
            <a:off x="6229548" y="2338941"/>
            <a:ext cx="5347550"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24" name="Text Placeholder 2">
            <a:extLst>
              <a:ext uri="{FF2B5EF4-FFF2-40B4-BE49-F238E27FC236}">
                <a16:creationId xmlns:a16="http://schemas.microsoft.com/office/drawing/2014/main" id="{FAFF0236-84CD-4B06-97C7-A18CC8039500}"/>
              </a:ext>
            </a:extLst>
          </p:cNvPr>
          <p:cNvSpPr txBox="1">
            <a:spLocks/>
          </p:cNvSpPr>
          <p:nvPr userDrawn="1"/>
        </p:nvSpPr>
        <p:spPr bwMode="auto">
          <a:xfrm>
            <a:off x="624049" y="4312655"/>
            <a:ext cx="5347550"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25" name="Text Placeholder 2">
            <a:extLst>
              <a:ext uri="{FF2B5EF4-FFF2-40B4-BE49-F238E27FC236}">
                <a16:creationId xmlns:a16="http://schemas.microsoft.com/office/drawing/2014/main" id="{3D711AFA-523B-44F5-8EE8-3CBC98823D7F}"/>
              </a:ext>
            </a:extLst>
          </p:cNvPr>
          <p:cNvSpPr txBox="1">
            <a:spLocks/>
          </p:cNvSpPr>
          <p:nvPr userDrawn="1"/>
        </p:nvSpPr>
        <p:spPr bwMode="auto">
          <a:xfrm>
            <a:off x="6229548" y="4312655"/>
            <a:ext cx="5347550"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6"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7"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 name="Text Placeholder 2">
            <a:extLst>
              <a:ext uri="{FF2B5EF4-FFF2-40B4-BE49-F238E27FC236}">
                <a16:creationId xmlns:a16="http://schemas.microsoft.com/office/drawing/2014/main" id="{8C35FE9E-D1FB-EF48-E96B-79870C00DB30}"/>
              </a:ext>
            </a:extLst>
          </p:cNvPr>
          <p:cNvSpPr txBox="1">
            <a:spLocks/>
          </p:cNvSpPr>
          <p:nvPr/>
        </p:nvSpPr>
        <p:spPr bwMode="auto">
          <a:xfrm>
            <a:off x="624049" y="2338941"/>
            <a:ext cx="5347550"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10" name="Text Placeholder 9">
            <a:extLst>
              <a:ext uri="{FF2B5EF4-FFF2-40B4-BE49-F238E27FC236}">
                <a16:creationId xmlns:a16="http://schemas.microsoft.com/office/drawing/2014/main" id="{E8FDF5FF-2731-A724-F995-E588C9081B74}"/>
              </a:ext>
            </a:extLst>
          </p:cNvPr>
          <p:cNvSpPr>
            <a:spLocks noGrp="1"/>
          </p:cNvSpPr>
          <p:nvPr>
            <p:ph type="body" sz="quarter" idx="12"/>
          </p:nvPr>
        </p:nvSpPr>
        <p:spPr>
          <a:xfrm>
            <a:off x="624051" y="1509713"/>
            <a:ext cx="10943900" cy="249812"/>
          </a:xfrm>
        </p:spPr>
        <p:txBody>
          <a:bodyPr>
            <a:spAutoFit/>
          </a:bodyPr>
          <a:lstStyle>
            <a:lvl1pPr>
              <a:spcAft>
                <a:spcPts val="1200"/>
              </a:spcAft>
              <a:defRPr sz="1600"/>
            </a:lvl1pPr>
            <a:lvl2pPr>
              <a:defRPr sz="1600"/>
            </a:lvl2pPr>
            <a:lvl3pPr>
              <a:defRPr sz="1600"/>
            </a:lvl3pPr>
            <a:lvl4pPr>
              <a:defRPr sz="1600"/>
            </a:lvl4pPr>
            <a:lvl5pPr>
              <a:defRPr sz="1600"/>
            </a:lvl5pPr>
          </a:lstStyle>
          <a:p>
            <a:pPr lvl="0"/>
            <a:r>
              <a:rPr lang="en-US"/>
              <a:t>Click to edit Master text styles</a:t>
            </a:r>
          </a:p>
        </p:txBody>
      </p:sp>
      <p:sp>
        <p:nvSpPr>
          <p:cNvPr id="11" name="Text Placeholder 3">
            <a:extLst>
              <a:ext uri="{FF2B5EF4-FFF2-40B4-BE49-F238E27FC236}">
                <a16:creationId xmlns:a16="http://schemas.microsoft.com/office/drawing/2014/main" id="{D2DA3C9B-CF5C-E870-2D19-AC1DFB94E32E}"/>
              </a:ext>
            </a:extLst>
          </p:cNvPr>
          <p:cNvSpPr>
            <a:spLocks noGrp="1"/>
          </p:cNvSpPr>
          <p:nvPr>
            <p:ph type="body" sz="quarter" idx="13"/>
          </p:nvPr>
        </p:nvSpPr>
        <p:spPr>
          <a:xfrm>
            <a:off x="802695" y="2482228"/>
            <a:ext cx="3066224" cy="249812"/>
          </a:xfrm>
          <a:prstGeom prst="rect">
            <a:avLst/>
          </a:prstGeom>
        </p:spPr>
        <p:txBody>
          <a:bodyPr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2" name="Text Placeholder 2">
            <a:extLst>
              <a:ext uri="{FF2B5EF4-FFF2-40B4-BE49-F238E27FC236}">
                <a16:creationId xmlns:a16="http://schemas.microsoft.com/office/drawing/2014/main" id="{042A0570-EA15-C75C-F4A8-252BE0A34302}"/>
              </a:ext>
            </a:extLst>
          </p:cNvPr>
          <p:cNvSpPr>
            <a:spLocks noGrp="1"/>
          </p:cNvSpPr>
          <p:nvPr>
            <p:ph type="body" sz="quarter" idx="21"/>
          </p:nvPr>
        </p:nvSpPr>
        <p:spPr>
          <a:xfrm>
            <a:off x="802694" y="2816352"/>
            <a:ext cx="5005893"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4" name="Text Placeholder 2">
            <a:extLst>
              <a:ext uri="{FF2B5EF4-FFF2-40B4-BE49-F238E27FC236}">
                <a16:creationId xmlns:a16="http://schemas.microsoft.com/office/drawing/2014/main" id="{175D713B-8996-F2EA-E8ED-3D198D97B0E8}"/>
              </a:ext>
            </a:extLst>
          </p:cNvPr>
          <p:cNvSpPr txBox="1">
            <a:spLocks/>
          </p:cNvSpPr>
          <p:nvPr/>
        </p:nvSpPr>
        <p:spPr bwMode="auto">
          <a:xfrm>
            <a:off x="6229548" y="2338941"/>
            <a:ext cx="5347550"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15" name="Text Placeholder 3">
            <a:extLst>
              <a:ext uri="{FF2B5EF4-FFF2-40B4-BE49-F238E27FC236}">
                <a16:creationId xmlns:a16="http://schemas.microsoft.com/office/drawing/2014/main" id="{C45F35E8-FD75-E4DC-BA0A-68BD38FF456F}"/>
              </a:ext>
            </a:extLst>
          </p:cNvPr>
          <p:cNvSpPr>
            <a:spLocks noGrp="1"/>
          </p:cNvSpPr>
          <p:nvPr>
            <p:ph type="body" sz="quarter" idx="22"/>
          </p:nvPr>
        </p:nvSpPr>
        <p:spPr>
          <a:xfrm>
            <a:off x="6408194" y="2482228"/>
            <a:ext cx="3066224" cy="249812"/>
          </a:xfrm>
          <a:prstGeom prst="rect">
            <a:avLst/>
          </a:prstGeom>
        </p:spPr>
        <p:txBody>
          <a:bodyPr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6" name="Text Placeholder 2">
            <a:extLst>
              <a:ext uri="{FF2B5EF4-FFF2-40B4-BE49-F238E27FC236}">
                <a16:creationId xmlns:a16="http://schemas.microsoft.com/office/drawing/2014/main" id="{DBAA03FD-E895-CDFD-7CF3-B3EBFB60440B}"/>
              </a:ext>
            </a:extLst>
          </p:cNvPr>
          <p:cNvSpPr>
            <a:spLocks noGrp="1"/>
          </p:cNvSpPr>
          <p:nvPr>
            <p:ph type="body" sz="quarter" idx="23"/>
          </p:nvPr>
        </p:nvSpPr>
        <p:spPr>
          <a:xfrm>
            <a:off x="6408193" y="2816352"/>
            <a:ext cx="5005893"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7" name="Text Placeholder 2">
            <a:extLst>
              <a:ext uri="{FF2B5EF4-FFF2-40B4-BE49-F238E27FC236}">
                <a16:creationId xmlns:a16="http://schemas.microsoft.com/office/drawing/2014/main" id="{442DD563-84BF-6BB6-5563-9C31E9AE5A9C}"/>
              </a:ext>
            </a:extLst>
          </p:cNvPr>
          <p:cNvSpPr txBox="1">
            <a:spLocks/>
          </p:cNvSpPr>
          <p:nvPr/>
        </p:nvSpPr>
        <p:spPr bwMode="auto">
          <a:xfrm>
            <a:off x="624049" y="4312655"/>
            <a:ext cx="5347550"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18" name="Text Placeholder 3">
            <a:extLst>
              <a:ext uri="{FF2B5EF4-FFF2-40B4-BE49-F238E27FC236}">
                <a16:creationId xmlns:a16="http://schemas.microsoft.com/office/drawing/2014/main" id="{6C021ADB-162F-C241-A951-AC319AA2A893}"/>
              </a:ext>
            </a:extLst>
          </p:cNvPr>
          <p:cNvSpPr>
            <a:spLocks noGrp="1"/>
          </p:cNvSpPr>
          <p:nvPr>
            <p:ph type="body" sz="quarter" idx="24"/>
          </p:nvPr>
        </p:nvSpPr>
        <p:spPr>
          <a:xfrm>
            <a:off x="802695" y="4455942"/>
            <a:ext cx="3066224" cy="249812"/>
          </a:xfrm>
          <a:prstGeom prst="rect">
            <a:avLst/>
          </a:prstGeom>
        </p:spPr>
        <p:txBody>
          <a:bodyPr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9" name="Text Placeholder 2">
            <a:extLst>
              <a:ext uri="{FF2B5EF4-FFF2-40B4-BE49-F238E27FC236}">
                <a16:creationId xmlns:a16="http://schemas.microsoft.com/office/drawing/2014/main" id="{1E20F425-91F9-29F3-3027-99803845DC7F}"/>
              </a:ext>
            </a:extLst>
          </p:cNvPr>
          <p:cNvSpPr>
            <a:spLocks noGrp="1"/>
          </p:cNvSpPr>
          <p:nvPr>
            <p:ph type="body" sz="quarter" idx="25"/>
          </p:nvPr>
        </p:nvSpPr>
        <p:spPr>
          <a:xfrm>
            <a:off x="802694" y="4790066"/>
            <a:ext cx="5005893"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0" name="Text Placeholder 2">
            <a:extLst>
              <a:ext uri="{FF2B5EF4-FFF2-40B4-BE49-F238E27FC236}">
                <a16:creationId xmlns:a16="http://schemas.microsoft.com/office/drawing/2014/main" id="{D7767D7B-DDB9-6E4B-270D-CE875662AE50}"/>
              </a:ext>
            </a:extLst>
          </p:cNvPr>
          <p:cNvSpPr txBox="1">
            <a:spLocks/>
          </p:cNvSpPr>
          <p:nvPr/>
        </p:nvSpPr>
        <p:spPr bwMode="auto">
          <a:xfrm>
            <a:off x="6229548" y="4312655"/>
            <a:ext cx="5347550"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21" name="Text Placeholder 3">
            <a:extLst>
              <a:ext uri="{FF2B5EF4-FFF2-40B4-BE49-F238E27FC236}">
                <a16:creationId xmlns:a16="http://schemas.microsoft.com/office/drawing/2014/main" id="{8DF9DF40-CCAB-FC93-60A9-4AB3AD68E342}"/>
              </a:ext>
            </a:extLst>
          </p:cNvPr>
          <p:cNvSpPr>
            <a:spLocks noGrp="1"/>
          </p:cNvSpPr>
          <p:nvPr>
            <p:ph type="body" sz="quarter" idx="26"/>
          </p:nvPr>
        </p:nvSpPr>
        <p:spPr>
          <a:xfrm>
            <a:off x="6408194" y="4455942"/>
            <a:ext cx="3066224" cy="249812"/>
          </a:xfrm>
          <a:prstGeom prst="rect">
            <a:avLst/>
          </a:prstGeom>
        </p:spPr>
        <p:txBody>
          <a:bodyPr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2" name="Text Placeholder 2">
            <a:extLst>
              <a:ext uri="{FF2B5EF4-FFF2-40B4-BE49-F238E27FC236}">
                <a16:creationId xmlns:a16="http://schemas.microsoft.com/office/drawing/2014/main" id="{9696C578-8027-C2B7-5B49-01AC381B12B5}"/>
              </a:ext>
            </a:extLst>
          </p:cNvPr>
          <p:cNvSpPr>
            <a:spLocks noGrp="1"/>
          </p:cNvSpPr>
          <p:nvPr>
            <p:ph type="body" sz="quarter" idx="27"/>
          </p:nvPr>
        </p:nvSpPr>
        <p:spPr>
          <a:xfrm>
            <a:off x="6408193" y="4790066"/>
            <a:ext cx="5005893"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Tree>
    <p:extLst>
      <p:ext uri="{BB962C8B-B14F-4D97-AF65-F5344CB8AC3E}">
        <p14:creationId xmlns:p14="http://schemas.microsoft.com/office/powerpoint/2010/main" val="35150951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ock Text - 6-up">
    <p:bg>
      <p:bgPr>
        <a:solidFill>
          <a:schemeClr val="bg1"/>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6A257B7C-31AB-4901-9847-538C274327CA}"/>
              </a:ext>
            </a:extLst>
          </p:cNvPr>
          <p:cNvSpPr txBox="1">
            <a:spLocks/>
          </p:cNvSpPr>
          <p:nvPr userDrawn="1"/>
        </p:nvSpPr>
        <p:spPr bwMode="auto">
          <a:xfrm>
            <a:off x="8077716" y="2338941"/>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24" name="Text Placeholder 2">
            <a:extLst>
              <a:ext uri="{FF2B5EF4-FFF2-40B4-BE49-F238E27FC236}">
                <a16:creationId xmlns:a16="http://schemas.microsoft.com/office/drawing/2014/main" id="{372C0104-7643-4C64-8B64-CE1D098C1406}"/>
              </a:ext>
            </a:extLst>
          </p:cNvPr>
          <p:cNvSpPr txBox="1">
            <a:spLocks/>
          </p:cNvSpPr>
          <p:nvPr userDrawn="1"/>
        </p:nvSpPr>
        <p:spPr bwMode="auto">
          <a:xfrm>
            <a:off x="4350883" y="2338941"/>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1" name="Text Placeholder 2">
            <a:extLst>
              <a:ext uri="{FF2B5EF4-FFF2-40B4-BE49-F238E27FC236}">
                <a16:creationId xmlns:a16="http://schemas.microsoft.com/office/drawing/2014/main" id="{D1D67724-D421-4FD5-B973-FDB3E83A20B3}"/>
              </a:ext>
            </a:extLst>
          </p:cNvPr>
          <p:cNvSpPr txBox="1">
            <a:spLocks/>
          </p:cNvSpPr>
          <p:nvPr userDrawn="1"/>
        </p:nvSpPr>
        <p:spPr bwMode="auto">
          <a:xfrm>
            <a:off x="624050" y="4317033"/>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41" name="Text Placeholder 2">
            <a:extLst>
              <a:ext uri="{FF2B5EF4-FFF2-40B4-BE49-F238E27FC236}">
                <a16:creationId xmlns:a16="http://schemas.microsoft.com/office/drawing/2014/main" id="{4844B811-9469-4F6C-8406-4FD33C5659E3}"/>
              </a:ext>
            </a:extLst>
          </p:cNvPr>
          <p:cNvSpPr txBox="1">
            <a:spLocks/>
          </p:cNvSpPr>
          <p:nvPr userDrawn="1"/>
        </p:nvSpPr>
        <p:spPr bwMode="auto">
          <a:xfrm>
            <a:off x="8077716" y="4317033"/>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42" name="Text Placeholder 2">
            <a:extLst>
              <a:ext uri="{FF2B5EF4-FFF2-40B4-BE49-F238E27FC236}">
                <a16:creationId xmlns:a16="http://schemas.microsoft.com/office/drawing/2014/main" id="{A57F91F1-58A9-4242-BDB2-76620EEDB32D}"/>
              </a:ext>
            </a:extLst>
          </p:cNvPr>
          <p:cNvSpPr txBox="1">
            <a:spLocks/>
          </p:cNvSpPr>
          <p:nvPr userDrawn="1"/>
        </p:nvSpPr>
        <p:spPr bwMode="auto">
          <a:xfrm>
            <a:off x="4350883" y="4317033"/>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 name="Text Placeholder 2">
            <a:extLst>
              <a:ext uri="{FF2B5EF4-FFF2-40B4-BE49-F238E27FC236}">
                <a16:creationId xmlns:a16="http://schemas.microsoft.com/office/drawing/2014/main" id="{8C35FE9E-D1FB-EF48-E96B-79870C00DB30}"/>
              </a:ext>
            </a:extLst>
          </p:cNvPr>
          <p:cNvSpPr txBox="1">
            <a:spLocks/>
          </p:cNvSpPr>
          <p:nvPr/>
        </p:nvSpPr>
        <p:spPr bwMode="auto">
          <a:xfrm>
            <a:off x="624050" y="2338941"/>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6"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7"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0" name="Text Placeholder 9">
            <a:extLst>
              <a:ext uri="{FF2B5EF4-FFF2-40B4-BE49-F238E27FC236}">
                <a16:creationId xmlns:a16="http://schemas.microsoft.com/office/drawing/2014/main" id="{E8FDF5FF-2731-A724-F995-E588C9081B74}"/>
              </a:ext>
            </a:extLst>
          </p:cNvPr>
          <p:cNvSpPr>
            <a:spLocks noGrp="1"/>
          </p:cNvSpPr>
          <p:nvPr>
            <p:ph type="body" sz="quarter" idx="12"/>
          </p:nvPr>
        </p:nvSpPr>
        <p:spPr>
          <a:xfrm>
            <a:off x="624051" y="1509713"/>
            <a:ext cx="10943900" cy="249812"/>
          </a:xfrm>
        </p:spPr>
        <p:txBody>
          <a:bodyPr>
            <a:spAutoFit/>
          </a:bodyPr>
          <a:lstStyle>
            <a:lvl1pPr>
              <a:spcAft>
                <a:spcPts val="1200"/>
              </a:spcAft>
              <a:defRPr sz="1600"/>
            </a:lvl1pPr>
            <a:lvl2pPr>
              <a:defRPr sz="1600"/>
            </a:lvl2pPr>
            <a:lvl3pPr>
              <a:defRPr sz="1600"/>
            </a:lvl3pPr>
            <a:lvl4pPr>
              <a:defRPr sz="1600"/>
            </a:lvl4pPr>
            <a:lvl5pPr>
              <a:defRPr sz="1600"/>
            </a:lvl5pPr>
          </a:lstStyle>
          <a:p>
            <a:pPr lvl="0"/>
            <a:r>
              <a:rPr lang="en-US"/>
              <a:t>Click to edit Master text styles</a:t>
            </a:r>
          </a:p>
        </p:txBody>
      </p:sp>
      <p:sp>
        <p:nvSpPr>
          <p:cNvPr id="11" name="Text Placeholder 3">
            <a:extLst>
              <a:ext uri="{FF2B5EF4-FFF2-40B4-BE49-F238E27FC236}">
                <a16:creationId xmlns:a16="http://schemas.microsoft.com/office/drawing/2014/main" id="{D2DA3C9B-CF5C-E870-2D19-AC1DFB94E32E}"/>
              </a:ext>
            </a:extLst>
          </p:cNvPr>
          <p:cNvSpPr>
            <a:spLocks noGrp="1"/>
          </p:cNvSpPr>
          <p:nvPr>
            <p:ph type="body" sz="quarter" idx="13"/>
          </p:nvPr>
        </p:nvSpPr>
        <p:spPr>
          <a:xfrm>
            <a:off x="802695" y="2482228"/>
            <a:ext cx="3138803"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2" name="Text Placeholder 2">
            <a:extLst>
              <a:ext uri="{FF2B5EF4-FFF2-40B4-BE49-F238E27FC236}">
                <a16:creationId xmlns:a16="http://schemas.microsoft.com/office/drawing/2014/main" id="{042A0570-EA15-C75C-F4A8-252BE0A34302}"/>
              </a:ext>
            </a:extLst>
          </p:cNvPr>
          <p:cNvSpPr>
            <a:spLocks noGrp="1"/>
          </p:cNvSpPr>
          <p:nvPr>
            <p:ph type="body" sz="quarter" idx="21"/>
          </p:nvPr>
        </p:nvSpPr>
        <p:spPr>
          <a:xfrm>
            <a:off x="802694" y="2816352"/>
            <a:ext cx="3138804"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5" name="Text Placeholder 2">
            <a:extLst>
              <a:ext uri="{FF2B5EF4-FFF2-40B4-BE49-F238E27FC236}">
                <a16:creationId xmlns:a16="http://schemas.microsoft.com/office/drawing/2014/main" id="{3B292D7D-3054-52C4-DEBC-71B4AFDB8CC5}"/>
              </a:ext>
            </a:extLst>
          </p:cNvPr>
          <p:cNvSpPr txBox="1">
            <a:spLocks/>
          </p:cNvSpPr>
          <p:nvPr/>
        </p:nvSpPr>
        <p:spPr bwMode="auto">
          <a:xfrm>
            <a:off x="8077716" y="2338941"/>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26" name="Text Placeholder 3">
            <a:extLst>
              <a:ext uri="{FF2B5EF4-FFF2-40B4-BE49-F238E27FC236}">
                <a16:creationId xmlns:a16="http://schemas.microsoft.com/office/drawing/2014/main" id="{EB41D205-DBB7-4B01-7941-A2ECD0A79AE4}"/>
              </a:ext>
            </a:extLst>
          </p:cNvPr>
          <p:cNvSpPr>
            <a:spLocks noGrp="1"/>
          </p:cNvSpPr>
          <p:nvPr>
            <p:ph type="body" sz="quarter" idx="28"/>
          </p:nvPr>
        </p:nvSpPr>
        <p:spPr>
          <a:xfrm>
            <a:off x="8256361" y="2482228"/>
            <a:ext cx="3138803"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7" name="Text Placeholder 2">
            <a:extLst>
              <a:ext uri="{FF2B5EF4-FFF2-40B4-BE49-F238E27FC236}">
                <a16:creationId xmlns:a16="http://schemas.microsoft.com/office/drawing/2014/main" id="{80C9F62B-A774-FA76-4329-FFDD6B530A74}"/>
              </a:ext>
            </a:extLst>
          </p:cNvPr>
          <p:cNvSpPr>
            <a:spLocks noGrp="1"/>
          </p:cNvSpPr>
          <p:nvPr>
            <p:ph type="body" sz="quarter" idx="29"/>
          </p:nvPr>
        </p:nvSpPr>
        <p:spPr>
          <a:xfrm>
            <a:off x="8256360" y="2816352"/>
            <a:ext cx="3138804"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8" name="Text Placeholder 2">
            <a:extLst>
              <a:ext uri="{FF2B5EF4-FFF2-40B4-BE49-F238E27FC236}">
                <a16:creationId xmlns:a16="http://schemas.microsoft.com/office/drawing/2014/main" id="{67B611D4-D8B9-3013-D76F-0614B3A39060}"/>
              </a:ext>
            </a:extLst>
          </p:cNvPr>
          <p:cNvSpPr txBox="1">
            <a:spLocks/>
          </p:cNvSpPr>
          <p:nvPr/>
        </p:nvSpPr>
        <p:spPr bwMode="auto">
          <a:xfrm>
            <a:off x="4350883" y="2338941"/>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29" name="Text Placeholder 3">
            <a:extLst>
              <a:ext uri="{FF2B5EF4-FFF2-40B4-BE49-F238E27FC236}">
                <a16:creationId xmlns:a16="http://schemas.microsoft.com/office/drawing/2014/main" id="{D2E1DD4C-89B8-6415-96F3-EAD71543BEB1}"/>
              </a:ext>
            </a:extLst>
          </p:cNvPr>
          <p:cNvSpPr>
            <a:spLocks noGrp="1"/>
          </p:cNvSpPr>
          <p:nvPr>
            <p:ph type="body" sz="quarter" idx="30"/>
          </p:nvPr>
        </p:nvSpPr>
        <p:spPr>
          <a:xfrm>
            <a:off x="4539349" y="2482228"/>
            <a:ext cx="3138803"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0" name="Text Placeholder 2">
            <a:extLst>
              <a:ext uri="{FF2B5EF4-FFF2-40B4-BE49-F238E27FC236}">
                <a16:creationId xmlns:a16="http://schemas.microsoft.com/office/drawing/2014/main" id="{46469625-CCFD-2CC8-FD76-B68D910A4839}"/>
              </a:ext>
            </a:extLst>
          </p:cNvPr>
          <p:cNvSpPr>
            <a:spLocks noGrp="1"/>
          </p:cNvSpPr>
          <p:nvPr>
            <p:ph type="body" sz="quarter" idx="31"/>
          </p:nvPr>
        </p:nvSpPr>
        <p:spPr>
          <a:xfrm>
            <a:off x="4539348" y="2816352"/>
            <a:ext cx="3138804"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32" name="Text Placeholder 2">
            <a:extLst>
              <a:ext uri="{FF2B5EF4-FFF2-40B4-BE49-F238E27FC236}">
                <a16:creationId xmlns:a16="http://schemas.microsoft.com/office/drawing/2014/main" id="{670DFBC5-8428-9BC4-20B9-FE01E35D70E0}"/>
              </a:ext>
            </a:extLst>
          </p:cNvPr>
          <p:cNvSpPr txBox="1">
            <a:spLocks/>
          </p:cNvSpPr>
          <p:nvPr/>
        </p:nvSpPr>
        <p:spPr bwMode="auto">
          <a:xfrm>
            <a:off x="624050" y="4317033"/>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3" name="Text Placeholder 3">
            <a:extLst>
              <a:ext uri="{FF2B5EF4-FFF2-40B4-BE49-F238E27FC236}">
                <a16:creationId xmlns:a16="http://schemas.microsoft.com/office/drawing/2014/main" id="{6CAF0FE5-0C6A-DFCE-4D13-DC0EBBF88055}"/>
              </a:ext>
            </a:extLst>
          </p:cNvPr>
          <p:cNvSpPr>
            <a:spLocks noGrp="1"/>
          </p:cNvSpPr>
          <p:nvPr>
            <p:ph type="body" sz="quarter" idx="32"/>
          </p:nvPr>
        </p:nvSpPr>
        <p:spPr>
          <a:xfrm>
            <a:off x="802695" y="4460320"/>
            <a:ext cx="3138803"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4" name="Text Placeholder 2">
            <a:extLst>
              <a:ext uri="{FF2B5EF4-FFF2-40B4-BE49-F238E27FC236}">
                <a16:creationId xmlns:a16="http://schemas.microsoft.com/office/drawing/2014/main" id="{E168FA6A-C0D5-F691-7B49-ECB9C388628E}"/>
              </a:ext>
            </a:extLst>
          </p:cNvPr>
          <p:cNvSpPr>
            <a:spLocks noGrp="1"/>
          </p:cNvSpPr>
          <p:nvPr>
            <p:ph type="body" sz="quarter" idx="33"/>
          </p:nvPr>
        </p:nvSpPr>
        <p:spPr>
          <a:xfrm>
            <a:off x="802694" y="4794444"/>
            <a:ext cx="3138804"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35" name="Text Placeholder 2">
            <a:extLst>
              <a:ext uri="{FF2B5EF4-FFF2-40B4-BE49-F238E27FC236}">
                <a16:creationId xmlns:a16="http://schemas.microsoft.com/office/drawing/2014/main" id="{CAF75A4F-D7E1-E496-300C-70CCC10D33BB}"/>
              </a:ext>
            </a:extLst>
          </p:cNvPr>
          <p:cNvSpPr txBox="1">
            <a:spLocks/>
          </p:cNvSpPr>
          <p:nvPr/>
        </p:nvSpPr>
        <p:spPr bwMode="auto">
          <a:xfrm>
            <a:off x="8077716" y="4317033"/>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6" name="Text Placeholder 3">
            <a:extLst>
              <a:ext uri="{FF2B5EF4-FFF2-40B4-BE49-F238E27FC236}">
                <a16:creationId xmlns:a16="http://schemas.microsoft.com/office/drawing/2014/main" id="{310BF8BC-A7A8-F01C-087F-6E3DE111FE30}"/>
              </a:ext>
            </a:extLst>
          </p:cNvPr>
          <p:cNvSpPr>
            <a:spLocks noGrp="1"/>
          </p:cNvSpPr>
          <p:nvPr>
            <p:ph type="body" sz="quarter" idx="34"/>
          </p:nvPr>
        </p:nvSpPr>
        <p:spPr>
          <a:xfrm>
            <a:off x="8256361" y="4460320"/>
            <a:ext cx="3138803"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7" name="Text Placeholder 2">
            <a:extLst>
              <a:ext uri="{FF2B5EF4-FFF2-40B4-BE49-F238E27FC236}">
                <a16:creationId xmlns:a16="http://schemas.microsoft.com/office/drawing/2014/main" id="{79B60672-DE33-BAD9-84E9-A328F50A137A}"/>
              </a:ext>
            </a:extLst>
          </p:cNvPr>
          <p:cNvSpPr>
            <a:spLocks noGrp="1"/>
          </p:cNvSpPr>
          <p:nvPr>
            <p:ph type="body" sz="quarter" idx="35"/>
          </p:nvPr>
        </p:nvSpPr>
        <p:spPr>
          <a:xfrm>
            <a:off x="8256360" y="4794444"/>
            <a:ext cx="3138804"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38" name="Text Placeholder 2">
            <a:extLst>
              <a:ext uri="{FF2B5EF4-FFF2-40B4-BE49-F238E27FC236}">
                <a16:creationId xmlns:a16="http://schemas.microsoft.com/office/drawing/2014/main" id="{9B5D6DF4-519A-68C2-284F-985129658FA3}"/>
              </a:ext>
            </a:extLst>
          </p:cNvPr>
          <p:cNvSpPr txBox="1">
            <a:spLocks/>
          </p:cNvSpPr>
          <p:nvPr/>
        </p:nvSpPr>
        <p:spPr bwMode="auto">
          <a:xfrm>
            <a:off x="4350883" y="4317033"/>
            <a:ext cx="3491823"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9" name="Text Placeholder 3">
            <a:extLst>
              <a:ext uri="{FF2B5EF4-FFF2-40B4-BE49-F238E27FC236}">
                <a16:creationId xmlns:a16="http://schemas.microsoft.com/office/drawing/2014/main" id="{27120A6F-71B3-4C15-B72D-7D68CB188A0D}"/>
              </a:ext>
            </a:extLst>
          </p:cNvPr>
          <p:cNvSpPr>
            <a:spLocks noGrp="1"/>
          </p:cNvSpPr>
          <p:nvPr>
            <p:ph type="body" sz="quarter" idx="36"/>
          </p:nvPr>
        </p:nvSpPr>
        <p:spPr>
          <a:xfrm>
            <a:off x="4539349" y="4460320"/>
            <a:ext cx="3138803"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0" name="Text Placeholder 2">
            <a:extLst>
              <a:ext uri="{FF2B5EF4-FFF2-40B4-BE49-F238E27FC236}">
                <a16:creationId xmlns:a16="http://schemas.microsoft.com/office/drawing/2014/main" id="{08CA7E80-D3A3-69EF-04BA-A7A331C3FB25}"/>
              </a:ext>
            </a:extLst>
          </p:cNvPr>
          <p:cNvSpPr>
            <a:spLocks noGrp="1"/>
          </p:cNvSpPr>
          <p:nvPr>
            <p:ph type="body" sz="quarter" idx="37"/>
          </p:nvPr>
        </p:nvSpPr>
        <p:spPr>
          <a:xfrm>
            <a:off x="4539348" y="4794444"/>
            <a:ext cx="3138804"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Tree>
    <p:extLst>
      <p:ext uri="{BB962C8B-B14F-4D97-AF65-F5344CB8AC3E}">
        <p14:creationId xmlns:p14="http://schemas.microsoft.com/office/powerpoint/2010/main" val="40779871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ock Text - 8-up">
    <p:bg>
      <p:bgPr>
        <a:solidFill>
          <a:schemeClr val="bg1"/>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6570B2D9-8C67-4DE2-A5A0-3C2808BF8CC5}"/>
              </a:ext>
            </a:extLst>
          </p:cNvPr>
          <p:cNvSpPr txBox="1">
            <a:spLocks/>
          </p:cNvSpPr>
          <p:nvPr userDrawn="1"/>
        </p:nvSpPr>
        <p:spPr bwMode="auto">
          <a:xfrm>
            <a:off x="9010646" y="233894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0" name="Text Placeholder 2">
            <a:extLst>
              <a:ext uri="{FF2B5EF4-FFF2-40B4-BE49-F238E27FC236}">
                <a16:creationId xmlns:a16="http://schemas.microsoft.com/office/drawing/2014/main" id="{AEFC1A41-9918-4C08-B0F6-F7FFCFD3EEE8}"/>
              </a:ext>
            </a:extLst>
          </p:cNvPr>
          <p:cNvSpPr txBox="1">
            <a:spLocks/>
          </p:cNvSpPr>
          <p:nvPr userDrawn="1"/>
        </p:nvSpPr>
        <p:spPr bwMode="auto">
          <a:xfrm>
            <a:off x="3419581" y="233894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2" name="Text Placeholder 2">
            <a:extLst>
              <a:ext uri="{FF2B5EF4-FFF2-40B4-BE49-F238E27FC236}">
                <a16:creationId xmlns:a16="http://schemas.microsoft.com/office/drawing/2014/main" id="{4FEFAC4D-1C14-4DDE-9D59-4FBBD4E4AECF}"/>
              </a:ext>
            </a:extLst>
          </p:cNvPr>
          <p:cNvSpPr txBox="1">
            <a:spLocks/>
          </p:cNvSpPr>
          <p:nvPr userDrawn="1"/>
        </p:nvSpPr>
        <p:spPr bwMode="auto">
          <a:xfrm>
            <a:off x="6215113" y="233894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3" name="Text Placeholder 2">
            <a:extLst>
              <a:ext uri="{FF2B5EF4-FFF2-40B4-BE49-F238E27FC236}">
                <a16:creationId xmlns:a16="http://schemas.microsoft.com/office/drawing/2014/main" id="{C827F752-05E7-415F-A233-CBA8647A3160}"/>
              </a:ext>
            </a:extLst>
          </p:cNvPr>
          <p:cNvSpPr txBox="1">
            <a:spLocks/>
          </p:cNvSpPr>
          <p:nvPr userDrawn="1"/>
        </p:nvSpPr>
        <p:spPr bwMode="auto">
          <a:xfrm>
            <a:off x="624049" y="431292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4" name="Text Placeholder 2">
            <a:extLst>
              <a:ext uri="{FF2B5EF4-FFF2-40B4-BE49-F238E27FC236}">
                <a16:creationId xmlns:a16="http://schemas.microsoft.com/office/drawing/2014/main" id="{3F274D65-102A-43D8-B6EA-A3DFB9898455}"/>
              </a:ext>
            </a:extLst>
          </p:cNvPr>
          <p:cNvSpPr txBox="1">
            <a:spLocks/>
          </p:cNvSpPr>
          <p:nvPr userDrawn="1"/>
        </p:nvSpPr>
        <p:spPr bwMode="auto">
          <a:xfrm>
            <a:off x="9010646" y="431292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5" name="Text Placeholder 2">
            <a:extLst>
              <a:ext uri="{FF2B5EF4-FFF2-40B4-BE49-F238E27FC236}">
                <a16:creationId xmlns:a16="http://schemas.microsoft.com/office/drawing/2014/main" id="{98BE166F-34E5-449A-A1CB-546C4F7E5736}"/>
              </a:ext>
            </a:extLst>
          </p:cNvPr>
          <p:cNvSpPr txBox="1">
            <a:spLocks/>
          </p:cNvSpPr>
          <p:nvPr userDrawn="1"/>
        </p:nvSpPr>
        <p:spPr bwMode="auto">
          <a:xfrm>
            <a:off x="3419581" y="431292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6" name="Text Placeholder 2">
            <a:extLst>
              <a:ext uri="{FF2B5EF4-FFF2-40B4-BE49-F238E27FC236}">
                <a16:creationId xmlns:a16="http://schemas.microsoft.com/office/drawing/2014/main" id="{AB46048E-CFF4-4C9E-A0CA-B6B03633C73B}"/>
              </a:ext>
            </a:extLst>
          </p:cNvPr>
          <p:cNvSpPr txBox="1">
            <a:spLocks/>
          </p:cNvSpPr>
          <p:nvPr userDrawn="1"/>
        </p:nvSpPr>
        <p:spPr bwMode="auto">
          <a:xfrm>
            <a:off x="6215113" y="431292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3" name="Text Placeholder 2">
            <a:extLst>
              <a:ext uri="{FF2B5EF4-FFF2-40B4-BE49-F238E27FC236}">
                <a16:creationId xmlns:a16="http://schemas.microsoft.com/office/drawing/2014/main" id="{8C35FE9E-D1FB-EF48-E96B-79870C00DB30}"/>
              </a:ext>
            </a:extLst>
          </p:cNvPr>
          <p:cNvSpPr txBox="1">
            <a:spLocks/>
          </p:cNvSpPr>
          <p:nvPr/>
        </p:nvSpPr>
        <p:spPr bwMode="auto">
          <a:xfrm>
            <a:off x="624049" y="233894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6"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7"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0" name="Text Placeholder 9">
            <a:extLst>
              <a:ext uri="{FF2B5EF4-FFF2-40B4-BE49-F238E27FC236}">
                <a16:creationId xmlns:a16="http://schemas.microsoft.com/office/drawing/2014/main" id="{E8FDF5FF-2731-A724-F995-E588C9081B74}"/>
              </a:ext>
            </a:extLst>
          </p:cNvPr>
          <p:cNvSpPr>
            <a:spLocks noGrp="1"/>
          </p:cNvSpPr>
          <p:nvPr>
            <p:ph type="body" sz="quarter" idx="12"/>
          </p:nvPr>
        </p:nvSpPr>
        <p:spPr>
          <a:xfrm>
            <a:off x="624051" y="1509713"/>
            <a:ext cx="10943900" cy="249812"/>
          </a:xfrm>
        </p:spPr>
        <p:txBody>
          <a:bodyPr>
            <a:spAutoFit/>
          </a:bodyPr>
          <a:lstStyle>
            <a:lvl1pPr>
              <a:spcAft>
                <a:spcPts val="1200"/>
              </a:spcAft>
              <a:defRPr sz="1600"/>
            </a:lvl1pPr>
            <a:lvl2pPr>
              <a:defRPr sz="1600"/>
            </a:lvl2pPr>
            <a:lvl3pPr>
              <a:defRPr sz="1600"/>
            </a:lvl3pPr>
            <a:lvl4pPr>
              <a:defRPr sz="1600"/>
            </a:lvl4pPr>
            <a:lvl5pPr>
              <a:defRPr sz="1600"/>
            </a:lvl5pPr>
          </a:lstStyle>
          <a:p>
            <a:pPr lvl="0"/>
            <a:r>
              <a:rPr lang="en-US"/>
              <a:t>Click to edit Master text styles</a:t>
            </a:r>
          </a:p>
        </p:txBody>
      </p:sp>
      <p:sp>
        <p:nvSpPr>
          <p:cNvPr id="11" name="Text Placeholder 3">
            <a:extLst>
              <a:ext uri="{FF2B5EF4-FFF2-40B4-BE49-F238E27FC236}">
                <a16:creationId xmlns:a16="http://schemas.microsoft.com/office/drawing/2014/main" id="{D2DA3C9B-CF5C-E870-2D19-AC1DFB94E32E}"/>
              </a:ext>
            </a:extLst>
          </p:cNvPr>
          <p:cNvSpPr>
            <a:spLocks noGrp="1"/>
          </p:cNvSpPr>
          <p:nvPr>
            <p:ph type="body" sz="quarter" idx="13" hasCustomPrompt="1"/>
          </p:nvPr>
        </p:nvSpPr>
        <p:spPr>
          <a:xfrm>
            <a:off x="802696" y="2482228"/>
            <a:ext cx="2193002"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Master text styles</a:t>
            </a:r>
          </a:p>
        </p:txBody>
      </p:sp>
      <p:sp>
        <p:nvSpPr>
          <p:cNvPr id="12" name="Text Placeholder 2">
            <a:extLst>
              <a:ext uri="{FF2B5EF4-FFF2-40B4-BE49-F238E27FC236}">
                <a16:creationId xmlns:a16="http://schemas.microsoft.com/office/drawing/2014/main" id="{042A0570-EA15-C75C-F4A8-252BE0A34302}"/>
              </a:ext>
            </a:extLst>
          </p:cNvPr>
          <p:cNvSpPr>
            <a:spLocks noGrp="1"/>
          </p:cNvSpPr>
          <p:nvPr>
            <p:ph type="body" sz="quarter" idx="21"/>
          </p:nvPr>
        </p:nvSpPr>
        <p:spPr>
          <a:xfrm>
            <a:off x="802694" y="2816353"/>
            <a:ext cx="2193004" cy="18735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5" name="Text Placeholder 2">
            <a:extLst>
              <a:ext uri="{FF2B5EF4-FFF2-40B4-BE49-F238E27FC236}">
                <a16:creationId xmlns:a16="http://schemas.microsoft.com/office/drawing/2014/main" id="{FE18C0D6-F786-3CF7-021F-9A44F4D1DEC6}"/>
              </a:ext>
            </a:extLst>
          </p:cNvPr>
          <p:cNvSpPr txBox="1">
            <a:spLocks/>
          </p:cNvSpPr>
          <p:nvPr/>
        </p:nvSpPr>
        <p:spPr bwMode="auto">
          <a:xfrm>
            <a:off x="9010646" y="233894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8" name="Text Placeholder 3">
            <a:extLst>
              <a:ext uri="{FF2B5EF4-FFF2-40B4-BE49-F238E27FC236}">
                <a16:creationId xmlns:a16="http://schemas.microsoft.com/office/drawing/2014/main" id="{846BD992-8933-20DE-EA89-B8192BEDD1D4}"/>
              </a:ext>
            </a:extLst>
          </p:cNvPr>
          <p:cNvSpPr>
            <a:spLocks noGrp="1"/>
          </p:cNvSpPr>
          <p:nvPr>
            <p:ph type="body" sz="quarter" idx="38" hasCustomPrompt="1"/>
          </p:nvPr>
        </p:nvSpPr>
        <p:spPr>
          <a:xfrm>
            <a:off x="9189293" y="2482228"/>
            <a:ext cx="2193002"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Master text styles</a:t>
            </a:r>
          </a:p>
        </p:txBody>
      </p:sp>
      <p:sp>
        <p:nvSpPr>
          <p:cNvPr id="9" name="Text Placeholder 2">
            <a:extLst>
              <a:ext uri="{FF2B5EF4-FFF2-40B4-BE49-F238E27FC236}">
                <a16:creationId xmlns:a16="http://schemas.microsoft.com/office/drawing/2014/main" id="{F7B6DB59-4CFE-88F1-FBF4-6D94C2149815}"/>
              </a:ext>
            </a:extLst>
          </p:cNvPr>
          <p:cNvSpPr>
            <a:spLocks noGrp="1"/>
          </p:cNvSpPr>
          <p:nvPr>
            <p:ph type="body" sz="quarter" idx="39"/>
          </p:nvPr>
        </p:nvSpPr>
        <p:spPr>
          <a:xfrm>
            <a:off x="9189291" y="2816353"/>
            <a:ext cx="2193004" cy="18735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4" name="Text Placeholder 2">
            <a:extLst>
              <a:ext uri="{FF2B5EF4-FFF2-40B4-BE49-F238E27FC236}">
                <a16:creationId xmlns:a16="http://schemas.microsoft.com/office/drawing/2014/main" id="{32AC8233-5327-AE2F-E266-83884653CBD5}"/>
              </a:ext>
            </a:extLst>
          </p:cNvPr>
          <p:cNvSpPr txBox="1">
            <a:spLocks/>
          </p:cNvSpPr>
          <p:nvPr/>
        </p:nvSpPr>
        <p:spPr bwMode="auto">
          <a:xfrm>
            <a:off x="3419581" y="233894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15" name="Text Placeholder 3">
            <a:extLst>
              <a:ext uri="{FF2B5EF4-FFF2-40B4-BE49-F238E27FC236}">
                <a16:creationId xmlns:a16="http://schemas.microsoft.com/office/drawing/2014/main" id="{2F5743C2-6991-2923-77E0-3344C7C3B733}"/>
              </a:ext>
            </a:extLst>
          </p:cNvPr>
          <p:cNvSpPr>
            <a:spLocks noGrp="1"/>
          </p:cNvSpPr>
          <p:nvPr>
            <p:ph type="body" sz="quarter" idx="40" hasCustomPrompt="1"/>
          </p:nvPr>
        </p:nvSpPr>
        <p:spPr>
          <a:xfrm>
            <a:off x="3616097" y="2482228"/>
            <a:ext cx="2193002"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Master text styles</a:t>
            </a:r>
          </a:p>
        </p:txBody>
      </p:sp>
      <p:sp>
        <p:nvSpPr>
          <p:cNvPr id="16" name="Text Placeholder 2">
            <a:extLst>
              <a:ext uri="{FF2B5EF4-FFF2-40B4-BE49-F238E27FC236}">
                <a16:creationId xmlns:a16="http://schemas.microsoft.com/office/drawing/2014/main" id="{8E5F01B1-DFC1-FE8F-CD81-67B96C1C3436}"/>
              </a:ext>
            </a:extLst>
          </p:cNvPr>
          <p:cNvSpPr>
            <a:spLocks noGrp="1"/>
          </p:cNvSpPr>
          <p:nvPr>
            <p:ph type="body" sz="quarter" idx="41"/>
          </p:nvPr>
        </p:nvSpPr>
        <p:spPr>
          <a:xfrm>
            <a:off x="3616095" y="2816353"/>
            <a:ext cx="2193004" cy="18735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8" name="Text Placeholder 2">
            <a:extLst>
              <a:ext uri="{FF2B5EF4-FFF2-40B4-BE49-F238E27FC236}">
                <a16:creationId xmlns:a16="http://schemas.microsoft.com/office/drawing/2014/main" id="{CA99729D-67DE-3CB7-6AED-AFA088293D01}"/>
              </a:ext>
            </a:extLst>
          </p:cNvPr>
          <p:cNvSpPr txBox="1">
            <a:spLocks/>
          </p:cNvSpPr>
          <p:nvPr/>
        </p:nvSpPr>
        <p:spPr bwMode="auto">
          <a:xfrm>
            <a:off x="6215113" y="233894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19" name="Text Placeholder 3">
            <a:extLst>
              <a:ext uri="{FF2B5EF4-FFF2-40B4-BE49-F238E27FC236}">
                <a16:creationId xmlns:a16="http://schemas.microsoft.com/office/drawing/2014/main" id="{99EC73A4-B43D-6AA6-FC0A-814DB3EA2F96}"/>
              </a:ext>
            </a:extLst>
          </p:cNvPr>
          <p:cNvSpPr>
            <a:spLocks noGrp="1"/>
          </p:cNvSpPr>
          <p:nvPr>
            <p:ph type="body" sz="quarter" idx="42" hasCustomPrompt="1"/>
          </p:nvPr>
        </p:nvSpPr>
        <p:spPr>
          <a:xfrm>
            <a:off x="6396597" y="2482228"/>
            <a:ext cx="2193002"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Master text styles</a:t>
            </a:r>
          </a:p>
        </p:txBody>
      </p:sp>
      <p:sp>
        <p:nvSpPr>
          <p:cNvPr id="20" name="Text Placeholder 2">
            <a:extLst>
              <a:ext uri="{FF2B5EF4-FFF2-40B4-BE49-F238E27FC236}">
                <a16:creationId xmlns:a16="http://schemas.microsoft.com/office/drawing/2014/main" id="{1652C714-7CA3-2A94-DD3C-66643928F260}"/>
              </a:ext>
            </a:extLst>
          </p:cNvPr>
          <p:cNvSpPr>
            <a:spLocks noGrp="1"/>
          </p:cNvSpPr>
          <p:nvPr>
            <p:ph type="body" sz="quarter" idx="43"/>
          </p:nvPr>
        </p:nvSpPr>
        <p:spPr>
          <a:xfrm>
            <a:off x="6396595" y="2816353"/>
            <a:ext cx="2193004" cy="18735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2" name="Text Placeholder 2">
            <a:extLst>
              <a:ext uri="{FF2B5EF4-FFF2-40B4-BE49-F238E27FC236}">
                <a16:creationId xmlns:a16="http://schemas.microsoft.com/office/drawing/2014/main" id="{F3D5FD8D-27E1-3CF1-A244-ECA7F264E7FB}"/>
              </a:ext>
            </a:extLst>
          </p:cNvPr>
          <p:cNvSpPr txBox="1">
            <a:spLocks/>
          </p:cNvSpPr>
          <p:nvPr/>
        </p:nvSpPr>
        <p:spPr bwMode="auto">
          <a:xfrm>
            <a:off x="624049" y="431292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23" name="Text Placeholder 3">
            <a:extLst>
              <a:ext uri="{FF2B5EF4-FFF2-40B4-BE49-F238E27FC236}">
                <a16:creationId xmlns:a16="http://schemas.microsoft.com/office/drawing/2014/main" id="{7726B937-D0D1-99FB-90DB-3D0889418DB1}"/>
              </a:ext>
            </a:extLst>
          </p:cNvPr>
          <p:cNvSpPr>
            <a:spLocks noGrp="1"/>
          </p:cNvSpPr>
          <p:nvPr>
            <p:ph type="body" sz="quarter" idx="44" hasCustomPrompt="1"/>
          </p:nvPr>
        </p:nvSpPr>
        <p:spPr>
          <a:xfrm>
            <a:off x="802696" y="4456208"/>
            <a:ext cx="2193002"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Master text styles</a:t>
            </a:r>
          </a:p>
        </p:txBody>
      </p:sp>
      <p:sp>
        <p:nvSpPr>
          <p:cNvPr id="24" name="Text Placeholder 2">
            <a:extLst>
              <a:ext uri="{FF2B5EF4-FFF2-40B4-BE49-F238E27FC236}">
                <a16:creationId xmlns:a16="http://schemas.microsoft.com/office/drawing/2014/main" id="{4EEB4CCD-B4BA-296D-1362-E5CE64AA96FE}"/>
              </a:ext>
            </a:extLst>
          </p:cNvPr>
          <p:cNvSpPr>
            <a:spLocks noGrp="1"/>
          </p:cNvSpPr>
          <p:nvPr>
            <p:ph type="body" sz="quarter" idx="45"/>
          </p:nvPr>
        </p:nvSpPr>
        <p:spPr>
          <a:xfrm>
            <a:off x="802694" y="4790333"/>
            <a:ext cx="2193004" cy="18735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31" name="Text Placeholder 2">
            <a:extLst>
              <a:ext uri="{FF2B5EF4-FFF2-40B4-BE49-F238E27FC236}">
                <a16:creationId xmlns:a16="http://schemas.microsoft.com/office/drawing/2014/main" id="{332C2642-DAB8-AE56-50C7-40C6F81080D8}"/>
              </a:ext>
            </a:extLst>
          </p:cNvPr>
          <p:cNvSpPr txBox="1">
            <a:spLocks/>
          </p:cNvSpPr>
          <p:nvPr/>
        </p:nvSpPr>
        <p:spPr bwMode="auto">
          <a:xfrm>
            <a:off x="9010646" y="431292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41" name="Text Placeholder 3">
            <a:extLst>
              <a:ext uri="{FF2B5EF4-FFF2-40B4-BE49-F238E27FC236}">
                <a16:creationId xmlns:a16="http://schemas.microsoft.com/office/drawing/2014/main" id="{6A34AA1F-2ABE-0DAD-0B9A-45B7A441D678}"/>
              </a:ext>
            </a:extLst>
          </p:cNvPr>
          <p:cNvSpPr>
            <a:spLocks noGrp="1"/>
          </p:cNvSpPr>
          <p:nvPr>
            <p:ph type="body" sz="quarter" idx="46" hasCustomPrompt="1"/>
          </p:nvPr>
        </p:nvSpPr>
        <p:spPr>
          <a:xfrm>
            <a:off x="9189293" y="4456208"/>
            <a:ext cx="2193002"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Master text styles</a:t>
            </a:r>
          </a:p>
        </p:txBody>
      </p:sp>
      <p:sp>
        <p:nvSpPr>
          <p:cNvPr id="42" name="Text Placeholder 2">
            <a:extLst>
              <a:ext uri="{FF2B5EF4-FFF2-40B4-BE49-F238E27FC236}">
                <a16:creationId xmlns:a16="http://schemas.microsoft.com/office/drawing/2014/main" id="{25C5A2E4-EA9C-AB4A-3F50-45FA2F13340A}"/>
              </a:ext>
            </a:extLst>
          </p:cNvPr>
          <p:cNvSpPr>
            <a:spLocks noGrp="1"/>
          </p:cNvSpPr>
          <p:nvPr>
            <p:ph type="body" sz="quarter" idx="47"/>
          </p:nvPr>
        </p:nvSpPr>
        <p:spPr>
          <a:xfrm>
            <a:off x="9189291" y="4790333"/>
            <a:ext cx="2193004" cy="18735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43" name="Text Placeholder 2">
            <a:extLst>
              <a:ext uri="{FF2B5EF4-FFF2-40B4-BE49-F238E27FC236}">
                <a16:creationId xmlns:a16="http://schemas.microsoft.com/office/drawing/2014/main" id="{EE51930A-13C5-F2E3-6C63-67FCD135CA7C}"/>
              </a:ext>
            </a:extLst>
          </p:cNvPr>
          <p:cNvSpPr txBox="1">
            <a:spLocks/>
          </p:cNvSpPr>
          <p:nvPr/>
        </p:nvSpPr>
        <p:spPr bwMode="auto">
          <a:xfrm>
            <a:off x="3419581" y="431292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44" name="Text Placeholder 3">
            <a:extLst>
              <a:ext uri="{FF2B5EF4-FFF2-40B4-BE49-F238E27FC236}">
                <a16:creationId xmlns:a16="http://schemas.microsoft.com/office/drawing/2014/main" id="{EE34904B-8F68-7CA0-AE7E-2E35B55DCA49}"/>
              </a:ext>
            </a:extLst>
          </p:cNvPr>
          <p:cNvSpPr>
            <a:spLocks noGrp="1"/>
          </p:cNvSpPr>
          <p:nvPr>
            <p:ph type="body" sz="quarter" idx="48" hasCustomPrompt="1"/>
          </p:nvPr>
        </p:nvSpPr>
        <p:spPr>
          <a:xfrm>
            <a:off x="3616097" y="4456208"/>
            <a:ext cx="2193002"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Master text styles</a:t>
            </a:r>
          </a:p>
        </p:txBody>
      </p:sp>
      <p:sp>
        <p:nvSpPr>
          <p:cNvPr id="45" name="Text Placeholder 2">
            <a:extLst>
              <a:ext uri="{FF2B5EF4-FFF2-40B4-BE49-F238E27FC236}">
                <a16:creationId xmlns:a16="http://schemas.microsoft.com/office/drawing/2014/main" id="{E9CD9D20-1371-5376-BCC4-F2A1ADD4E332}"/>
              </a:ext>
            </a:extLst>
          </p:cNvPr>
          <p:cNvSpPr>
            <a:spLocks noGrp="1"/>
          </p:cNvSpPr>
          <p:nvPr>
            <p:ph type="body" sz="quarter" idx="49"/>
          </p:nvPr>
        </p:nvSpPr>
        <p:spPr>
          <a:xfrm>
            <a:off x="3616095" y="4790333"/>
            <a:ext cx="2193004" cy="18735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46" name="Text Placeholder 2">
            <a:extLst>
              <a:ext uri="{FF2B5EF4-FFF2-40B4-BE49-F238E27FC236}">
                <a16:creationId xmlns:a16="http://schemas.microsoft.com/office/drawing/2014/main" id="{5F2BD61B-2E6C-12DC-6F26-CF6B6FDB0831}"/>
              </a:ext>
            </a:extLst>
          </p:cNvPr>
          <p:cNvSpPr txBox="1">
            <a:spLocks/>
          </p:cNvSpPr>
          <p:nvPr/>
        </p:nvSpPr>
        <p:spPr bwMode="auto">
          <a:xfrm>
            <a:off x="6215113" y="4312921"/>
            <a:ext cx="2556666" cy="1663185"/>
          </a:xfrm>
          <a:prstGeom prst="rect">
            <a:avLst/>
          </a:prstGeom>
          <a:solidFill>
            <a:schemeClr val="accent2">
              <a:lumMod val="20000"/>
              <a:lumOff val="80000"/>
            </a:schemeClr>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Arial" charset="0"/>
              <a:buNone/>
              <a:tabLst/>
              <a:defRPr/>
            </a:pPr>
            <a:endParaRPr kumimoji="0" lang="en-US" sz="1400" b="0" i="0" u="none" strike="noStrike" kern="1200" cap="none" spc="0" normalizeH="0" baseline="0" noProof="0" dirty="0">
              <a:ln>
                <a:noFill/>
              </a:ln>
              <a:solidFill>
                <a:srgbClr val="0A2F5D"/>
              </a:solidFill>
              <a:effectLst/>
              <a:uLnTx/>
              <a:uFillTx/>
              <a:latin typeface="Arial" panose="020B0604020202020204" pitchFamily="34" charset="0"/>
              <a:cs typeface="Arial" charset="0"/>
            </a:endParaRPr>
          </a:p>
        </p:txBody>
      </p:sp>
      <p:sp>
        <p:nvSpPr>
          <p:cNvPr id="47" name="Text Placeholder 3">
            <a:extLst>
              <a:ext uri="{FF2B5EF4-FFF2-40B4-BE49-F238E27FC236}">
                <a16:creationId xmlns:a16="http://schemas.microsoft.com/office/drawing/2014/main" id="{CC4D912B-AD89-E892-038D-94E2316B2BCA}"/>
              </a:ext>
            </a:extLst>
          </p:cNvPr>
          <p:cNvSpPr>
            <a:spLocks noGrp="1"/>
          </p:cNvSpPr>
          <p:nvPr>
            <p:ph type="body" sz="quarter" idx="50" hasCustomPrompt="1"/>
          </p:nvPr>
        </p:nvSpPr>
        <p:spPr>
          <a:xfrm>
            <a:off x="6396597" y="4456208"/>
            <a:ext cx="2193002" cy="249812"/>
          </a:xfrm>
          <a:prstGeom prst="rect">
            <a:avLst/>
          </a:prstGeom>
        </p:spPr>
        <p:txBody>
          <a:bodyPr wrap="square" anchor="t">
            <a:spAutoFit/>
          </a:bodyPr>
          <a:lstStyle>
            <a:lvl1pPr marL="0" indent="0" algn="l">
              <a:spcBef>
                <a:spcPts val="0"/>
              </a:spcBef>
              <a:buFontTx/>
              <a:buNone/>
              <a:defRPr sz="16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Master text styles</a:t>
            </a:r>
          </a:p>
        </p:txBody>
      </p:sp>
      <p:sp>
        <p:nvSpPr>
          <p:cNvPr id="48" name="Text Placeholder 2">
            <a:extLst>
              <a:ext uri="{FF2B5EF4-FFF2-40B4-BE49-F238E27FC236}">
                <a16:creationId xmlns:a16="http://schemas.microsoft.com/office/drawing/2014/main" id="{4A2D2C99-89ED-A72A-5C7D-0E0955A4D4C6}"/>
              </a:ext>
            </a:extLst>
          </p:cNvPr>
          <p:cNvSpPr>
            <a:spLocks noGrp="1"/>
          </p:cNvSpPr>
          <p:nvPr>
            <p:ph type="body" sz="quarter" idx="51"/>
          </p:nvPr>
        </p:nvSpPr>
        <p:spPr>
          <a:xfrm>
            <a:off x="6396595" y="4790333"/>
            <a:ext cx="2193004" cy="18735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Tree>
    <p:extLst>
      <p:ext uri="{BB962C8B-B14F-4D97-AF65-F5344CB8AC3E}">
        <p14:creationId xmlns:p14="http://schemas.microsoft.com/office/powerpoint/2010/main" val="28763881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 - 4-up">
    <p:bg>
      <p:bgPr>
        <a:solidFill>
          <a:schemeClr val="bg1"/>
        </a:solidFill>
        <a:effectLst/>
      </p:bgPr>
    </p:bg>
    <p:spTree>
      <p:nvGrpSpPr>
        <p:cNvPr id="1" name=""/>
        <p:cNvGrpSpPr/>
        <p:nvPr/>
      </p:nvGrpSpPr>
      <p:grpSpPr>
        <a:xfrm>
          <a:off x="0" y="0"/>
          <a:ext cx="0" cy="0"/>
          <a:chOff x="0" y="0"/>
          <a:chExt cx="0" cy="0"/>
        </a:xfrm>
      </p:grpSpPr>
      <p:sp>
        <p:nvSpPr>
          <p:cNvPr id="6"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7"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0" name="Text Placeholder 9">
            <a:extLst>
              <a:ext uri="{FF2B5EF4-FFF2-40B4-BE49-F238E27FC236}">
                <a16:creationId xmlns:a16="http://schemas.microsoft.com/office/drawing/2014/main" id="{E8FDF5FF-2731-A724-F995-E588C9081B74}"/>
              </a:ext>
            </a:extLst>
          </p:cNvPr>
          <p:cNvSpPr>
            <a:spLocks noGrp="1"/>
          </p:cNvSpPr>
          <p:nvPr>
            <p:ph type="body" sz="quarter" idx="12"/>
          </p:nvPr>
        </p:nvSpPr>
        <p:spPr>
          <a:xfrm>
            <a:off x="624051" y="1509713"/>
            <a:ext cx="10943900" cy="374718"/>
          </a:xfrm>
        </p:spPr>
        <p:txBody>
          <a:bodyPr>
            <a:spAutoFit/>
          </a:bodyPr>
          <a:lstStyle>
            <a:lvl1pPr>
              <a:spcAft>
                <a:spcPts val="1200"/>
              </a:spcAft>
              <a:defRPr sz="2400"/>
            </a:lvl1pPr>
            <a:lvl2pPr>
              <a:defRPr sz="1600"/>
            </a:lvl2pPr>
            <a:lvl3pPr>
              <a:defRPr sz="1600"/>
            </a:lvl3pPr>
            <a:lvl4pPr>
              <a:defRPr sz="1600"/>
            </a:lvl4pPr>
            <a:lvl5pPr>
              <a:defRPr sz="1600"/>
            </a:lvl5pPr>
          </a:lstStyle>
          <a:p>
            <a:pPr lvl="0"/>
            <a:r>
              <a:rPr lang="en-US"/>
              <a:t>Click to edit Master text styles</a:t>
            </a:r>
          </a:p>
        </p:txBody>
      </p:sp>
      <p:sp>
        <p:nvSpPr>
          <p:cNvPr id="11" name="Text Placeholder 3">
            <a:extLst>
              <a:ext uri="{FF2B5EF4-FFF2-40B4-BE49-F238E27FC236}">
                <a16:creationId xmlns:a16="http://schemas.microsoft.com/office/drawing/2014/main" id="{D2DA3C9B-CF5C-E870-2D19-AC1DFB94E32E}"/>
              </a:ext>
            </a:extLst>
          </p:cNvPr>
          <p:cNvSpPr>
            <a:spLocks noGrp="1"/>
          </p:cNvSpPr>
          <p:nvPr>
            <p:ph type="body" sz="quarter" idx="13" hasCustomPrompt="1"/>
          </p:nvPr>
        </p:nvSpPr>
        <p:spPr>
          <a:xfrm>
            <a:off x="624050" y="2555381"/>
            <a:ext cx="5184537"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12" name="Text Placeholder 2">
            <a:extLst>
              <a:ext uri="{FF2B5EF4-FFF2-40B4-BE49-F238E27FC236}">
                <a16:creationId xmlns:a16="http://schemas.microsoft.com/office/drawing/2014/main" id="{042A0570-EA15-C75C-F4A8-252BE0A34302}"/>
              </a:ext>
            </a:extLst>
          </p:cNvPr>
          <p:cNvSpPr>
            <a:spLocks noGrp="1"/>
          </p:cNvSpPr>
          <p:nvPr>
            <p:ph type="body" sz="quarter" idx="21"/>
          </p:nvPr>
        </p:nvSpPr>
        <p:spPr>
          <a:xfrm>
            <a:off x="624050" y="3108960"/>
            <a:ext cx="5184538"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cxnSp>
        <p:nvCxnSpPr>
          <p:cNvPr id="29" name="Straight Connector 28">
            <a:extLst>
              <a:ext uri="{FF2B5EF4-FFF2-40B4-BE49-F238E27FC236}">
                <a16:creationId xmlns:a16="http://schemas.microsoft.com/office/drawing/2014/main" id="{95527208-BDE8-7212-E353-B1473EA1EBA2}"/>
              </a:ext>
            </a:extLst>
          </p:cNvPr>
          <p:cNvCxnSpPr>
            <a:cxnSpLocks/>
          </p:cNvCxnSpPr>
          <p:nvPr/>
        </p:nvCxnSpPr>
        <p:spPr>
          <a:xfrm>
            <a:off x="624050" y="398267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
        <p:nvSpPr>
          <p:cNvPr id="30" name="Text Placeholder 3">
            <a:extLst>
              <a:ext uri="{FF2B5EF4-FFF2-40B4-BE49-F238E27FC236}">
                <a16:creationId xmlns:a16="http://schemas.microsoft.com/office/drawing/2014/main" id="{6CD22DD9-ED74-4EA0-B019-96668B0D124E}"/>
              </a:ext>
            </a:extLst>
          </p:cNvPr>
          <p:cNvSpPr>
            <a:spLocks noGrp="1"/>
          </p:cNvSpPr>
          <p:nvPr>
            <p:ph type="body" sz="quarter" idx="28" hasCustomPrompt="1"/>
          </p:nvPr>
        </p:nvSpPr>
        <p:spPr>
          <a:xfrm>
            <a:off x="624050" y="4247021"/>
            <a:ext cx="5184537"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31" name="Text Placeholder 2">
            <a:extLst>
              <a:ext uri="{FF2B5EF4-FFF2-40B4-BE49-F238E27FC236}">
                <a16:creationId xmlns:a16="http://schemas.microsoft.com/office/drawing/2014/main" id="{5C1FB0D5-C9F0-1011-23F6-D887ABDB4B03}"/>
              </a:ext>
            </a:extLst>
          </p:cNvPr>
          <p:cNvSpPr>
            <a:spLocks noGrp="1"/>
          </p:cNvSpPr>
          <p:nvPr>
            <p:ph type="body" sz="quarter" idx="29"/>
          </p:nvPr>
        </p:nvSpPr>
        <p:spPr>
          <a:xfrm>
            <a:off x="624050" y="4800600"/>
            <a:ext cx="5184538"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32" name="Text Placeholder 3">
            <a:extLst>
              <a:ext uri="{FF2B5EF4-FFF2-40B4-BE49-F238E27FC236}">
                <a16:creationId xmlns:a16="http://schemas.microsoft.com/office/drawing/2014/main" id="{54BBF4AE-43BF-B318-C02C-CB80B7F89BF6}"/>
              </a:ext>
            </a:extLst>
          </p:cNvPr>
          <p:cNvSpPr>
            <a:spLocks noGrp="1"/>
          </p:cNvSpPr>
          <p:nvPr>
            <p:ph type="body" sz="quarter" idx="30" hasCustomPrompt="1"/>
          </p:nvPr>
        </p:nvSpPr>
        <p:spPr>
          <a:xfrm>
            <a:off x="6391733" y="2555381"/>
            <a:ext cx="5184537"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33" name="Text Placeholder 2">
            <a:extLst>
              <a:ext uri="{FF2B5EF4-FFF2-40B4-BE49-F238E27FC236}">
                <a16:creationId xmlns:a16="http://schemas.microsoft.com/office/drawing/2014/main" id="{67EA58D7-338F-8DCE-216B-B17EF72B6288}"/>
              </a:ext>
            </a:extLst>
          </p:cNvPr>
          <p:cNvSpPr>
            <a:spLocks noGrp="1"/>
          </p:cNvSpPr>
          <p:nvPr>
            <p:ph type="body" sz="quarter" idx="31"/>
          </p:nvPr>
        </p:nvSpPr>
        <p:spPr>
          <a:xfrm>
            <a:off x="6391733" y="3108960"/>
            <a:ext cx="5184538"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cxnSp>
        <p:nvCxnSpPr>
          <p:cNvPr id="34" name="Straight Connector 33">
            <a:extLst>
              <a:ext uri="{FF2B5EF4-FFF2-40B4-BE49-F238E27FC236}">
                <a16:creationId xmlns:a16="http://schemas.microsoft.com/office/drawing/2014/main" id="{B0212F6C-A97D-5CFC-2D04-B4CCF1B3B5C2}"/>
              </a:ext>
            </a:extLst>
          </p:cNvPr>
          <p:cNvCxnSpPr>
            <a:cxnSpLocks/>
          </p:cNvCxnSpPr>
          <p:nvPr/>
        </p:nvCxnSpPr>
        <p:spPr>
          <a:xfrm>
            <a:off x="6391733" y="398267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
        <p:nvSpPr>
          <p:cNvPr id="35" name="Text Placeholder 3">
            <a:extLst>
              <a:ext uri="{FF2B5EF4-FFF2-40B4-BE49-F238E27FC236}">
                <a16:creationId xmlns:a16="http://schemas.microsoft.com/office/drawing/2014/main" id="{9FA32F0A-4CE3-A416-37B9-43FEF431A474}"/>
              </a:ext>
            </a:extLst>
          </p:cNvPr>
          <p:cNvSpPr>
            <a:spLocks noGrp="1"/>
          </p:cNvSpPr>
          <p:nvPr>
            <p:ph type="body" sz="quarter" idx="32" hasCustomPrompt="1"/>
          </p:nvPr>
        </p:nvSpPr>
        <p:spPr>
          <a:xfrm>
            <a:off x="6391733" y="4247021"/>
            <a:ext cx="5184537"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36" name="Text Placeholder 2">
            <a:extLst>
              <a:ext uri="{FF2B5EF4-FFF2-40B4-BE49-F238E27FC236}">
                <a16:creationId xmlns:a16="http://schemas.microsoft.com/office/drawing/2014/main" id="{6FCE4149-2AB6-88F4-243A-85B269DFF7C8}"/>
              </a:ext>
            </a:extLst>
          </p:cNvPr>
          <p:cNvSpPr>
            <a:spLocks noGrp="1"/>
          </p:cNvSpPr>
          <p:nvPr>
            <p:ph type="body" sz="quarter" idx="33"/>
          </p:nvPr>
        </p:nvSpPr>
        <p:spPr>
          <a:xfrm>
            <a:off x="6391733" y="4800600"/>
            <a:ext cx="5184538"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cxnSp>
        <p:nvCxnSpPr>
          <p:cNvPr id="15" name="Straight Connector 14">
            <a:extLst>
              <a:ext uri="{FF2B5EF4-FFF2-40B4-BE49-F238E27FC236}">
                <a16:creationId xmlns:a16="http://schemas.microsoft.com/office/drawing/2014/main" id="{0575AB5C-5DDE-4DFC-BDDA-DDE7CF85E9AF}"/>
              </a:ext>
            </a:extLst>
          </p:cNvPr>
          <p:cNvCxnSpPr>
            <a:cxnSpLocks/>
          </p:cNvCxnSpPr>
          <p:nvPr userDrawn="1"/>
        </p:nvCxnSpPr>
        <p:spPr>
          <a:xfrm>
            <a:off x="624050" y="398267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16" name="Straight Connector 15">
            <a:extLst>
              <a:ext uri="{FF2B5EF4-FFF2-40B4-BE49-F238E27FC236}">
                <a16:creationId xmlns:a16="http://schemas.microsoft.com/office/drawing/2014/main" id="{1C2D024C-6911-4233-A834-13A787ED59F0}"/>
              </a:ext>
            </a:extLst>
          </p:cNvPr>
          <p:cNvCxnSpPr>
            <a:cxnSpLocks/>
          </p:cNvCxnSpPr>
          <p:nvPr userDrawn="1"/>
        </p:nvCxnSpPr>
        <p:spPr>
          <a:xfrm>
            <a:off x="6391733" y="398267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9817560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 - 6-up">
    <p:bg>
      <p:bgPr>
        <a:solidFill>
          <a:schemeClr val="bg1"/>
        </a:solidFill>
        <a:effectLst/>
      </p:bgPr>
    </p:bg>
    <p:spTree>
      <p:nvGrpSpPr>
        <p:cNvPr id="1" name=""/>
        <p:cNvGrpSpPr/>
        <p:nvPr/>
      </p:nvGrpSpPr>
      <p:grpSpPr>
        <a:xfrm>
          <a:off x="0" y="0"/>
          <a:ext cx="0" cy="0"/>
          <a:chOff x="0" y="0"/>
          <a:chExt cx="0" cy="0"/>
        </a:xfrm>
      </p:grpSpPr>
      <p:sp>
        <p:nvSpPr>
          <p:cNvPr id="6"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7"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0" name="Text Placeholder 9">
            <a:extLst>
              <a:ext uri="{FF2B5EF4-FFF2-40B4-BE49-F238E27FC236}">
                <a16:creationId xmlns:a16="http://schemas.microsoft.com/office/drawing/2014/main" id="{E8FDF5FF-2731-A724-F995-E588C9081B74}"/>
              </a:ext>
            </a:extLst>
          </p:cNvPr>
          <p:cNvSpPr>
            <a:spLocks noGrp="1"/>
          </p:cNvSpPr>
          <p:nvPr>
            <p:ph type="body" sz="quarter" idx="12"/>
          </p:nvPr>
        </p:nvSpPr>
        <p:spPr>
          <a:xfrm>
            <a:off x="624051" y="1509713"/>
            <a:ext cx="10943900" cy="374718"/>
          </a:xfrm>
        </p:spPr>
        <p:txBody>
          <a:bodyPr>
            <a:spAutoFit/>
          </a:bodyPr>
          <a:lstStyle>
            <a:lvl1pPr>
              <a:spcAft>
                <a:spcPts val="1200"/>
              </a:spcAft>
              <a:defRPr sz="2400"/>
            </a:lvl1pPr>
            <a:lvl2pPr>
              <a:defRPr sz="1600"/>
            </a:lvl2pPr>
            <a:lvl3pPr>
              <a:defRPr sz="1600"/>
            </a:lvl3pPr>
            <a:lvl4pPr>
              <a:defRPr sz="1600"/>
            </a:lvl4pPr>
            <a:lvl5pPr>
              <a:defRPr sz="1600"/>
            </a:lvl5pPr>
          </a:lstStyle>
          <a:p>
            <a:pPr lvl="0"/>
            <a:r>
              <a:rPr lang="en-US"/>
              <a:t>Click to edit Master text styles</a:t>
            </a:r>
          </a:p>
        </p:txBody>
      </p:sp>
      <p:sp>
        <p:nvSpPr>
          <p:cNvPr id="11" name="Text Placeholder 3">
            <a:extLst>
              <a:ext uri="{FF2B5EF4-FFF2-40B4-BE49-F238E27FC236}">
                <a16:creationId xmlns:a16="http://schemas.microsoft.com/office/drawing/2014/main" id="{D2DA3C9B-CF5C-E870-2D19-AC1DFB94E32E}"/>
              </a:ext>
            </a:extLst>
          </p:cNvPr>
          <p:cNvSpPr>
            <a:spLocks noGrp="1"/>
          </p:cNvSpPr>
          <p:nvPr>
            <p:ph type="body" sz="quarter" idx="13" hasCustomPrompt="1"/>
          </p:nvPr>
        </p:nvSpPr>
        <p:spPr>
          <a:xfrm>
            <a:off x="624050" y="2555381"/>
            <a:ext cx="5184537"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12" name="Text Placeholder 2">
            <a:extLst>
              <a:ext uri="{FF2B5EF4-FFF2-40B4-BE49-F238E27FC236}">
                <a16:creationId xmlns:a16="http://schemas.microsoft.com/office/drawing/2014/main" id="{042A0570-EA15-C75C-F4A8-252BE0A34302}"/>
              </a:ext>
            </a:extLst>
          </p:cNvPr>
          <p:cNvSpPr>
            <a:spLocks noGrp="1"/>
          </p:cNvSpPr>
          <p:nvPr>
            <p:ph type="body" sz="quarter" idx="21"/>
          </p:nvPr>
        </p:nvSpPr>
        <p:spPr>
          <a:xfrm>
            <a:off x="624050" y="3108960"/>
            <a:ext cx="5184538"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30" name="Text Placeholder 3">
            <a:extLst>
              <a:ext uri="{FF2B5EF4-FFF2-40B4-BE49-F238E27FC236}">
                <a16:creationId xmlns:a16="http://schemas.microsoft.com/office/drawing/2014/main" id="{6CD22DD9-ED74-4EA0-B019-96668B0D124E}"/>
              </a:ext>
            </a:extLst>
          </p:cNvPr>
          <p:cNvSpPr>
            <a:spLocks noGrp="1"/>
          </p:cNvSpPr>
          <p:nvPr>
            <p:ph type="body" sz="quarter" idx="28" hasCustomPrompt="1"/>
          </p:nvPr>
        </p:nvSpPr>
        <p:spPr>
          <a:xfrm>
            <a:off x="624050" y="3762389"/>
            <a:ext cx="5184537"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31" name="Text Placeholder 2">
            <a:extLst>
              <a:ext uri="{FF2B5EF4-FFF2-40B4-BE49-F238E27FC236}">
                <a16:creationId xmlns:a16="http://schemas.microsoft.com/office/drawing/2014/main" id="{5C1FB0D5-C9F0-1011-23F6-D887ABDB4B03}"/>
              </a:ext>
            </a:extLst>
          </p:cNvPr>
          <p:cNvSpPr>
            <a:spLocks noGrp="1"/>
          </p:cNvSpPr>
          <p:nvPr>
            <p:ph type="body" sz="quarter" idx="29"/>
          </p:nvPr>
        </p:nvSpPr>
        <p:spPr>
          <a:xfrm>
            <a:off x="624050" y="4315968"/>
            <a:ext cx="5184538"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cxnSp>
        <p:nvCxnSpPr>
          <p:cNvPr id="3" name="Straight Connector 2">
            <a:extLst>
              <a:ext uri="{FF2B5EF4-FFF2-40B4-BE49-F238E27FC236}">
                <a16:creationId xmlns:a16="http://schemas.microsoft.com/office/drawing/2014/main" id="{00B281E2-668C-B228-30D3-A823BDF449B2}"/>
              </a:ext>
            </a:extLst>
          </p:cNvPr>
          <p:cNvCxnSpPr>
            <a:cxnSpLocks/>
          </p:cNvCxnSpPr>
          <p:nvPr/>
        </p:nvCxnSpPr>
        <p:spPr>
          <a:xfrm>
            <a:off x="624050" y="364913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F6BFD4B4-C213-D31F-3B3A-F3345ED728C7}"/>
              </a:ext>
            </a:extLst>
          </p:cNvPr>
          <p:cNvCxnSpPr>
            <a:cxnSpLocks/>
          </p:cNvCxnSpPr>
          <p:nvPr/>
        </p:nvCxnSpPr>
        <p:spPr>
          <a:xfrm>
            <a:off x="624051" y="484836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
        <p:nvSpPr>
          <p:cNvPr id="5" name="Text Placeholder 3">
            <a:extLst>
              <a:ext uri="{FF2B5EF4-FFF2-40B4-BE49-F238E27FC236}">
                <a16:creationId xmlns:a16="http://schemas.microsoft.com/office/drawing/2014/main" id="{A6CFD03F-D664-1C66-ED07-CF7831FD8A50}"/>
              </a:ext>
            </a:extLst>
          </p:cNvPr>
          <p:cNvSpPr>
            <a:spLocks noGrp="1"/>
          </p:cNvSpPr>
          <p:nvPr>
            <p:ph type="body" sz="quarter" idx="34" hasCustomPrompt="1"/>
          </p:nvPr>
        </p:nvSpPr>
        <p:spPr>
          <a:xfrm>
            <a:off x="624050" y="4958393"/>
            <a:ext cx="5184537"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8" name="Text Placeholder 2">
            <a:extLst>
              <a:ext uri="{FF2B5EF4-FFF2-40B4-BE49-F238E27FC236}">
                <a16:creationId xmlns:a16="http://schemas.microsoft.com/office/drawing/2014/main" id="{E7304BB5-60E4-1053-51B9-BBDA545B2ED8}"/>
              </a:ext>
            </a:extLst>
          </p:cNvPr>
          <p:cNvSpPr>
            <a:spLocks noGrp="1"/>
          </p:cNvSpPr>
          <p:nvPr>
            <p:ph type="body" sz="quarter" idx="35"/>
          </p:nvPr>
        </p:nvSpPr>
        <p:spPr>
          <a:xfrm>
            <a:off x="624050" y="5511972"/>
            <a:ext cx="5184538"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6" name="Text Placeholder 3">
            <a:extLst>
              <a:ext uri="{FF2B5EF4-FFF2-40B4-BE49-F238E27FC236}">
                <a16:creationId xmlns:a16="http://schemas.microsoft.com/office/drawing/2014/main" id="{0AA3EB9C-BA5F-73D9-9A89-637F571829FC}"/>
              </a:ext>
            </a:extLst>
          </p:cNvPr>
          <p:cNvSpPr>
            <a:spLocks noGrp="1"/>
          </p:cNvSpPr>
          <p:nvPr>
            <p:ph type="body" sz="quarter" idx="36" hasCustomPrompt="1"/>
          </p:nvPr>
        </p:nvSpPr>
        <p:spPr>
          <a:xfrm>
            <a:off x="6391733" y="2555381"/>
            <a:ext cx="5184537"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17" name="Text Placeholder 2">
            <a:extLst>
              <a:ext uri="{FF2B5EF4-FFF2-40B4-BE49-F238E27FC236}">
                <a16:creationId xmlns:a16="http://schemas.microsoft.com/office/drawing/2014/main" id="{71AE850F-C200-D884-20E6-F5BB8938D224}"/>
              </a:ext>
            </a:extLst>
          </p:cNvPr>
          <p:cNvSpPr>
            <a:spLocks noGrp="1"/>
          </p:cNvSpPr>
          <p:nvPr>
            <p:ph type="body" sz="quarter" idx="37"/>
          </p:nvPr>
        </p:nvSpPr>
        <p:spPr>
          <a:xfrm>
            <a:off x="6391733" y="3108960"/>
            <a:ext cx="5184538"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8" name="Text Placeholder 3">
            <a:extLst>
              <a:ext uri="{FF2B5EF4-FFF2-40B4-BE49-F238E27FC236}">
                <a16:creationId xmlns:a16="http://schemas.microsoft.com/office/drawing/2014/main" id="{15F8BBC2-4D1A-5EE8-C85B-5EC806FDD385}"/>
              </a:ext>
            </a:extLst>
          </p:cNvPr>
          <p:cNvSpPr>
            <a:spLocks noGrp="1"/>
          </p:cNvSpPr>
          <p:nvPr>
            <p:ph type="body" sz="quarter" idx="38" hasCustomPrompt="1"/>
          </p:nvPr>
        </p:nvSpPr>
        <p:spPr>
          <a:xfrm>
            <a:off x="6391733" y="3762389"/>
            <a:ext cx="5184537"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19" name="Text Placeholder 2">
            <a:extLst>
              <a:ext uri="{FF2B5EF4-FFF2-40B4-BE49-F238E27FC236}">
                <a16:creationId xmlns:a16="http://schemas.microsoft.com/office/drawing/2014/main" id="{07F1A810-58F9-48C3-6D62-DA782348A7A9}"/>
              </a:ext>
            </a:extLst>
          </p:cNvPr>
          <p:cNvSpPr>
            <a:spLocks noGrp="1"/>
          </p:cNvSpPr>
          <p:nvPr>
            <p:ph type="body" sz="quarter" idx="39"/>
          </p:nvPr>
        </p:nvSpPr>
        <p:spPr>
          <a:xfrm>
            <a:off x="6391733" y="4315968"/>
            <a:ext cx="5184538"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cxnSp>
        <p:nvCxnSpPr>
          <p:cNvPr id="20" name="Straight Connector 19">
            <a:extLst>
              <a:ext uri="{FF2B5EF4-FFF2-40B4-BE49-F238E27FC236}">
                <a16:creationId xmlns:a16="http://schemas.microsoft.com/office/drawing/2014/main" id="{1534A16B-8F6A-8140-BD6D-66536BF1C1F5}"/>
              </a:ext>
            </a:extLst>
          </p:cNvPr>
          <p:cNvCxnSpPr>
            <a:cxnSpLocks/>
          </p:cNvCxnSpPr>
          <p:nvPr/>
        </p:nvCxnSpPr>
        <p:spPr>
          <a:xfrm>
            <a:off x="6391733" y="364913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21" name="Straight Connector 20">
            <a:extLst>
              <a:ext uri="{FF2B5EF4-FFF2-40B4-BE49-F238E27FC236}">
                <a16:creationId xmlns:a16="http://schemas.microsoft.com/office/drawing/2014/main" id="{5398B529-ECA0-962F-DFA0-E3D53968F33C}"/>
              </a:ext>
            </a:extLst>
          </p:cNvPr>
          <p:cNvCxnSpPr>
            <a:cxnSpLocks/>
          </p:cNvCxnSpPr>
          <p:nvPr/>
        </p:nvCxnSpPr>
        <p:spPr>
          <a:xfrm>
            <a:off x="6391734" y="484836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
        <p:nvSpPr>
          <p:cNvPr id="22" name="Text Placeholder 3">
            <a:extLst>
              <a:ext uri="{FF2B5EF4-FFF2-40B4-BE49-F238E27FC236}">
                <a16:creationId xmlns:a16="http://schemas.microsoft.com/office/drawing/2014/main" id="{69483C7E-D963-1124-ADF0-36B25F25CEEB}"/>
              </a:ext>
            </a:extLst>
          </p:cNvPr>
          <p:cNvSpPr>
            <a:spLocks noGrp="1"/>
          </p:cNvSpPr>
          <p:nvPr>
            <p:ph type="body" sz="quarter" idx="40" hasCustomPrompt="1"/>
          </p:nvPr>
        </p:nvSpPr>
        <p:spPr>
          <a:xfrm>
            <a:off x="6391733" y="4958393"/>
            <a:ext cx="5184537"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23" name="Text Placeholder 2">
            <a:extLst>
              <a:ext uri="{FF2B5EF4-FFF2-40B4-BE49-F238E27FC236}">
                <a16:creationId xmlns:a16="http://schemas.microsoft.com/office/drawing/2014/main" id="{D459150B-44F1-1A3E-2C8B-6EC0A1E6D129}"/>
              </a:ext>
            </a:extLst>
          </p:cNvPr>
          <p:cNvSpPr>
            <a:spLocks noGrp="1"/>
          </p:cNvSpPr>
          <p:nvPr>
            <p:ph type="body" sz="quarter" idx="41"/>
          </p:nvPr>
        </p:nvSpPr>
        <p:spPr>
          <a:xfrm>
            <a:off x="6391733" y="5511972"/>
            <a:ext cx="5184538"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cxnSp>
        <p:nvCxnSpPr>
          <p:cNvPr id="24" name="Straight Connector 23">
            <a:extLst>
              <a:ext uri="{FF2B5EF4-FFF2-40B4-BE49-F238E27FC236}">
                <a16:creationId xmlns:a16="http://schemas.microsoft.com/office/drawing/2014/main" id="{A903975B-7A71-4289-87DD-1B4B1B5812DF}"/>
              </a:ext>
            </a:extLst>
          </p:cNvPr>
          <p:cNvCxnSpPr>
            <a:cxnSpLocks/>
          </p:cNvCxnSpPr>
          <p:nvPr userDrawn="1"/>
        </p:nvCxnSpPr>
        <p:spPr>
          <a:xfrm>
            <a:off x="624050" y="364913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25" name="Straight Connector 24">
            <a:extLst>
              <a:ext uri="{FF2B5EF4-FFF2-40B4-BE49-F238E27FC236}">
                <a16:creationId xmlns:a16="http://schemas.microsoft.com/office/drawing/2014/main" id="{F08D1F9D-DE93-4ED3-8D27-1548C91E93CA}"/>
              </a:ext>
            </a:extLst>
          </p:cNvPr>
          <p:cNvCxnSpPr>
            <a:cxnSpLocks/>
          </p:cNvCxnSpPr>
          <p:nvPr userDrawn="1"/>
        </p:nvCxnSpPr>
        <p:spPr>
          <a:xfrm>
            <a:off x="624051" y="484836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26" name="Straight Connector 25">
            <a:extLst>
              <a:ext uri="{FF2B5EF4-FFF2-40B4-BE49-F238E27FC236}">
                <a16:creationId xmlns:a16="http://schemas.microsoft.com/office/drawing/2014/main" id="{6EE19BF6-9B91-411E-9C62-710DEF678E79}"/>
              </a:ext>
            </a:extLst>
          </p:cNvPr>
          <p:cNvCxnSpPr>
            <a:cxnSpLocks/>
          </p:cNvCxnSpPr>
          <p:nvPr userDrawn="1"/>
        </p:nvCxnSpPr>
        <p:spPr>
          <a:xfrm>
            <a:off x="6391733" y="364913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27" name="Straight Connector 26">
            <a:extLst>
              <a:ext uri="{FF2B5EF4-FFF2-40B4-BE49-F238E27FC236}">
                <a16:creationId xmlns:a16="http://schemas.microsoft.com/office/drawing/2014/main" id="{17D0C993-488C-4DED-BF4C-6D31228DDFC8}"/>
              </a:ext>
            </a:extLst>
          </p:cNvPr>
          <p:cNvCxnSpPr>
            <a:cxnSpLocks/>
          </p:cNvCxnSpPr>
          <p:nvPr userDrawn="1"/>
        </p:nvCxnSpPr>
        <p:spPr>
          <a:xfrm>
            <a:off x="6391734" y="4848369"/>
            <a:ext cx="5184173"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7573246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 - 9-up">
    <p:bg>
      <p:bgPr>
        <a:solidFill>
          <a:schemeClr val="bg1"/>
        </a:solidFill>
        <a:effectLst/>
      </p:bgPr>
    </p:bg>
    <p:spTree>
      <p:nvGrpSpPr>
        <p:cNvPr id="1" name=""/>
        <p:cNvGrpSpPr/>
        <p:nvPr/>
      </p:nvGrpSpPr>
      <p:grpSpPr>
        <a:xfrm>
          <a:off x="0" y="0"/>
          <a:ext cx="0" cy="0"/>
          <a:chOff x="0" y="0"/>
          <a:chExt cx="0" cy="0"/>
        </a:xfrm>
      </p:grpSpPr>
      <p:sp>
        <p:nvSpPr>
          <p:cNvPr id="6"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7"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0" name="Text Placeholder 9">
            <a:extLst>
              <a:ext uri="{FF2B5EF4-FFF2-40B4-BE49-F238E27FC236}">
                <a16:creationId xmlns:a16="http://schemas.microsoft.com/office/drawing/2014/main" id="{E8FDF5FF-2731-A724-F995-E588C9081B74}"/>
              </a:ext>
            </a:extLst>
          </p:cNvPr>
          <p:cNvSpPr>
            <a:spLocks noGrp="1"/>
          </p:cNvSpPr>
          <p:nvPr>
            <p:ph type="body" sz="quarter" idx="12"/>
          </p:nvPr>
        </p:nvSpPr>
        <p:spPr>
          <a:xfrm>
            <a:off x="624051" y="1509713"/>
            <a:ext cx="10943900" cy="374718"/>
          </a:xfrm>
        </p:spPr>
        <p:txBody>
          <a:bodyPr>
            <a:spAutoFit/>
          </a:bodyPr>
          <a:lstStyle>
            <a:lvl1pPr>
              <a:spcAft>
                <a:spcPts val="1200"/>
              </a:spcAft>
              <a:defRPr sz="2400"/>
            </a:lvl1pPr>
            <a:lvl2pPr>
              <a:defRPr sz="1600"/>
            </a:lvl2pPr>
            <a:lvl3pPr>
              <a:defRPr sz="1600"/>
            </a:lvl3pPr>
            <a:lvl4pPr>
              <a:defRPr sz="1600"/>
            </a:lvl4pPr>
            <a:lvl5pPr>
              <a:defRPr sz="1600"/>
            </a:lvl5pPr>
          </a:lstStyle>
          <a:p>
            <a:pPr lvl="0"/>
            <a:r>
              <a:rPr lang="en-US"/>
              <a:t>Click to edit Master text styles</a:t>
            </a:r>
          </a:p>
        </p:txBody>
      </p:sp>
      <p:sp>
        <p:nvSpPr>
          <p:cNvPr id="11" name="Text Placeholder 3">
            <a:extLst>
              <a:ext uri="{FF2B5EF4-FFF2-40B4-BE49-F238E27FC236}">
                <a16:creationId xmlns:a16="http://schemas.microsoft.com/office/drawing/2014/main" id="{D2DA3C9B-CF5C-E870-2D19-AC1DFB94E32E}"/>
              </a:ext>
            </a:extLst>
          </p:cNvPr>
          <p:cNvSpPr>
            <a:spLocks noGrp="1"/>
          </p:cNvSpPr>
          <p:nvPr>
            <p:ph type="body" sz="quarter" idx="13" hasCustomPrompt="1"/>
          </p:nvPr>
        </p:nvSpPr>
        <p:spPr>
          <a:xfrm>
            <a:off x="624049" y="2555381"/>
            <a:ext cx="3438896"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12" name="Text Placeholder 2">
            <a:extLst>
              <a:ext uri="{FF2B5EF4-FFF2-40B4-BE49-F238E27FC236}">
                <a16:creationId xmlns:a16="http://schemas.microsoft.com/office/drawing/2014/main" id="{042A0570-EA15-C75C-F4A8-252BE0A34302}"/>
              </a:ext>
            </a:extLst>
          </p:cNvPr>
          <p:cNvSpPr>
            <a:spLocks noGrp="1"/>
          </p:cNvSpPr>
          <p:nvPr>
            <p:ph type="body" sz="quarter" idx="21"/>
          </p:nvPr>
        </p:nvSpPr>
        <p:spPr>
          <a:xfrm>
            <a:off x="624049" y="3108960"/>
            <a:ext cx="3438896"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30" name="Text Placeholder 3">
            <a:extLst>
              <a:ext uri="{FF2B5EF4-FFF2-40B4-BE49-F238E27FC236}">
                <a16:creationId xmlns:a16="http://schemas.microsoft.com/office/drawing/2014/main" id="{6CD22DD9-ED74-4EA0-B019-96668B0D124E}"/>
              </a:ext>
            </a:extLst>
          </p:cNvPr>
          <p:cNvSpPr>
            <a:spLocks noGrp="1"/>
          </p:cNvSpPr>
          <p:nvPr>
            <p:ph type="body" sz="quarter" idx="28" hasCustomPrompt="1"/>
          </p:nvPr>
        </p:nvSpPr>
        <p:spPr>
          <a:xfrm>
            <a:off x="624049" y="3762389"/>
            <a:ext cx="3438896"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31" name="Text Placeholder 2">
            <a:extLst>
              <a:ext uri="{FF2B5EF4-FFF2-40B4-BE49-F238E27FC236}">
                <a16:creationId xmlns:a16="http://schemas.microsoft.com/office/drawing/2014/main" id="{5C1FB0D5-C9F0-1011-23F6-D887ABDB4B03}"/>
              </a:ext>
            </a:extLst>
          </p:cNvPr>
          <p:cNvSpPr>
            <a:spLocks noGrp="1"/>
          </p:cNvSpPr>
          <p:nvPr>
            <p:ph type="body" sz="quarter" idx="29"/>
          </p:nvPr>
        </p:nvSpPr>
        <p:spPr>
          <a:xfrm>
            <a:off x="624049" y="4315968"/>
            <a:ext cx="3438896"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cxnSp>
        <p:nvCxnSpPr>
          <p:cNvPr id="3" name="Straight Connector 2">
            <a:extLst>
              <a:ext uri="{FF2B5EF4-FFF2-40B4-BE49-F238E27FC236}">
                <a16:creationId xmlns:a16="http://schemas.microsoft.com/office/drawing/2014/main" id="{00B281E2-668C-B228-30D3-A823BDF449B2}"/>
              </a:ext>
            </a:extLst>
          </p:cNvPr>
          <p:cNvCxnSpPr>
            <a:cxnSpLocks/>
          </p:cNvCxnSpPr>
          <p:nvPr/>
        </p:nvCxnSpPr>
        <p:spPr>
          <a:xfrm>
            <a:off x="624049" y="364913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F6BFD4B4-C213-D31F-3B3A-F3345ED728C7}"/>
              </a:ext>
            </a:extLst>
          </p:cNvPr>
          <p:cNvCxnSpPr>
            <a:cxnSpLocks/>
          </p:cNvCxnSpPr>
          <p:nvPr/>
        </p:nvCxnSpPr>
        <p:spPr>
          <a:xfrm>
            <a:off x="624050" y="484836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
        <p:nvSpPr>
          <p:cNvPr id="5" name="Text Placeholder 3">
            <a:extLst>
              <a:ext uri="{FF2B5EF4-FFF2-40B4-BE49-F238E27FC236}">
                <a16:creationId xmlns:a16="http://schemas.microsoft.com/office/drawing/2014/main" id="{A6CFD03F-D664-1C66-ED07-CF7831FD8A50}"/>
              </a:ext>
            </a:extLst>
          </p:cNvPr>
          <p:cNvSpPr>
            <a:spLocks noGrp="1"/>
          </p:cNvSpPr>
          <p:nvPr>
            <p:ph type="body" sz="quarter" idx="34" hasCustomPrompt="1"/>
          </p:nvPr>
        </p:nvSpPr>
        <p:spPr>
          <a:xfrm>
            <a:off x="624049" y="4958393"/>
            <a:ext cx="3438896"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8" name="Text Placeholder 2">
            <a:extLst>
              <a:ext uri="{FF2B5EF4-FFF2-40B4-BE49-F238E27FC236}">
                <a16:creationId xmlns:a16="http://schemas.microsoft.com/office/drawing/2014/main" id="{E7304BB5-60E4-1053-51B9-BBDA545B2ED8}"/>
              </a:ext>
            </a:extLst>
          </p:cNvPr>
          <p:cNvSpPr>
            <a:spLocks noGrp="1"/>
          </p:cNvSpPr>
          <p:nvPr>
            <p:ph type="body" sz="quarter" idx="35"/>
          </p:nvPr>
        </p:nvSpPr>
        <p:spPr>
          <a:xfrm>
            <a:off x="624049" y="5511972"/>
            <a:ext cx="3438896"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 name="Text Placeholder 3">
            <a:extLst>
              <a:ext uri="{FF2B5EF4-FFF2-40B4-BE49-F238E27FC236}">
                <a16:creationId xmlns:a16="http://schemas.microsoft.com/office/drawing/2014/main" id="{B857F447-0751-50F7-58D3-D5BFD893555F}"/>
              </a:ext>
            </a:extLst>
          </p:cNvPr>
          <p:cNvSpPr>
            <a:spLocks noGrp="1"/>
          </p:cNvSpPr>
          <p:nvPr>
            <p:ph type="body" sz="quarter" idx="36" hasCustomPrompt="1"/>
          </p:nvPr>
        </p:nvSpPr>
        <p:spPr>
          <a:xfrm>
            <a:off x="4379845" y="2555381"/>
            <a:ext cx="3438896"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9" name="Text Placeholder 2">
            <a:extLst>
              <a:ext uri="{FF2B5EF4-FFF2-40B4-BE49-F238E27FC236}">
                <a16:creationId xmlns:a16="http://schemas.microsoft.com/office/drawing/2014/main" id="{4F307093-C22A-F913-1169-A023FAA0E49C}"/>
              </a:ext>
            </a:extLst>
          </p:cNvPr>
          <p:cNvSpPr>
            <a:spLocks noGrp="1"/>
          </p:cNvSpPr>
          <p:nvPr>
            <p:ph type="body" sz="quarter" idx="37"/>
          </p:nvPr>
        </p:nvSpPr>
        <p:spPr>
          <a:xfrm>
            <a:off x="4379845" y="3108960"/>
            <a:ext cx="3438896"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3" name="Text Placeholder 3">
            <a:extLst>
              <a:ext uri="{FF2B5EF4-FFF2-40B4-BE49-F238E27FC236}">
                <a16:creationId xmlns:a16="http://schemas.microsoft.com/office/drawing/2014/main" id="{9DCB792F-9D15-75C6-654E-A70F73F9E510}"/>
              </a:ext>
            </a:extLst>
          </p:cNvPr>
          <p:cNvSpPr>
            <a:spLocks noGrp="1"/>
          </p:cNvSpPr>
          <p:nvPr>
            <p:ph type="body" sz="quarter" idx="38" hasCustomPrompt="1"/>
          </p:nvPr>
        </p:nvSpPr>
        <p:spPr>
          <a:xfrm>
            <a:off x="4379845" y="3762389"/>
            <a:ext cx="3438896"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14" name="Text Placeholder 2">
            <a:extLst>
              <a:ext uri="{FF2B5EF4-FFF2-40B4-BE49-F238E27FC236}">
                <a16:creationId xmlns:a16="http://schemas.microsoft.com/office/drawing/2014/main" id="{0D7E3629-98E8-D88F-B2D5-730AC892F368}"/>
              </a:ext>
            </a:extLst>
          </p:cNvPr>
          <p:cNvSpPr>
            <a:spLocks noGrp="1"/>
          </p:cNvSpPr>
          <p:nvPr>
            <p:ph type="body" sz="quarter" idx="39"/>
          </p:nvPr>
        </p:nvSpPr>
        <p:spPr>
          <a:xfrm>
            <a:off x="4379845" y="4315968"/>
            <a:ext cx="3438896"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cxnSp>
        <p:nvCxnSpPr>
          <p:cNvPr id="15" name="Straight Connector 14">
            <a:extLst>
              <a:ext uri="{FF2B5EF4-FFF2-40B4-BE49-F238E27FC236}">
                <a16:creationId xmlns:a16="http://schemas.microsoft.com/office/drawing/2014/main" id="{D70B0D0A-A302-81EA-5B51-A5DC52383CC4}"/>
              </a:ext>
            </a:extLst>
          </p:cNvPr>
          <p:cNvCxnSpPr>
            <a:cxnSpLocks/>
          </p:cNvCxnSpPr>
          <p:nvPr/>
        </p:nvCxnSpPr>
        <p:spPr>
          <a:xfrm>
            <a:off x="4379845" y="364913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24" name="Straight Connector 23">
            <a:extLst>
              <a:ext uri="{FF2B5EF4-FFF2-40B4-BE49-F238E27FC236}">
                <a16:creationId xmlns:a16="http://schemas.microsoft.com/office/drawing/2014/main" id="{A6A6A5FB-A048-14F3-2839-F57DE68F6F3A}"/>
              </a:ext>
            </a:extLst>
          </p:cNvPr>
          <p:cNvCxnSpPr>
            <a:cxnSpLocks/>
          </p:cNvCxnSpPr>
          <p:nvPr/>
        </p:nvCxnSpPr>
        <p:spPr>
          <a:xfrm>
            <a:off x="4379845" y="484836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
        <p:nvSpPr>
          <p:cNvPr id="25" name="Text Placeholder 3">
            <a:extLst>
              <a:ext uri="{FF2B5EF4-FFF2-40B4-BE49-F238E27FC236}">
                <a16:creationId xmlns:a16="http://schemas.microsoft.com/office/drawing/2014/main" id="{460CB465-9FC9-2F98-DCF2-73F65348ED62}"/>
              </a:ext>
            </a:extLst>
          </p:cNvPr>
          <p:cNvSpPr>
            <a:spLocks noGrp="1"/>
          </p:cNvSpPr>
          <p:nvPr>
            <p:ph type="body" sz="quarter" idx="40" hasCustomPrompt="1"/>
          </p:nvPr>
        </p:nvSpPr>
        <p:spPr>
          <a:xfrm>
            <a:off x="4379845" y="4958393"/>
            <a:ext cx="3438896"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26" name="Text Placeholder 2">
            <a:extLst>
              <a:ext uri="{FF2B5EF4-FFF2-40B4-BE49-F238E27FC236}">
                <a16:creationId xmlns:a16="http://schemas.microsoft.com/office/drawing/2014/main" id="{D9669548-ED11-7F85-AFBA-4E3FE95C7B3A}"/>
              </a:ext>
            </a:extLst>
          </p:cNvPr>
          <p:cNvSpPr>
            <a:spLocks noGrp="1"/>
          </p:cNvSpPr>
          <p:nvPr>
            <p:ph type="body" sz="quarter" idx="41"/>
          </p:nvPr>
        </p:nvSpPr>
        <p:spPr>
          <a:xfrm>
            <a:off x="4379845" y="5511972"/>
            <a:ext cx="3438896"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7" name="Text Placeholder 3">
            <a:extLst>
              <a:ext uri="{FF2B5EF4-FFF2-40B4-BE49-F238E27FC236}">
                <a16:creationId xmlns:a16="http://schemas.microsoft.com/office/drawing/2014/main" id="{08000988-5056-F1DF-7EDC-155D1894C6E9}"/>
              </a:ext>
            </a:extLst>
          </p:cNvPr>
          <p:cNvSpPr>
            <a:spLocks noGrp="1"/>
          </p:cNvSpPr>
          <p:nvPr>
            <p:ph type="body" sz="quarter" idx="42" hasCustomPrompt="1"/>
          </p:nvPr>
        </p:nvSpPr>
        <p:spPr>
          <a:xfrm>
            <a:off x="8135642" y="2555381"/>
            <a:ext cx="3438896"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28" name="Text Placeholder 2">
            <a:extLst>
              <a:ext uri="{FF2B5EF4-FFF2-40B4-BE49-F238E27FC236}">
                <a16:creationId xmlns:a16="http://schemas.microsoft.com/office/drawing/2014/main" id="{1654E8A3-0E6F-6CE6-97AB-A71FBC39FCD7}"/>
              </a:ext>
            </a:extLst>
          </p:cNvPr>
          <p:cNvSpPr>
            <a:spLocks noGrp="1"/>
          </p:cNvSpPr>
          <p:nvPr>
            <p:ph type="body" sz="quarter" idx="43"/>
          </p:nvPr>
        </p:nvSpPr>
        <p:spPr>
          <a:xfrm>
            <a:off x="8135642" y="3108960"/>
            <a:ext cx="3438896"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9" name="Text Placeholder 3">
            <a:extLst>
              <a:ext uri="{FF2B5EF4-FFF2-40B4-BE49-F238E27FC236}">
                <a16:creationId xmlns:a16="http://schemas.microsoft.com/office/drawing/2014/main" id="{63C8A338-5325-5C12-A9E8-3F999BDC1048}"/>
              </a:ext>
            </a:extLst>
          </p:cNvPr>
          <p:cNvSpPr>
            <a:spLocks noGrp="1"/>
          </p:cNvSpPr>
          <p:nvPr>
            <p:ph type="body" sz="quarter" idx="44" hasCustomPrompt="1"/>
          </p:nvPr>
        </p:nvSpPr>
        <p:spPr>
          <a:xfrm>
            <a:off x="8135642" y="3762389"/>
            <a:ext cx="3438896"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32" name="Text Placeholder 2">
            <a:extLst>
              <a:ext uri="{FF2B5EF4-FFF2-40B4-BE49-F238E27FC236}">
                <a16:creationId xmlns:a16="http://schemas.microsoft.com/office/drawing/2014/main" id="{6508DF69-6865-E09C-C251-EC5A8CF5EFF8}"/>
              </a:ext>
            </a:extLst>
          </p:cNvPr>
          <p:cNvSpPr>
            <a:spLocks noGrp="1"/>
          </p:cNvSpPr>
          <p:nvPr>
            <p:ph type="body" sz="quarter" idx="45"/>
          </p:nvPr>
        </p:nvSpPr>
        <p:spPr>
          <a:xfrm>
            <a:off x="8135642" y="4315968"/>
            <a:ext cx="3438896"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cxnSp>
        <p:nvCxnSpPr>
          <p:cNvPr id="33" name="Straight Connector 32">
            <a:extLst>
              <a:ext uri="{FF2B5EF4-FFF2-40B4-BE49-F238E27FC236}">
                <a16:creationId xmlns:a16="http://schemas.microsoft.com/office/drawing/2014/main" id="{855BF9BB-45BD-6DBF-84C4-7A10A8256432}"/>
              </a:ext>
            </a:extLst>
          </p:cNvPr>
          <p:cNvCxnSpPr>
            <a:cxnSpLocks/>
          </p:cNvCxnSpPr>
          <p:nvPr/>
        </p:nvCxnSpPr>
        <p:spPr>
          <a:xfrm>
            <a:off x="8135642" y="364913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34" name="Straight Connector 33">
            <a:extLst>
              <a:ext uri="{FF2B5EF4-FFF2-40B4-BE49-F238E27FC236}">
                <a16:creationId xmlns:a16="http://schemas.microsoft.com/office/drawing/2014/main" id="{F361D69C-2267-D01D-41A7-201724387789}"/>
              </a:ext>
            </a:extLst>
          </p:cNvPr>
          <p:cNvCxnSpPr>
            <a:cxnSpLocks/>
          </p:cNvCxnSpPr>
          <p:nvPr/>
        </p:nvCxnSpPr>
        <p:spPr>
          <a:xfrm>
            <a:off x="8135643" y="484836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
        <p:nvSpPr>
          <p:cNvPr id="35" name="Text Placeholder 3">
            <a:extLst>
              <a:ext uri="{FF2B5EF4-FFF2-40B4-BE49-F238E27FC236}">
                <a16:creationId xmlns:a16="http://schemas.microsoft.com/office/drawing/2014/main" id="{C295FA97-D487-86A0-520D-F25C33A69A8E}"/>
              </a:ext>
            </a:extLst>
          </p:cNvPr>
          <p:cNvSpPr>
            <a:spLocks noGrp="1"/>
          </p:cNvSpPr>
          <p:nvPr>
            <p:ph type="body" sz="quarter" idx="46" hasCustomPrompt="1"/>
          </p:nvPr>
        </p:nvSpPr>
        <p:spPr>
          <a:xfrm>
            <a:off x="8135642" y="4958393"/>
            <a:ext cx="3438896" cy="499689"/>
          </a:xfrm>
          <a:prstGeom prst="rect">
            <a:avLst/>
          </a:prstGeom>
        </p:spPr>
        <p:txBody>
          <a:bodyPr wrap="square" anchor="t">
            <a:spAutoFit/>
          </a:bodyPr>
          <a:lstStyle>
            <a:lvl1pPr marL="0" indent="0" algn="l">
              <a:spcBef>
                <a:spcPts val="0"/>
              </a:spcBef>
              <a:buFontTx/>
              <a:buNone/>
              <a:defRPr sz="32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Stat</a:t>
            </a:r>
          </a:p>
        </p:txBody>
      </p:sp>
      <p:sp>
        <p:nvSpPr>
          <p:cNvPr id="36" name="Text Placeholder 2">
            <a:extLst>
              <a:ext uri="{FF2B5EF4-FFF2-40B4-BE49-F238E27FC236}">
                <a16:creationId xmlns:a16="http://schemas.microsoft.com/office/drawing/2014/main" id="{C450E972-02A2-E053-54BA-6A43F456C0B4}"/>
              </a:ext>
            </a:extLst>
          </p:cNvPr>
          <p:cNvSpPr>
            <a:spLocks noGrp="1"/>
          </p:cNvSpPr>
          <p:nvPr>
            <p:ph type="body" sz="quarter" idx="47"/>
          </p:nvPr>
        </p:nvSpPr>
        <p:spPr>
          <a:xfrm>
            <a:off x="8135642" y="5511972"/>
            <a:ext cx="3438896" cy="218586"/>
          </a:xfrm>
        </p:spPr>
        <p:txBody>
          <a:bodyPr wrap="square">
            <a:spAutoFit/>
          </a:bodyPr>
          <a:lstStyle>
            <a:lvl1pPr>
              <a:defRPr sz="14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cxnSp>
        <p:nvCxnSpPr>
          <p:cNvPr id="37" name="Straight Connector 36">
            <a:extLst>
              <a:ext uri="{FF2B5EF4-FFF2-40B4-BE49-F238E27FC236}">
                <a16:creationId xmlns:a16="http://schemas.microsoft.com/office/drawing/2014/main" id="{DA0D643E-CAD8-4556-ADB4-F81F93D4C529}"/>
              </a:ext>
            </a:extLst>
          </p:cNvPr>
          <p:cNvCxnSpPr>
            <a:cxnSpLocks/>
          </p:cNvCxnSpPr>
          <p:nvPr userDrawn="1"/>
        </p:nvCxnSpPr>
        <p:spPr>
          <a:xfrm>
            <a:off x="624049" y="364913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38" name="Straight Connector 37">
            <a:extLst>
              <a:ext uri="{FF2B5EF4-FFF2-40B4-BE49-F238E27FC236}">
                <a16:creationId xmlns:a16="http://schemas.microsoft.com/office/drawing/2014/main" id="{25D9CEC2-04E3-4E23-841F-ED5F0794F9CF}"/>
              </a:ext>
            </a:extLst>
          </p:cNvPr>
          <p:cNvCxnSpPr>
            <a:cxnSpLocks/>
          </p:cNvCxnSpPr>
          <p:nvPr userDrawn="1"/>
        </p:nvCxnSpPr>
        <p:spPr>
          <a:xfrm>
            <a:off x="624050" y="484836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39" name="Straight Connector 38">
            <a:extLst>
              <a:ext uri="{FF2B5EF4-FFF2-40B4-BE49-F238E27FC236}">
                <a16:creationId xmlns:a16="http://schemas.microsoft.com/office/drawing/2014/main" id="{38AB8F3A-E5BE-4FF3-8B74-0E0E9402EE2F}"/>
              </a:ext>
            </a:extLst>
          </p:cNvPr>
          <p:cNvCxnSpPr>
            <a:cxnSpLocks/>
          </p:cNvCxnSpPr>
          <p:nvPr userDrawn="1"/>
        </p:nvCxnSpPr>
        <p:spPr>
          <a:xfrm>
            <a:off x="4379845" y="364913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40" name="Straight Connector 39">
            <a:extLst>
              <a:ext uri="{FF2B5EF4-FFF2-40B4-BE49-F238E27FC236}">
                <a16:creationId xmlns:a16="http://schemas.microsoft.com/office/drawing/2014/main" id="{F0EF3B87-F0D1-48D8-B6E5-C822755F344E}"/>
              </a:ext>
            </a:extLst>
          </p:cNvPr>
          <p:cNvCxnSpPr>
            <a:cxnSpLocks/>
          </p:cNvCxnSpPr>
          <p:nvPr userDrawn="1"/>
        </p:nvCxnSpPr>
        <p:spPr>
          <a:xfrm>
            <a:off x="4379845" y="484836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41" name="Straight Connector 40">
            <a:extLst>
              <a:ext uri="{FF2B5EF4-FFF2-40B4-BE49-F238E27FC236}">
                <a16:creationId xmlns:a16="http://schemas.microsoft.com/office/drawing/2014/main" id="{4B49B7A5-9C87-4A6B-81C8-244A04B131D6}"/>
              </a:ext>
            </a:extLst>
          </p:cNvPr>
          <p:cNvCxnSpPr>
            <a:cxnSpLocks/>
          </p:cNvCxnSpPr>
          <p:nvPr userDrawn="1"/>
        </p:nvCxnSpPr>
        <p:spPr>
          <a:xfrm>
            <a:off x="8135642" y="364913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42" name="Straight Connector 41">
            <a:extLst>
              <a:ext uri="{FF2B5EF4-FFF2-40B4-BE49-F238E27FC236}">
                <a16:creationId xmlns:a16="http://schemas.microsoft.com/office/drawing/2014/main" id="{45BF9683-9D97-4A7B-8FEC-F37F9B1AE737}"/>
              </a:ext>
            </a:extLst>
          </p:cNvPr>
          <p:cNvCxnSpPr>
            <a:cxnSpLocks/>
          </p:cNvCxnSpPr>
          <p:nvPr userDrawn="1"/>
        </p:nvCxnSpPr>
        <p:spPr>
          <a:xfrm>
            <a:off x="8135643" y="4848369"/>
            <a:ext cx="3438896"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5110113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ullet List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4419" y="532472"/>
            <a:ext cx="10943167" cy="330199"/>
          </a:xfrm>
        </p:spPr>
        <p:txBody>
          <a:bodyPr/>
          <a:lstStyle/>
          <a:p>
            <a:r>
              <a:rPr lang="en-US"/>
              <a:t>Click to edit Master title style</a:t>
            </a:r>
            <a:endParaRPr lang="en-US" dirty="0"/>
          </a:p>
        </p:txBody>
      </p:sp>
      <p:sp>
        <p:nvSpPr>
          <p:cNvPr id="3"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 name="Text Placeholder 2"/>
          <p:cNvSpPr>
            <a:spLocks noGrp="1"/>
          </p:cNvSpPr>
          <p:nvPr>
            <p:ph type="body" sz="quarter" idx="21"/>
          </p:nvPr>
        </p:nvSpPr>
        <p:spPr>
          <a:xfrm>
            <a:off x="624417" y="1509186"/>
            <a:ext cx="8141476" cy="4464049"/>
          </a:xfrm>
        </p:spPr>
        <p:txBody>
          <a:bodyPr/>
          <a:lstStyle>
            <a:lvl1pPr>
              <a:lnSpc>
                <a:spcPct val="110000"/>
              </a:lnSpc>
              <a:spcBef>
                <a:spcPts val="0"/>
              </a:spcBef>
              <a:spcAft>
                <a:spcPts val="600"/>
              </a:spcAft>
              <a:defRPr sz="1400" b="1">
                <a:solidFill>
                  <a:schemeClr val="bg2"/>
                </a:solidFill>
              </a:defRPr>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440124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ullted List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4419" y="532472"/>
            <a:ext cx="10943167" cy="330199"/>
          </a:xfrm>
        </p:spPr>
        <p:txBody>
          <a:bodyPr/>
          <a:lstStyle/>
          <a:p>
            <a:r>
              <a:rPr lang="en-US"/>
              <a:t>Click to edit Master title style</a:t>
            </a:r>
            <a:endParaRPr lang="en-US" dirty="0"/>
          </a:p>
        </p:txBody>
      </p:sp>
      <p:sp>
        <p:nvSpPr>
          <p:cNvPr id="3"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 name="Text Placeholder 2"/>
          <p:cNvSpPr>
            <a:spLocks noGrp="1"/>
          </p:cNvSpPr>
          <p:nvPr>
            <p:ph type="body" sz="quarter" idx="21"/>
          </p:nvPr>
        </p:nvSpPr>
        <p:spPr>
          <a:xfrm>
            <a:off x="624418" y="1509185"/>
            <a:ext cx="5184170" cy="4464578"/>
          </a:xfrm>
        </p:spPr>
        <p:txBody>
          <a:bodyPr/>
          <a:lstStyle>
            <a:lvl1pPr>
              <a:lnSpc>
                <a:spcPct val="110000"/>
              </a:lnSpc>
              <a:spcBef>
                <a:spcPts val="0"/>
              </a:spcBef>
              <a:spcAft>
                <a:spcPts val="600"/>
              </a:spcAft>
              <a:defRPr sz="1400" b="1">
                <a:solidFill>
                  <a:schemeClr val="bg2"/>
                </a:solidFill>
              </a:defRPr>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22"/>
          </p:nvPr>
        </p:nvSpPr>
        <p:spPr>
          <a:xfrm>
            <a:off x="6383413" y="1509185"/>
            <a:ext cx="5184173" cy="4464578"/>
          </a:xfrm>
        </p:spPr>
        <p:txBody>
          <a:bodyPr/>
          <a:lstStyle>
            <a:lvl1pPr>
              <a:lnSpc>
                <a:spcPct val="110000"/>
              </a:lnSpc>
              <a:spcBef>
                <a:spcPts val="0"/>
              </a:spcBef>
              <a:spcAft>
                <a:spcPts val="600"/>
              </a:spcAft>
              <a:defRPr sz="1400" b="1">
                <a:solidFill>
                  <a:schemeClr val="bg2"/>
                </a:solidFill>
              </a:defRPr>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431485"/>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ullet List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4419" y="532472"/>
            <a:ext cx="10943167" cy="330199"/>
          </a:xfrm>
        </p:spPr>
        <p:txBody>
          <a:bodyPr/>
          <a:lstStyle/>
          <a:p>
            <a:r>
              <a:rPr lang="en-US"/>
              <a:t>Click to edit Master title style</a:t>
            </a:r>
            <a:endParaRPr lang="en-US" dirty="0"/>
          </a:p>
        </p:txBody>
      </p:sp>
      <p:sp>
        <p:nvSpPr>
          <p:cNvPr id="3"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 name="Text Placeholder 2"/>
          <p:cNvSpPr>
            <a:spLocks noGrp="1"/>
          </p:cNvSpPr>
          <p:nvPr>
            <p:ph type="body" sz="quarter" idx="29"/>
          </p:nvPr>
        </p:nvSpPr>
        <p:spPr>
          <a:xfrm>
            <a:off x="624418" y="1509186"/>
            <a:ext cx="2484541" cy="4464049"/>
          </a:xfrm>
        </p:spPr>
        <p:txBody>
          <a:bodyPr/>
          <a:lstStyle>
            <a:lvl1pPr>
              <a:lnSpc>
                <a:spcPct val="110000"/>
              </a:lnSpc>
              <a:spcBef>
                <a:spcPts val="0"/>
              </a:spcBef>
              <a:spcAft>
                <a:spcPts val="600"/>
              </a:spcAft>
              <a:defRPr sz="1400" b="1">
                <a:solidFill>
                  <a:schemeClr val="accent1"/>
                </a:solidFill>
              </a:defRPr>
            </a:lvl1pPr>
            <a:lvl2pPr>
              <a:lnSpc>
                <a:spcPct val="110000"/>
              </a:lnSpc>
              <a:spcBef>
                <a:spcPts val="0"/>
              </a:spcBef>
              <a:spcAft>
                <a:spcPts val="600"/>
              </a:spcAft>
              <a:buClrTx/>
              <a:defRPr sz="1200" b="1">
                <a:solidFill>
                  <a:schemeClr val="accent1"/>
                </a:solidFill>
              </a:defRPr>
            </a:lvl2pPr>
            <a:lvl3pPr>
              <a:lnSpc>
                <a:spcPct val="110000"/>
              </a:lnSpc>
              <a:spcBef>
                <a:spcPts val="0"/>
              </a:spcBef>
              <a:spcAft>
                <a:spcPts val="600"/>
              </a:spcAft>
              <a:buClrTx/>
              <a:defRPr sz="1200" b="1">
                <a:solidFill>
                  <a:schemeClr val="accent1"/>
                </a:solidFill>
              </a:defRPr>
            </a:lvl3pPr>
            <a:lvl4pPr>
              <a:lnSpc>
                <a:spcPct val="110000"/>
              </a:lnSpc>
              <a:spcBef>
                <a:spcPts val="0"/>
              </a:spcBef>
              <a:spcAft>
                <a:spcPts val="600"/>
              </a:spcAft>
              <a:buClrTx/>
              <a:defRPr sz="1200" b="1">
                <a:solidFill>
                  <a:schemeClr val="accent1"/>
                </a:solidFill>
              </a:defRPr>
            </a:lvl4pPr>
            <a:lvl5pPr>
              <a:lnSpc>
                <a:spcPct val="110000"/>
              </a:lnSpc>
              <a:spcBef>
                <a:spcPts val="0"/>
              </a:spcBef>
              <a:spcAft>
                <a:spcPts val="600"/>
              </a:spcAft>
              <a:buClrTx/>
              <a:defRPr sz="1200" b="1">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2"/>
          <p:cNvSpPr>
            <a:spLocks noGrp="1"/>
          </p:cNvSpPr>
          <p:nvPr>
            <p:ph type="body" sz="quarter" idx="30"/>
          </p:nvPr>
        </p:nvSpPr>
        <p:spPr>
          <a:xfrm>
            <a:off x="3434079" y="1509186"/>
            <a:ext cx="8133507" cy="4464049"/>
          </a:xfrm>
        </p:spPr>
        <p:txBody>
          <a:bodyPr/>
          <a:lstStyle>
            <a:lvl1pPr>
              <a:lnSpc>
                <a:spcPct val="110000"/>
              </a:lnSpc>
              <a:spcBef>
                <a:spcPts val="0"/>
              </a:spcBef>
              <a:spcAft>
                <a:spcPts val="600"/>
              </a:spcAft>
              <a:defRPr sz="1400" b="1">
                <a:solidFill>
                  <a:schemeClr val="bg2"/>
                </a:solidFill>
              </a:defRPr>
            </a:lvl1pPr>
            <a:lvl2pPr>
              <a:lnSpc>
                <a:spcPct val="110000"/>
              </a:lnSpc>
              <a:spcBef>
                <a:spcPts val="0"/>
              </a:spcBef>
              <a:spcAft>
                <a:spcPts val="600"/>
              </a:spcAft>
              <a:buClrTx/>
              <a:defRPr sz="1200">
                <a:solidFill>
                  <a:schemeClr val="accent1"/>
                </a:solidFill>
              </a:defRPr>
            </a:lvl2pPr>
            <a:lvl3pPr>
              <a:lnSpc>
                <a:spcPct val="110000"/>
              </a:lnSpc>
              <a:spcBef>
                <a:spcPts val="0"/>
              </a:spcBef>
              <a:spcAft>
                <a:spcPts val="600"/>
              </a:spcAft>
              <a:buClrTx/>
              <a:defRPr sz="1200">
                <a:solidFill>
                  <a:schemeClr val="accent1"/>
                </a:solidFill>
              </a:defRPr>
            </a:lvl3pPr>
            <a:lvl4pPr>
              <a:lnSpc>
                <a:spcPct val="110000"/>
              </a:lnSpc>
              <a:spcBef>
                <a:spcPts val="0"/>
              </a:spcBef>
              <a:spcAft>
                <a:spcPts val="600"/>
              </a:spcAft>
              <a:buClrTx/>
              <a:defRPr sz="1200">
                <a:solidFill>
                  <a:schemeClr val="accent1"/>
                </a:solidFill>
              </a:defRPr>
            </a:lvl4pPr>
            <a:lvl5pPr>
              <a:lnSpc>
                <a:spcPct val="110000"/>
              </a:lnSpc>
              <a:spcBef>
                <a:spcPts val="0"/>
              </a:spcBef>
              <a:spcAft>
                <a:spcPts val="600"/>
              </a:spcAft>
              <a:buClrTx/>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945621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se Studi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4419" y="532471"/>
            <a:ext cx="10943167" cy="330200"/>
          </a:xfrm>
        </p:spPr>
        <p:txBody>
          <a:bodyPr/>
          <a:lstStyle/>
          <a:p>
            <a:r>
              <a:rPr lang="en-US"/>
              <a:t>Click to edit Master title style</a:t>
            </a:r>
            <a:endParaRPr lang="en-US" dirty="0"/>
          </a:p>
        </p:txBody>
      </p:sp>
      <p:sp>
        <p:nvSpPr>
          <p:cNvPr id="12" name="Text Placeholder 2"/>
          <p:cNvSpPr>
            <a:spLocks noGrp="1"/>
          </p:cNvSpPr>
          <p:nvPr>
            <p:ph type="body" sz="quarter" idx="21"/>
          </p:nvPr>
        </p:nvSpPr>
        <p:spPr>
          <a:xfrm>
            <a:off x="624417" y="2103123"/>
            <a:ext cx="3278400" cy="3870642"/>
          </a:xfrm>
        </p:spPr>
        <p:txBody>
          <a:bodyPr/>
          <a:lstStyle>
            <a:lvl1pPr>
              <a:defRPr sz="1200" b="0"/>
            </a:lvl1pPr>
            <a:lvl2pPr>
              <a:buClrTx/>
              <a:defRPr sz="1200" b="0">
                <a:solidFill>
                  <a:schemeClr val="bg2"/>
                </a:solidFill>
              </a:defRPr>
            </a:lvl2pPr>
            <a:lvl3pPr>
              <a:buClrTx/>
              <a:defRPr sz="1200" b="0">
                <a:solidFill>
                  <a:schemeClr val="bg2"/>
                </a:solidFill>
              </a:defRPr>
            </a:lvl3pPr>
            <a:lvl4pPr>
              <a:buClrTx/>
              <a:defRPr sz="1200" b="0">
                <a:solidFill>
                  <a:schemeClr val="bg2"/>
                </a:solidFill>
              </a:defRPr>
            </a:lvl4pPr>
            <a:lvl5pPr>
              <a:buClrTx/>
              <a:defRPr sz="1200" b="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6"/>
          <p:cNvSpPr>
            <a:spLocks noGrp="1"/>
          </p:cNvSpPr>
          <p:nvPr>
            <p:ph type="body" sz="quarter" idx="24"/>
          </p:nvPr>
        </p:nvSpPr>
        <p:spPr>
          <a:xfrm>
            <a:off x="4459912" y="2103121"/>
            <a:ext cx="3279648" cy="3870643"/>
          </a:xfrm>
        </p:spPr>
        <p:txBody>
          <a:bodyPr/>
          <a:lstStyle>
            <a:lvl1pPr>
              <a:defRPr sz="1200" b="0"/>
            </a:lvl1pPr>
            <a:lvl2pPr>
              <a:buClrTx/>
              <a:defRPr sz="1200" b="0">
                <a:solidFill>
                  <a:schemeClr val="bg2"/>
                </a:solidFill>
              </a:defRPr>
            </a:lvl2pPr>
            <a:lvl3pPr>
              <a:buClrTx/>
              <a:defRPr sz="1200" b="0">
                <a:solidFill>
                  <a:schemeClr val="bg2"/>
                </a:solidFill>
              </a:defRPr>
            </a:lvl3pPr>
            <a:lvl4pPr>
              <a:buClrTx/>
              <a:defRPr sz="1200" b="0">
                <a:solidFill>
                  <a:schemeClr val="bg2"/>
                </a:solidFill>
              </a:defRPr>
            </a:lvl4pPr>
            <a:lvl5pPr>
              <a:buClrTx/>
              <a:defRPr sz="1200" b="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6"/>
          <p:cNvSpPr>
            <a:spLocks noGrp="1"/>
          </p:cNvSpPr>
          <p:nvPr>
            <p:ph type="body" sz="quarter" idx="23"/>
          </p:nvPr>
        </p:nvSpPr>
        <p:spPr>
          <a:xfrm>
            <a:off x="8296655" y="2103121"/>
            <a:ext cx="3283629" cy="3870643"/>
          </a:xfrm>
        </p:spPr>
        <p:txBody>
          <a:bodyPr/>
          <a:lstStyle>
            <a:lvl1pPr>
              <a:defRPr sz="1200" b="0"/>
            </a:lvl1pPr>
            <a:lvl2pPr>
              <a:buClrTx/>
              <a:defRPr sz="1200" b="0">
                <a:solidFill>
                  <a:schemeClr val="bg2"/>
                </a:solidFill>
              </a:defRPr>
            </a:lvl2pPr>
            <a:lvl3pPr>
              <a:buClrTx/>
              <a:defRPr sz="1200" b="0">
                <a:solidFill>
                  <a:schemeClr val="bg2"/>
                </a:solidFill>
              </a:defRPr>
            </a:lvl3pPr>
            <a:lvl4pPr>
              <a:buClrTx/>
              <a:defRPr sz="1200" b="0">
                <a:solidFill>
                  <a:schemeClr val="bg2"/>
                </a:solidFill>
              </a:defRPr>
            </a:lvl4pPr>
            <a:lvl5pPr>
              <a:buClrTx/>
              <a:defRPr sz="1200" b="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95065945-6F83-7BE7-82DC-19E37C9BC525}"/>
              </a:ext>
            </a:extLst>
          </p:cNvPr>
          <p:cNvCxnSpPr>
            <a:cxnSpLocks/>
          </p:cNvCxnSpPr>
          <p:nvPr/>
        </p:nvCxnSpPr>
        <p:spPr>
          <a:xfrm>
            <a:off x="605367" y="1885661"/>
            <a:ext cx="3279648"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17" name="Straight Connector 16">
            <a:extLst>
              <a:ext uri="{FF2B5EF4-FFF2-40B4-BE49-F238E27FC236}">
                <a16:creationId xmlns:a16="http://schemas.microsoft.com/office/drawing/2014/main" id="{D600441A-3840-B96D-5F67-504C66E19F32}"/>
              </a:ext>
            </a:extLst>
          </p:cNvPr>
          <p:cNvCxnSpPr>
            <a:cxnSpLocks/>
          </p:cNvCxnSpPr>
          <p:nvPr/>
        </p:nvCxnSpPr>
        <p:spPr>
          <a:xfrm>
            <a:off x="4459912" y="1885661"/>
            <a:ext cx="3279648"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18" name="Straight Connector 17">
            <a:extLst>
              <a:ext uri="{FF2B5EF4-FFF2-40B4-BE49-F238E27FC236}">
                <a16:creationId xmlns:a16="http://schemas.microsoft.com/office/drawing/2014/main" id="{96BFF8B9-0F21-CEA8-26F2-2686190AB022}"/>
              </a:ext>
            </a:extLst>
          </p:cNvPr>
          <p:cNvCxnSpPr>
            <a:cxnSpLocks/>
          </p:cNvCxnSpPr>
          <p:nvPr/>
        </p:nvCxnSpPr>
        <p:spPr>
          <a:xfrm>
            <a:off x="8296655" y="1885661"/>
            <a:ext cx="3279648"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21" name="Straight Connector 20">
            <a:extLst>
              <a:ext uri="{FF2B5EF4-FFF2-40B4-BE49-F238E27FC236}">
                <a16:creationId xmlns:a16="http://schemas.microsoft.com/office/drawing/2014/main" id="{281497BC-FA95-4B5F-83B9-7A82CFA24714}"/>
              </a:ext>
            </a:extLst>
          </p:cNvPr>
          <p:cNvCxnSpPr>
            <a:cxnSpLocks/>
          </p:cNvCxnSpPr>
          <p:nvPr userDrawn="1"/>
        </p:nvCxnSpPr>
        <p:spPr>
          <a:xfrm>
            <a:off x="605367" y="1885661"/>
            <a:ext cx="3279648"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22" name="Straight Connector 21">
            <a:extLst>
              <a:ext uri="{FF2B5EF4-FFF2-40B4-BE49-F238E27FC236}">
                <a16:creationId xmlns:a16="http://schemas.microsoft.com/office/drawing/2014/main" id="{F06067CC-F3BA-4E32-9C91-859AD4FE887F}"/>
              </a:ext>
            </a:extLst>
          </p:cNvPr>
          <p:cNvCxnSpPr>
            <a:cxnSpLocks/>
          </p:cNvCxnSpPr>
          <p:nvPr userDrawn="1"/>
        </p:nvCxnSpPr>
        <p:spPr>
          <a:xfrm>
            <a:off x="4459912" y="1885661"/>
            <a:ext cx="3279648"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cxnSp>
        <p:nvCxnSpPr>
          <p:cNvPr id="23" name="Straight Connector 22">
            <a:extLst>
              <a:ext uri="{FF2B5EF4-FFF2-40B4-BE49-F238E27FC236}">
                <a16:creationId xmlns:a16="http://schemas.microsoft.com/office/drawing/2014/main" id="{CC57DC7C-2B32-4C68-ACD6-D1EEB64DB014}"/>
              </a:ext>
            </a:extLst>
          </p:cNvPr>
          <p:cNvCxnSpPr>
            <a:cxnSpLocks/>
          </p:cNvCxnSpPr>
          <p:nvPr userDrawn="1"/>
        </p:nvCxnSpPr>
        <p:spPr>
          <a:xfrm>
            <a:off x="8296655" y="1885661"/>
            <a:ext cx="3279648" cy="0"/>
          </a:xfrm>
          <a:prstGeom prst="line">
            <a:avLst/>
          </a:prstGeom>
          <a:ln w="6350">
            <a:solidFill>
              <a:schemeClr val="accent2"/>
            </a:solidFill>
          </a:ln>
        </p:spPr>
        <p:style>
          <a:lnRef idx="1">
            <a:schemeClr val="accent5"/>
          </a:lnRef>
          <a:fillRef idx="0">
            <a:schemeClr val="accent5"/>
          </a:fillRef>
          <a:effectRef idx="0">
            <a:schemeClr val="accent5"/>
          </a:effectRef>
          <a:fontRef idx="minor">
            <a:schemeClr val="tx1"/>
          </a:fontRef>
        </p:style>
      </p:cxnSp>
      <p:sp>
        <p:nvSpPr>
          <p:cNvPr id="24" name="Text Placeholder 3">
            <a:extLst>
              <a:ext uri="{FF2B5EF4-FFF2-40B4-BE49-F238E27FC236}">
                <a16:creationId xmlns:a16="http://schemas.microsoft.com/office/drawing/2014/main" id="{BDF71A33-DFC6-4F72-9D08-1846EF8EB16F}"/>
              </a:ext>
            </a:extLst>
          </p:cNvPr>
          <p:cNvSpPr>
            <a:spLocks noGrp="1"/>
          </p:cNvSpPr>
          <p:nvPr>
            <p:ph type="body" sz="quarter" idx="13"/>
          </p:nvPr>
        </p:nvSpPr>
        <p:spPr>
          <a:xfrm>
            <a:off x="605367" y="1475352"/>
            <a:ext cx="3291840" cy="281103"/>
          </a:xfrm>
          <a:prstGeom prst="rect">
            <a:avLst/>
          </a:prstGeom>
        </p:spPr>
        <p:txBody>
          <a:bodyPr anchor="t">
            <a:spAutoFit/>
          </a:bodyPr>
          <a:lstStyle>
            <a:lvl1pPr marL="0" indent="0" algn="l">
              <a:spcBef>
                <a:spcPts val="0"/>
              </a:spcBef>
              <a:buFontTx/>
              <a:buNone/>
              <a:defRPr sz="18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5" name="Text Placeholder 3">
            <a:extLst>
              <a:ext uri="{FF2B5EF4-FFF2-40B4-BE49-F238E27FC236}">
                <a16:creationId xmlns:a16="http://schemas.microsoft.com/office/drawing/2014/main" id="{EADEB7D7-7DC8-4308-96C0-CF0C5F6AFFA7}"/>
              </a:ext>
            </a:extLst>
          </p:cNvPr>
          <p:cNvSpPr>
            <a:spLocks noGrp="1"/>
          </p:cNvSpPr>
          <p:nvPr>
            <p:ph type="body" sz="quarter" idx="25"/>
          </p:nvPr>
        </p:nvSpPr>
        <p:spPr>
          <a:xfrm>
            <a:off x="4459912" y="1475352"/>
            <a:ext cx="3291840" cy="281103"/>
          </a:xfrm>
          <a:prstGeom prst="rect">
            <a:avLst/>
          </a:prstGeom>
        </p:spPr>
        <p:txBody>
          <a:bodyPr anchor="t">
            <a:spAutoFit/>
          </a:bodyPr>
          <a:lstStyle>
            <a:lvl1pPr marL="0" indent="0" algn="l">
              <a:spcBef>
                <a:spcPts val="0"/>
              </a:spcBef>
              <a:buFontTx/>
              <a:buNone/>
              <a:defRPr sz="18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F7DA2081-7A23-4AB3-85D0-214987AB29C2}"/>
              </a:ext>
            </a:extLst>
          </p:cNvPr>
          <p:cNvSpPr>
            <a:spLocks noGrp="1"/>
          </p:cNvSpPr>
          <p:nvPr>
            <p:ph type="body" sz="quarter" idx="26"/>
          </p:nvPr>
        </p:nvSpPr>
        <p:spPr>
          <a:xfrm>
            <a:off x="8296655" y="1475350"/>
            <a:ext cx="3291840" cy="281103"/>
          </a:xfrm>
          <a:prstGeom prst="rect">
            <a:avLst/>
          </a:prstGeom>
        </p:spPr>
        <p:txBody>
          <a:bodyPr anchor="t">
            <a:spAutoFit/>
          </a:bodyPr>
          <a:lstStyle>
            <a:lvl1pPr marL="0" indent="0" algn="l">
              <a:spcBef>
                <a:spcPts val="0"/>
              </a:spcBef>
              <a:buFontTx/>
              <a:buNone/>
              <a:defRPr sz="1800" b="1" i="0">
                <a:solidFill>
                  <a:schemeClr val="accent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24836425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all Out">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624417" y="1426890"/>
            <a:ext cx="9434457" cy="4464049"/>
          </a:xfrm>
          <a:prstGeom prst="rect">
            <a:avLst/>
          </a:prstGeom>
        </p:spPr>
        <p:txBody>
          <a:bodyPr>
            <a:noAutofit/>
          </a:bodyPr>
          <a:lstStyle>
            <a:lvl1pPr marL="0" indent="0">
              <a:lnSpc>
                <a:spcPct val="110000"/>
              </a:lnSpc>
              <a:spcBef>
                <a:spcPts val="0"/>
              </a:spcBef>
              <a:spcAft>
                <a:spcPts val="1800"/>
              </a:spcAft>
              <a:buFontTx/>
              <a:buNone/>
              <a:defRPr sz="3200" b="1" i="0" baseline="0">
                <a:solidFill>
                  <a:schemeClr val="accent2"/>
                </a:solidFill>
              </a:defRPr>
            </a:lvl1pPr>
            <a:lvl2pPr marL="0" indent="0">
              <a:lnSpc>
                <a:spcPct val="110000"/>
              </a:lnSpc>
              <a:spcBef>
                <a:spcPts val="0"/>
              </a:spcBef>
              <a:spcAft>
                <a:spcPts val="1800"/>
              </a:spcAft>
              <a:buFontTx/>
              <a:buNone/>
              <a:defRPr sz="3200" b="1" i="0" baseline="0">
                <a:solidFill>
                  <a:schemeClr val="accent2"/>
                </a:solidFill>
              </a:defRPr>
            </a:lvl2pPr>
            <a:lvl3pPr marL="0" indent="0">
              <a:lnSpc>
                <a:spcPct val="120000"/>
              </a:lnSpc>
              <a:spcBef>
                <a:spcPts val="0"/>
              </a:spcBef>
              <a:spcAft>
                <a:spcPts val="3199"/>
              </a:spcAft>
              <a:buFontTx/>
              <a:buNone/>
              <a:defRPr sz="6399" b="0" i="0" baseline="0">
                <a:solidFill>
                  <a:schemeClr val="accent2"/>
                </a:solidFill>
              </a:defRPr>
            </a:lvl3pPr>
            <a:lvl4pPr marL="0" indent="0">
              <a:lnSpc>
                <a:spcPct val="120000"/>
              </a:lnSpc>
              <a:spcBef>
                <a:spcPts val="0"/>
              </a:spcBef>
              <a:spcAft>
                <a:spcPts val="3199"/>
              </a:spcAft>
              <a:buFontTx/>
              <a:buNone/>
              <a:defRPr sz="6399" b="0" i="0" baseline="0">
                <a:solidFill>
                  <a:schemeClr val="accent2"/>
                </a:solidFill>
              </a:defRPr>
            </a:lvl4pPr>
            <a:lvl5pPr marL="0" indent="0">
              <a:lnSpc>
                <a:spcPct val="120000"/>
              </a:lnSpc>
              <a:spcBef>
                <a:spcPts val="0"/>
              </a:spcBef>
              <a:spcAft>
                <a:spcPts val="3199"/>
              </a:spcAft>
              <a:buFontTx/>
              <a:buNone/>
              <a:defRPr sz="6399" b="0" i="0" baseline="0">
                <a:solidFill>
                  <a:schemeClr val="accent2"/>
                </a:solidFill>
              </a:defRPr>
            </a:lvl5pPr>
          </a:lstStyle>
          <a:p>
            <a:pPr lvl="0"/>
            <a:r>
              <a:rPr lang="en-US"/>
              <a:t>Click to edit Master text styles</a:t>
            </a:r>
          </a:p>
        </p:txBody>
      </p:sp>
      <p:sp>
        <p:nvSpPr>
          <p:cNvPr id="7"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8"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34731880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all Out Only_White BG">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624417" y="1408602"/>
            <a:ext cx="9434457" cy="4464049"/>
          </a:xfrm>
          <a:prstGeom prst="rect">
            <a:avLst/>
          </a:prstGeom>
        </p:spPr>
        <p:txBody>
          <a:bodyPr>
            <a:noAutofit/>
          </a:bodyPr>
          <a:lstStyle>
            <a:lvl1pPr marL="0" indent="0">
              <a:lnSpc>
                <a:spcPct val="110000"/>
              </a:lnSpc>
              <a:spcBef>
                <a:spcPts val="0"/>
              </a:spcBef>
              <a:spcAft>
                <a:spcPts val="1800"/>
              </a:spcAft>
              <a:buFontTx/>
              <a:buNone/>
              <a:defRPr sz="4000" b="1" i="0" baseline="0">
                <a:solidFill>
                  <a:schemeClr val="accent2"/>
                </a:solidFill>
              </a:defRPr>
            </a:lvl1pPr>
            <a:lvl2pPr marL="0" indent="0">
              <a:lnSpc>
                <a:spcPct val="110000"/>
              </a:lnSpc>
              <a:spcBef>
                <a:spcPts val="0"/>
              </a:spcBef>
              <a:spcAft>
                <a:spcPts val="1800"/>
              </a:spcAft>
              <a:buFontTx/>
              <a:buNone/>
              <a:defRPr sz="3200" b="1" i="0" baseline="0">
                <a:solidFill>
                  <a:schemeClr val="accent2"/>
                </a:solidFill>
              </a:defRPr>
            </a:lvl2pPr>
            <a:lvl3pPr marL="0" indent="0">
              <a:lnSpc>
                <a:spcPct val="120000"/>
              </a:lnSpc>
              <a:spcBef>
                <a:spcPts val="0"/>
              </a:spcBef>
              <a:spcAft>
                <a:spcPts val="3199"/>
              </a:spcAft>
              <a:buFontTx/>
              <a:buNone/>
              <a:defRPr sz="6399" b="0" i="0" baseline="0">
                <a:solidFill>
                  <a:schemeClr val="accent2"/>
                </a:solidFill>
              </a:defRPr>
            </a:lvl3pPr>
            <a:lvl4pPr marL="0" indent="0">
              <a:lnSpc>
                <a:spcPct val="120000"/>
              </a:lnSpc>
              <a:spcBef>
                <a:spcPts val="0"/>
              </a:spcBef>
              <a:spcAft>
                <a:spcPts val="3199"/>
              </a:spcAft>
              <a:buFontTx/>
              <a:buNone/>
              <a:defRPr sz="6399" b="0" i="0" baseline="0">
                <a:solidFill>
                  <a:schemeClr val="accent2"/>
                </a:solidFill>
              </a:defRPr>
            </a:lvl4pPr>
            <a:lvl5pPr marL="0" indent="0">
              <a:lnSpc>
                <a:spcPct val="120000"/>
              </a:lnSpc>
              <a:spcBef>
                <a:spcPts val="0"/>
              </a:spcBef>
              <a:spcAft>
                <a:spcPts val="3199"/>
              </a:spcAft>
              <a:buFontTx/>
              <a:buNone/>
              <a:defRPr sz="6399" b="0" i="0" baseline="0">
                <a:solidFill>
                  <a:schemeClr val="accent2"/>
                </a:solidFill>
              </a:defRPr>
            </a:lvl5pPr>
          </a:lstStyle>
          <a:p>
            <a:pPr lvl="0"/>
            <a:r>
              <a:rPr lang="en-US"/>
              <a:t>Click to edit Master text styles</a:t>
            </a:r>
          </a:p>
        </p:txBody>
      </p:sp>
    </p:spTree>
    <p:extLst>
      <p:ext uri="{BB962C8B-B14F-4D97-AF65-F5344CB8AC3E}">
        <p14:creationId xmlns:p14="http://schemas.microsoft.com/office/powerpoint/2010/main" val="10281820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3 Columns - Headings">
    <p:spTree>
      <p:nvGrpSpPr>
        <p:cNvPr id="1" name=""/>
        <p:cNvGrpSpPr/>
        <p:nvPr/>
      </p:nvGrpSpPr>
      <p:grpSpPr>
        <a:xfrm>
          <a:off x="0" y="0"/>
          <a:ext cx="0" cy="0"/>
          <a:chOff x="0" y="0"/>
          <a:chExt cx="0" cy="0"/>
        </a:xfrm>
      </p:grpSpPr>
      <p:sp>
        <p:nvSpPr>
          <p:cNvPr id="25"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26"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7" name="Text Placeholder 3"/>
          <p:cNvSpPr>
            <a:spLocks noGrp="1"/>
          </p:cNvSpPr>
          <p:nvPr>
            <p:ph type="body" sz="quarter" idx="12" hasCustomPrompt="1"/>
          </p:nvPr>
        </p:nvSpPr>
        <p:spPr>
          <a:xfrm>
            <a:off x="624416" y="1509184"/>
            <a:ext cx="3278400"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a:t>
            </a:r>
            <a:br>
              <a:rPr lang="en-US" dirty="0"/>
            </a:br>
            <a:r>
              <a:rPr lang="en-US" dirty="0"/>
              <a:t>Master text styles</a:t>
            </a:r>
          </a:p>
        </p:txBody>
      </p:sp>
      <p:sp>
        <p:nvSpPr>
          <p:cNvPr id="28" name="Text Placeholder 2"/>
          <p:cNvSpPr>
            <a:spLocks noGrp="1"/>
          </p:cNvSpPr>
          <p:nvPr>
            <p:ph type="body" sz="quarter" idx="21"/>
          </p:nvPr>
        </p:nvSpPr>
        <p:spPr>
          <a:xfrm>
            <a:off x="624415" y="2167128"/>
            <a:ext cx="3280454" cy="3806376"/>
          </a:xfrm>
        </p:spPr>
        <p:txBody>
          <a:bodyPr/>
          <a:lstStyle>
            <a:lvl1pPr>
              <a:defRPr sz="1200"/>
            </a:lvl1pPr>
            <a:lvl2pPr>
              <a:buClrTx/>
              <a:defRPr sz="1200">
                <a:solidFill>
                  <a:schemeClr val="bg2"/>
                </a:solidFill>
              </a:defRPr>
            </a:lvl2pPr>
            <a:lvl3pPr>
              <a:buClrTx/>
              <a:defRPr sz="1200">
                <a:solidFill>
                  <a:schemeClr val="bg2"/>
                </a:solidFill>
              </a:defRPr>
            </a:lvl3pPr>
            <a:lvl4pPr>
              <a:buClrTx/>
              <a:defRPr sz="1200">
                <a:solidFill>
                  <a:schemeClr val="bg2"/>
                </a:solidFill>
              </a:defRPr>
            </a:lvl4pPr>
            <a:lvl5pPr>
              <a:buClrTx/>
              <a:defRPr sz="12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
          <p:cNvSpPr>
            <a:spLocks noGrp="1"/>
          </p:cNvSpPr>
          <p:nvPr>
            <p:ph type="body" sz="quarter" idx="14" hasCustomPrompt="1"/>
          </p:nvPr>
        </p:nvSpPr>
        <p:spPr>
          <a:xfrm>
            <a:off x="4454621" y="1509184"/>
            <a:ext cx="3281512"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a:t>
            </a:r>
            <a:br>
              <a:rPr lang="en-US" dirty="0"/>
            </a:br>
            <a:r>
              <a:rPr lang="en-US" dirty="0"/>
              <a:t>Master text styles</a:t>
            </a:r>
          </a:p>
        </p:txBody>
      </p:sp>
      <p:sp>
        <p:nvSpPr>
          <p:cNvPr id="30" name="Text Placeholder 6"/>
          <p:cNvSpPr>
            <a:spLocks noGrp="1"/>
          </p:cNvSpPr>
          <p:nvPr>
            <p:ph type="body" sz="quarter" idx="24"/>
          </p:nvPr>
        </p:nvSpPr>
        <p:spPr>
          <a:xfrm>
            <a:off x="4454623" y="2167133"/>
            <a:ext cx="3279649" cy="3806630"/>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
          <p:cNvSpPr>
            <a:spLocks noGrp="1"/>
          </p:cNvSpPr>
          <p:nvPr>
            <p:ph type="body" sz="quarter" idx="18" hasCustomPrompt="1"/>
          </p:nvPr>
        </p:nvSpPr>
        <p:spPr>
          <a:xfrm>
            <a:off x="8286075" y="1509184"/>
            <a:ext cx="3281512"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a:t>
            </a:r>
            <a:br>
              <a:rPr lang="en-US" dirty="0"/>
            </a:br>
            <a:r>
              <a:rPr lang="en-US" dirty="0"/>
              <a:t>Master text styles</a:t>
            </a:r>
          </a:p>
        </p:txBody>
      </p:sp>
      <p:sp>
        <p:nvSpPr>
          <p:cNvPr id="32" name="Text Placeholder 6"/>
          <p:cNvSpPr>
            <a:spLocks noGrp="1"/>
          </p:cNvSpPr>
          <p:nvPr>
            <p:ph type="body" sz="quarter" idx="23"/>
          </p:nvPr>
        </p:nvSpPr>
        <p:spPr>
          <a:xfrm>
            <a:off x="8286076" y="2167133"/>
            <a:ext cx="3281511" cy="3806630"/>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401907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 Columns - Icons and headings">
    <p:spTree>
      <p:nvGrpSpPr>
        <p:cNvPr id="1" name=""/>
        <p:cNvGrpSpPr/>
        <p:nvPr/>
      </p:nvGrpSpPr>
      <p:grpSpPr>
        <a:xfrm>
          <a:off x="0" y="0"/>
          <a:ext cx="0" cy="0"/>
          <a:chOff x="0" y="0"/>
          <a:chExt cx="0" cy="0"/>
        </a:xfrm>
      </p:grpSpPr>
      <p:sp>
        <p:nvSpPr>
          <p:cNvPr id="38" name="Picture Placeholder 8"/>
          <p:cNvSpPr>
            <a:spLocks noGrp="1"/>
          </p:cNvSpPr>
          <p:nvPr>
            <p:ph type="pic" sz="quarter" idx="22"/>
          </p:nvPr>
        </p:nvSpPr>
        <p:spPr>
          <a:xfrm>
            <a:off x="624419" y="1499131"/>
            <a:ext cx="594780" cy="609600"/>
          </a:xfrm>
          <a:prstGeom prst="rect">
            <a:avLst/>
          </a:prstGeom>
          <a:noFill/>
          <a:ln>
            <a:noFill/>
          </a:ln>
          <a:effectLst/>
        </p:spPr>
        <p:txBody>
          <a:bodyPr rtlCol="0" anchor="ctr">
            <a:noAutofit/>
          </a:bodyPr>
          <a:lstStyle>
            <a:lvl1pPr marL="0" indent="0">
              <a:buNone/>
              <a:defRPr sz="1000"/>
            </a:lvl1pPr>
          </a:lstStyle>
          <a:p>
            <a:pPr lvl="0"/>
            <a:r>
              <a:rPr lang="en-US" noProof="0"/>
              <a:t>Click icon to add picture</a:t>
            </a:r>
            <a:endParaRPr lang="en-US" noProof="0" dirty="0"/>
          </a:p>
        </p:txBody>
      </p:sp>
      <p:sp>
        <p:nvSpPr>
          <p:cNvPr id="41" name="Picture Placeholder 8"/>
          <p:cNvSpPr>
            <a:spLocks noGrp="1"/>
          </p:cNvSpPr>
          <p:nvPr>
            <p:ph type="pic" sz="quarter" idx="28"/>
          </p:nvPr>
        </p:nvSpPr>
        <p:spPr>
          <a:xfrm>
            <a:off x="4447287" y="1499131"/>
            <a:ext cx="609600" cy="609600"/>
          </a:xfrm>
          <a:prstGeom prst="rect">
            <a:avLst/>
          </a:prstGeom>
          <a:noFill/>
          <a:ln>
            <a:noFill/>
          </a:ln>
          <a:effectLst/>
        </p:spPr>
        <p:txBody>
          <a:bodyPr rtlCol="0" anchor="ctr">
            <a:noAutofit/>
          </a:bodyPr>
          <a:lstStyle>
            <a:lvl1pPr marL="0" indent="0">
              <a:buNone/>
              <a:defRPr sz="1000"/>
            </a:lvl1pPr>
          </a:lstStyle>
          <a:p>
            <a:pPr lvl="0"/>
            <a:r>
              <a:rPr lang="en-US" noProof="0"/>
              <a:t>Click icon to add picture</a:t>
            </a:r>
            <a:endParaRPr lang="en-US" noProof="0" dirty="0"/>
          </a:p>
        </p:txBody>
      </p:sp>
      <p:sp>
        <p:nvSpPr>
          <p:cNvPr id="44" name="Picture Placeholder 8"/>
          <p:cNvSpPr>
            <a:spLocks noGrp="1"/>
          </p:cNvSpPr>
          <p:nvPr>
            <p:ph type="pic" sz="quarter" idx="29"/>
          </p:nvPr>
        </p:nvSpPr>
        <p:spPr>
          <a:xfrm>
            <a:off x="8294793" y="1499131"/>
            <a:ext cx="609600" cy="609600"/>
          </a:xfrm>
          <a:prstGeom prst="rect">
            <a:avLst/>
          </a:prstGeom>
          <a:noFill/>
          <a:ln>
            <a:noFill/>
          </a:ln>
          <a:effectLst/>
        </p:spPr>
        <p:txBody>
          <a:bodyPr rtlCol="0" anchor="ctr">
            <a:noAutofit/>
          </a:bodyPr>
          <a:lstStyle>
            <a:lvl1pPr marL="0" indent="0">
              <a:buNone/>
              <a:defRPr sz="1000"/>
            </a:lvl1pPr>
          </a:lstStyle>
          <a:p>
            <a:pPr lvl="0"/>
            <a:r>
              <a:rPr lang="en-US" noProof="0"/>
              <a:t>Click icon to add picture</a:t>
            </a:r>
            <a:endParaRPr lang="en-US" noProof="0" dirty="0"/>
          </a:p>
        </p:txBody>
      </p:sp>
      <p:sp>
        <p:nvSpPr>
          <p:cNvPr id="14" name="Title 4"/>
          <p:cNvSpPr>
            <a:spLocks noGrp="1"/>
          </p:cNvSpPr>
          <p:nvPr>
            <p:ph type="title"/>
          </p:nvPr>
        </p:nvSpPr>
        <p:spPr>
          <a:xfrm>
            <a:off x="624418" y="548237"/>
            <a:ext cx="10943168" cy="327600"/>
          </a:xfrm>
        </p:spPr>
        <p:txBody>
          <a:bodyPr>
            <a:noAutofit/>
          </a:bodyPr>
          <a:lstStyle>
            <a:lvl1pPr>
              <a:defRPr sz="2400"/>
            </a:lvl1pPr>
          </a:lstStyle>
          <a:p>
            <a:r>
              <a:rPr lang="en-US"/>
              <a:t>Click to edit Master title style</a:t>
            </a:r>
            <a:endParaRPr lang="en-US" dirty="0"/>
          </a:p>
        </p:txBody>
      </p:sp>
      <p:sp>
        <p:nvSpPr>
          <p:cNvPr id="15"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 name="Text Placeholder 3">
            <a:extLst>
              <a:ext uri="{FF2B5EF4-FFF2-40B4-BE49-F238E27FC236}">
                <a16:creationId xmlns:a16="http://schemas.microsoft.com/office/drawing/2014/main" id="{07AA8564-8F85-7A49-495B-99C49336570A}"/>
              </a:ext>
            </a:extLst>
          </p:cNvPr>
          <p:cNvSpPr>
            <a:spLocks noGrp="1"/>
          </p:cNvSpPr>
          <p:nvPr>
            <p:ph type="body" sz="quarter" idx="12" hasCustomPrompt="1"/>
          </p:nvPr>
        </p:nvSpPr>
        <p:spPr>
          <a:xfrm>
            <a:off x="1414646" y="1498690"/>
            <a:ext cx="2468508" cy="609595"/>
          </a:xfrm>
          <a:prstGeom prst="rect">
            <a:avLst/>
          </a:prstGeom>
        </p:spPr>
        <p:txBody>
          <a:bodyPr anchor="ctr" anchorCtr="0">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Click to edit Master text </a:t>
            </a:r>
            <a:br>
              <a:rPr lang="en-US" dirty="0"/>
            </a:br>
            <a:r>
              <a:rPr lang="en-US" dirty="0"/>
              <a:t>styles</a:t>
            </a:r>
          </a:p>
        </p:txBody>
      </p:sp>
      <p:sp>
        <p:nvSpPr>
          <p:cNvPr id="3" name="Text Placeholder 2">
            <a:extLst>
              <a:ext uri="{FF2B5EF4-FFF2-40B4-BE49-F238E27FC236}">
                <a16:creationId xmlns:a16="http://schemas.microsoft.com/office/drawing/2014/main" id="{4C543242-00C8-C91C-6761-939F6690B885}"/>
              </a:ext>
            </a:extLst>
          </p:cNvPr>
          <p:cNvSpPr>
            <a:spLocks noGrp="1"/>
          </p:cNvSpPr>
          <p:nvPr>
            <p:ph type="body" sz="quarter" idx="21"/>
          </p:nvPr>
        </p:nvSpPr>
        <p:spPr>
          <a:xfrm>
            <a:off x="624417" y="2470499"/>
            <a:ext cx="3260599" cy="3502737"/>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0C18A3E-62FE-9638-7A7B-668661E604C5}"/>
              </a:ext>
            </a:extLst>
          </p:cNvPr>
          <p:cNvSpPr>
            <a:spLocks noGrp="1"/>
          </p:cNvSpPr>
          <p:nvPr>
            <p:ph type="body" sz="quarter" idx="14"/>
          </p:nvPr>
        </p:nvSpPr>
        <p:spPr>
          <a:xfrm>
            <a:off x="5259345" y="1498690"/>
            <a:ext cx="2471315" cy="609595"/>
          </a:xfrm>
          <a:prstGeom prst="rect">
            <a:avLst/>
          </a:prstGeom>
        </p:spPr>
        <p:txBody>
          <a:bodyPr anchor="ctr" anchorCtr="0">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CD0D8B81-040F-0559-AF76-0418927E15EC}"/>
              </a:ext>
            </a:extLst>
          </p:cNvPr>
          <p:cNvSpPr>
            <a:spLocks noGrp="1"/>
          </p:cNvSpPr>
          <p:nvPr>
            <p:ph type="body" sz="quarter" idx="24"/>
          </p:nvPr>
        </p:nvSpPr>
        <p:spPr>
          <a:xfrm>
            <a:off x="4451012" y="2470507"/>
            <a:ext cx="3279649" cy="3502729"/>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2E37163-8DF2-4F27-5C9E-3E67FAB3C049}"/>
              </a:ext>
            </a:extLst>
          </p:cNvPr>
          <p:cNvSpPr>
            <a:spLocks noGrp="1"/>
          </p:cNvSpPr>
          <p:nvPr>
            <p:ph type="body" sz="quarter" idx="18"/>
          </p:nvPr>
        </p:nvSpPr>
        <p:spPr>
          <a:xfrm>
            <a:off x="9106852" y="1498690"/>
            <a:ext cx="2471315" cy="609595"/>
          </a:xfrm>
          <a:prstGeom prst="rect">
            <a:avLst/>
          </a:prstGeom>
        </p:spPr>
        <p:txBody>
          <a:bodyPr anchor="ctr" anchorCtr="0">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C7E94AEB-0D88-991D-1C3A-267777526C9E}"/>
              </a:ext>
            </a:extLst>
          </p:cNvPr>
          <p:cNvSpPr>
            <a:spLocks noGrp="1"/>
          </p:cNvSpPr>
          <p:nvPr>
            <p:ph type="body" sz="quarter" idx="23"/>
          </p:nvPr>
        </p:nvSpPr>
        <p:spPr>
          <a:xfrm>
            <a:off x="8296653" y="2470507"/>
            <a:ext cx="3281511" cy="3502729"/>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98D24AFC-EC94-951E-C9FB-9B495D19B4D7}"/>
              </a:ext>
            </a:extLst>
          </p:cNvPr>
          <p:cNvCxnSpPr>
            <a:cxnSpLocks/>
          </p:cNvCxnSpPr>
          <p:nvPr/>
        </p:nvCxnSpPr>
        <p:spPr>
          <a:xfrm>
            <a:off x="605367" y="2299781"/>
            <a:ext cx="3279648" cy="0"/>
          </a:xfrm>
          <a:prstGeom prst="line">
            <a:avLst/>
          </a:prstGeom>
          <a:ln w="6350">
            <a:solidFill>
              <a:schemeClr val="bg2"/>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85FBE402-A481-52F7-2935-AEA16772BEFD}"/>
              </a:ext>
            </a:extLst>
          </p:cNvPr>
          <p:cNvCxnSpPr>
            <a:cxnSpLocks/>
          </p:cNvCxnSpPr>
          <p:nvPr/>
        </p:nvCxnSpPr>
        <p:spPr>
          <a:xfrm>
            <a:off x="4451011" y="2299781"/>
            <a:ext cx="3279648" cy="0"/>
          </a:xfrm>
          <a:prstGeom prst="line">
            <a:avLst/>
          </a:prstGeom>
          <a:ln w="6350">
            <a:solidFill>
              <a:schemeClr val="bg2"/>
            </a:solidFill>
          </a:ln>
        </p:spPr>
        <p:style>
          <a:lnRef idx="1">
            <a:schemeClr val="accent5"/>
          </a:lnRef>
          <a:fillRef idx="0">
            <a:schemeClr val="accent5"/>
          </a:fillRef>
          <a:effectRef idx="0">
            <a:schemeClr val="accent5"/>
          </a:effectRef>
          <a:fontRef idx="minor">
            <a:schemeClr val="tx1"/>
          </a:fontRef>
        </p:style>
      </p:cxnSp>
      <p:cxnSp>
        <p:nvCxnSpPr>
          <p:cNvPr id="10" name="Straight Connector 9">
            <a:extLst>
              <a:ext uri="{FF2B5EF4-FFF2-40B4-BE49-F238E27FC236}">
                <a16:creationId xmlns:a16="http://schemas.microsoft.com/office/drawing/2014/main" id="{BADD9943-47CC-A77B-091D-1B064447D700}"/>
              </a:ext>
            </a:extLst>
          </p:cNvPr>
          <p:cNvCxnSpPr>
            <a:cxnSpLocks/>
          </p:cNvCxnSpPr>
          <p:nvPr/>
        </p:nvCxnSpPr>
        <p:spPr>
          <a:xfrm>
            <a:off x="8296655" y="2299781"/>
            <a:ext cx="3279648" cy="0"/>
          </a:xfrm>
          <a:prstGeom prst="line">
            <a:avLst/>
          </a:prstGeom>
          <a:ln w="6350">
            <a:solidFill>
              <a:schemeClr val="bg2"/>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47307647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3 Columns - Circle Titles">
    <p:spTree>
      <p:nvGrpSpPr>
        <p:cNvPr id="1" name=""/>
        <p:cNvGrpSpPr/>
        <p:nvPr/>
      </p:nvGrpSpPr>
      <p:grpSpPr>
        <a:xfrm>
          <a:off x="0" y="0"/>
          <a:ext cx="0" cy="0"/>
          <a:chOff x="0" y="0"/>
          <a:chExt cx="0" cy="0"/>
        </a:xfrm>
      </p:grpSpPr>
      <p:graphicFrame>
        <p:nvGraphicFramePr>
          <p:cNvPr id="10" name="Object 1" hidden="1"/>
          <p:cNvGraphicFramePr>
            <a:graphicFrameLocks noChangeAspect="1"/>
          </p:cNvGraphicFramePr>
          <p:nvPr>
            <p:custDataLst>
              <p:tags r:id="rId1"/>
            </p:custData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think-cell Slide" r:id="rId3" imgW="38100" imgH="38100" progId="TCLayout.ActiveDocument.1">
                  <p:embed/>
                </p:oleObj>
              </mc:Choice>
              <mc:Fallback>
                <p:oleObj name="think-cell Slide" r:id="rId3" imgW="38100" imgH="38100" progId="TCLayout.ActiveDocument.1">
                  <p:embed/>
                  <p:pic>
                    <p:nvPicPr>
                      <p:cNvPr id="10"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Oval 10"/>
          <p:cNvSpPr>
            <a:spLocks/>
          </p:cNvSpPr>
          <p:nvPr/>
        </p:nvSpPr>
        <p:spPr>
          <a:xfrm>
            <a:off x="1726480"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7298"/>
              </a:solidFill>
              <a:effectLst/>
              <a:uLnTx/>
              <a:uFillTx/>
              <a:latin typeface="Arial"/>
              <a:ea typeface="+mn-ea"/>
              <a:cs typeface="+mn-cs"/>
            </a:endParaRPr>
          </a:p>
        </p:txBody>
      </p:sp>
      <p:sp>
        <p:nvSpPr>
          <p:cNvPr id="12" name="Oval 11"/>
          <p:cNvSpPr>
            <a:spLocks/>
          </p:cNvSpPr>
          <p:nvPr/>
        </p:nvSpPr>
        <p:spPr>
          <a:xfrm>
            <a:off x="5484282"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7298"/>
              </a:solidFill>
              <a:effectLst/>
              <a:uLnTx/>
              <a:uFillTx/>
              <a:latin typeface="Arial"/>
              <a:ea typeface="+mn-ea"/>
              <a:cs typeface="+mn-cs"/>
            </a:endParaRPr>
          </a:p>
        </p:txBody>
      </p:sp>
      <p:sp>
        <p:nvSpPr>
          <p:cNvPr id="13" name="Oval 12"/>
          <p:cNvSpPr>
            <a:spLocks/>
          </p:cNvSpPr>
          <p:nvPr/>
        </p:nvSpPr>
        <p:spPr>
          <a:xfrm>
            <a:off x="9244204"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7298"/>
              </a:solidFill>
              <a:effectLst/>
              <a:uLnTx/>
              <a:uFillTx/>
              <a:latin typeface="Arial"/>
              <a:ea typeface="+mn-ea"/>
              <a:cs typeface="+mn-cs"/>
            </a:endParaRPr>
          </a:p>
        </p:txBody>
      </p:sp>
      <p:sp>
        <p:nvSpPr>
          <p:cNvPr id="39" name="Text Placeholder 3"/>
          <p:cNvSpPr>
            <a:spLocks noGrp="1"/>
          </p:cNvSpPr>
          <p:nvPr>
            <p:ph type="body" sz="quarter" idx="12"/>
          </p:nvPr>
        </p:nvSpPr>
        <p:spPr>
          <a:xfrm>
            <a:off x="1726480" y="1650125"/>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0" name="Text Placeholder 2"/>
          <p:cNvSpPr>
            <a:spLocks noGrp="1"/>
          </p:cNvSpPr>
          <p:nvPr>
            <p:ph type="body" sz="quarter" idx="21"/>
          </p:nvPr>
        </p:nvSpPr>
        <p:spPr>
          <a:xfrm>
            <a:off x="624419" y="3009893"/>
            <a:ext cx="3423324" cy="2963871"/>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6"/>
          <p:cNvSpPr>
            <a:spLocks noGrp="1"/>
          </p:cNvSpPr>
          <p:nvPr>
            <p:ph type="body" sz="quarter" idx="24"/>
          </p:nvPr>
        </p:nvSpPr>
        <p:spPr>
          <a:xfrm>
            <a:off x="4380280" y="3009900"/>
            <a:ext cx="3427201" cy="2964069"/>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6"/>
          <p:cNvSpPr>
            <a:spLocks noGrp="1"/>
          </p:cNvSpPr>
          <p:nvPr>
            <p:ph type="body" sz="quarter" idx="23"/>
          </p:nvPr>
        </p:nvSpPr>
        <p:spPr>
          <a:xfrm>
            <a:off x="8140022" y="3009900"/>
            <a:ext cx="3427563" cy="2964069"/>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18"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3" name="Text Placeholder 3"/>
          <p:cNvSpPr>
            <a:spLocks noGrp="1"/>
          </p:cNvSpPr>
          <p:nvPr>
            <p:ph type="body" sz="quarter" idx="27"/>
          </p:nvPr>
        </p:nvSpPr>
        <p:spPr>
          <a:xfrm>
            <a:off x="5484282" y="1650125"/>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5" name="Text Placeholder 3"/>
          <p:cNvSpPr>
            <a:spLocks noGrp="1"/>
          </p:cNvSpPr>
          <p:nvPr>
            <p:ph type="body" sz="quarter" idx="28"/>
          </p:nvPr>
        </p:nvSpPr>
        <p:spPr>
          <a:xfrm>
            <a:off x="9244204" y="1650125"/>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16133375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4 Columns - Headings">
    <p:spTree>
      <p:nvGrpSpPr>
        <p:cNvPr id="1" name=""/>
        <p:cNvGrpSpPr/>
        <p:nvPr/>
      </p:nvGrpSpPr>
      <p:grpSpPr>
        <a:xfrm>
          <a:off x="0" y="0"/>
          <a:ext cx="0" cy="0"/>
          <a:chOff x="0" y="0"/>
          <a:chExt cx="0" cy="0"/>
        </a:xfrm>
      </p:grpSpPr>
      <p:sp>
        <p:nvSpPr>
          <p:cNvPr id="41" name="Text Placeholder 3"/>
          <p:cNvSpPr>
            <a:spLocks noGrp="1"/>
          </p:cNvSpPr>
          <p:nvPr>
            <p:ph type="body" sz="quarter" idx="28"/>
          </p:nvPr>
        </p:nvSpPr>
        <p:spPr>
          <a:xfrm>
            <a:off x="624419" y="1509184"/>
            <a:ext cx="2500800"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2" name="Text Placeholder 2"/>
          <p:cNvSpPr>
            <a:spLocks noGrp="1"/>
          </p:cNvSpPr>
          <p:nvPr>
            <p:ph type="body" sz="quarter" idx="29"/>
          </p:nvPr>
        </p:nvSpPr>
        <p:spPr>
          <a:xfrm>
            <a:off x="624418" y="2167128"/>
            <a:ext cx="2484541" cy="3806635"/>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
          <p:cNvSpPr>
            <a:spLocks noGrp="1"/>
          </p:cNvSpPr>
          <p:nvPr>
            <p:ph type="body" sz="quarter" idx="14"/>
          </p:nvPr>
        </p:nvSpPr>
        <p:spPr>
          <a:xfrm>
            <a:off x="3427703" y="1509184"/>
            <a:ext cx="2499360"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4" name="Text Placeholder 2"/>
          <p:cNvSpPr>
            <a:spLocks noGrp="1"/>
          </p:cNvSpPr>
          <p:nvPr>
            <p:ph type="body" sz="quarter" idx="30"/>
          </p:nvPr>
        </p:nvSpPr>
        <p:spPr>
          <a:xfrm>
            <a:off x="3427703" y="2167128"/>
            <a:ext cx="2500800" cy="3806635"/>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
          <p:cNvSpPr>
            <a:spLocks noGrp="1"/>
          </p:cNvSpPr>
          <p:nvPr>
            <p:ph type="body" sz="quarter" idx="16"/>
          </p:nvPr>
        </p:nvSpPr>
        <p:spPr>
          <a:xfrm>
            <a:off x="6247245" y="1509184"/>
            <a:ext cx="2499360"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6" name="Text Placeholder 2"/>
          <p:cNvSpPr>
            <a:spLocks noGrp="1"/>
          </p:cNvSpPr>
          <p:nvPr>
            <p:ph type="body" sz="quarter" idx="31"/>
          </p:nvPr>
        </p:nvSpPr>
        <p:spPr>
          <a:xfrm>
            <a:off x="6247246" y="2167128"/>
            <a:ext cx="2500800" cy="3806635"/>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
          <p:cNvSpPr>
            <a:spLocks noGrp="1"/>
          </p:cNvSpPr>
          <p:nvPr>
            <p:ph type="body" sz="quarter" idx="18"/>
          </p:nvPr>
        </p:nvSpPr>
        <p:spPr>
          <a:xfrm>
            <a:off x="9066787" y="1509184"/>
            <a:ext cx="2500800"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8" name="Text Placeholder 2"/>
          <p:cNvSpPr>
            <a:spLocks noGrp="1"/>
          </p:cNvSpPr>
          <p:nvPr>
            <p:ph type="body" sz="quarter" idx="33"/>
          </p:nvPr>
        </p:nvSpPr>
        <p:spPr>
          <a:xfrm>
            <a:off x="9066787" y="2167128"/>
            <a:ext cx="2500800" cy="3806635"/>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14"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243241904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4 Columns - Icons and headings">
    <p:spTree>
      <p:nvGrpSpPr>
        <p:cNvPr id="1" name=""/>
        <p:cNvGrpSpPr/>
        <p:nvPr/>
      </p:nvGrpSpPr>
      <p:grpSpPr>
        <a:xfrm>
          <a:off x="0" y="0"/>
          <a:ext cx="0" cy="0"/>
          <a:chOff x="0" y="0"/>
          <a:chExt cx="0" cy="0"/>
        </a:xfrm>
      </p:grpSpPr>
      <p:sp>
        <p:nvSpPr>
          <p:cNvPr id="57" name="Picture Placeholder 8"/>
          <p:cNvSpPr>
            <a:spLocks noGrp="1"/>
          </p:cNvSpPr>
          <p:nvPr>
            <p:ph type="pic" sz="quarter" idx="22"/>
          </p:nvPr>
        </p:nvSpPr>
        <p:spPr>
          <a:xfrm>
            <a:off x="624418" y="1496008"/>
            <a:ext cx="613832"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endParaRPr lang="en-US" noProof="0" dirty="0"/>
          </a:p>
        </p:txBody>
      </p:sp>
      <p:sp>
        <p:nvSpPr>
          <p:cNvPr id="58" name="Text Placeholder 3"/>
          <p:cNvSpPr>
            <a:spLocks noGrp="1"/>
          </p:cNvSpPr>
          <p:nvPr>
            <p:ph type="body" sz="quarter" idx="28"/>
          </p:nvPr>
        </p:nvSpPr>
        <p:spPr>
          <a:xfrm>
            <a:off x="624418" y="2238887"/>
            <a:ext cx="2503592"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59" name="Text Placeholder 2"/>
          <p:cNvSpPr>
            <a:spLocks noGrp="1"/>
          </p:cNvSpPr>
          <p:nvPr>
            <p:ph type="body" sz="quarter" idx="37"/>
          </p:nvPr>
        </p:nvSpPr>
        <p:spPr>
          <a:xfrm>
            <a:off x="624419" y="2898649"/>
            <a:ext cx="2500800" cy="3075115"/>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1" name="Picture Placeholder 8"/>
          <p:cNvSpPr>
            <a:spLocks noGrp="1"/>
          </p:cNvSpPr>
          <p:nvPr>
            <p:ph type="pic" sz="quarter" idx="34"/>
          </p:nvPr>
        </p:nvSpPr>
        <p:spPr>
          <a:xfrm>
            <a:off x="3439981" y="1496008"/>
            <a:ext cx="609600"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p>
        </p:txBody>
      </p:sp>
      <p:sp>
        <p:nvSpPr>
          <p:cNvPr id="60" name="Text Placeholder 3"/>
          <p:cNvSpPr>
            <a:spLocks noGrp="1"/>
          </p:cNvSpPr>
          <p:nvPr>
            <p:ph type="body" sz="quarter" idx="14"/>
          </p:nvPr>
        </p:nvSpPr>
        <p:spPr>
          <a:xfrm>
            <a:off x="3439981" y="2238887"/>
            <a:ext cx="2499360"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62" name="Text Placeholder 2"/>
          <p:cNvSpPr>
            <a:spLocks noGrp="1"/>
          </p:cNvSpPr>
          <p:nvPr>
            <p:ph type="body" sz="quarter" idx="30"/>
          </p:nvPr>
        </p:nvSpPr>
        <p:spPr>
          <a:xfrm>
            <a:off x="3439981" y="2898649"/>
            <a:ext cx="2499360" cy="3075115"/>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4" name="Picture Placeholder 8"/>
          <p:cNvSpPr>
            <a:spLocks noGrp="1"/>
          </p:cNvSpPr>
          <p:nvPr>
            <p:ph type="pic" sz="quarter" idx="35"/>
          </p:nvPr>
        </p:nvSpPr>
        <p:spPr>
          <a:xfrm>
            <a:off x="6254104" y="1496008"/>
            <a:ext cx="609600"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endParaRPr lang="en-US" noProof="0" dirty="0"/>
          </a:p>
        </p:txBody>
      </p:sp>
      <p:sp>
        <p:nvSpPr>
          <p:cNvPr id="63" name="Text Placeholder 3"/>
          <p:cNvSpPr>
            <a:spLocks noGrp="1"/>
          </p:cNvSpPr>
          <p:nvPr>
            <p:ph type="body" sz="quarter" idx="16"/>
          </p:nvPr>
        </p:nvSpPr>
        <p:spPr>
          <a:xfrm>
            <a:off x="6254104" y="2238887"/>
            <a:ext cx="2499360"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65" name="Text Placeholder 2"/>
          <p:cNvSpPr>
            <a:spLocks noGrp="1"/>
          </p:cNvSpPr>
          <p:nvPr>
            <p:ph type="body" sz="quarter" idx="31"/>
          </p:nvPr>
        </p:nvSpPr>
        <p:spPr>
          <a:xfrm>
            <a:off x="6254104" y="2898649"/>
            <a:ext cx="2499360" cy="3075115"/>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7" name="Picture Placeholder 8"/>
          <p:cNvSpPr>
            <a:spLocks noGrp="1"/>
          </p:cNvSpPr>
          <p:nvPr>
            <p:ph type="pic" sz="quarter" idx="36"/>
          </p:nvPr>
        </p:nvSpPr>
        <p:spPr>
          <a:xfrm>
            <a:off x="9068226" y="1496008"/>
            <a:ext cx="609600"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p>
        </p:txBody>
      </p:sp>
      <p:sp>
        <p:nvSpPr>
          <p:cNvPr id="66" name="Text Placeholder 3"/>
          <p:cNvSpPr>
            <a:spLocks noGrp="1"/>
          </p:cNvSpPr>
          <p:nvPr>
            <p:ph type="body" sz="quarter" idx="18"/>
          </p:nvPr>
        </p:nvSpPr>
        <p:spPr>
          <a:xfrm>
            <a:off x="9068226" y="2238887"/>
            <a:ext cx="2499360" cy="455574"/>
          </a:xfrm>
          <a:prstGeom prst="rect">
            <a:avLst/>
          </a:prstGeom>
        </p:spPr>
        <p:txBody>
          <a:bodyPr>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68" name="Text Placeholder 2"/>
          <p:cNvSpPr>
            <a:spLocks noGrp="1"/>
          </p:cNvSpPr>
          <p:nvPr>
            <p:ph type="body" sz="quarter" idx="33"/>
          </p:nvPr>
        </p:nvSpPr>
        <p:spPr>
          <a:xfrm>
            <a:off x="9068226" y="2898649"/>
            <a:ext cx="2499360" cy="3075115"/>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4"/>
          <p:cNvSpPr>
            <a:spLocks noGrp="1"/>
          </p:cNvSpPr>
          <p:nvPr>
            <p:ph type="title"/>
          </p:nvPr>
        </p:nvSpPr>
        <p:spPr>
          <a:xfrm>
            <a:off x="624419" y="531941"/>
            <a:ext cx="10943167" cy="330728"/>
          </a:xfrm>
        </p:spPr>
        <p:txBody>
          <a:bodyPr>
            <a:noAutofit/>
          </a:bodyPr>
          <a:lstStyle>
            <a:lvl1pPr>
              <a:defRPr sz="2400"/>
            </a:lvl1pPr>
          </a:lstStyle>
          <a:p>
            <a:r>
              <a:rPr lang="en-US"/>
              <a:t>Click to edit Master title style</a:t>
            </a:r>
            <a:endParaRPr lang="en-US" dirty="0"/>
          </a:p>
        </p:txBody>
      </p:sp>
      <p:sp>
        <p:nvSpPr>
          <p:cNvPr id="18"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17007802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4 Columns - Circle Titles">
    <p:spTree>
      <p:nvGrpSpPr>
        <p:cNvPr id="1" name=""/>
        <p:cNvGrpSpPr/>
        <p:nvPr/>
      </p:nvGrpSpPr>
      <p:grpSpPr>
        <a:xfrm>
          <a:off x="0" y="0"/>
          <a:ext cx="0" cy="0"/>
          <a:chOff x="0" y="0"/>
          <a:chExt cx="0" cy="0"/>
        </a:xfrm>
      </p:grpSpPr>
      <p:sp>
        <p:nvSpPr>
          <p:cNvPr id="12" name="Oval 11"/>
          <p:cNvSpPr>
            <a:spLocks/>
          </p:cNvSpPr>
          <p:nvPr/>
        </p:nvSpPr>
        <p:spPr>
          <a:xfrm>
            <a:off x="1266614"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298"/>
              </a:solidFill>
              <a:effectLst/>
              <a:uLnTx/>
              <a:uFillTx/>
              <a:latin typeface="Arial"/>
              <a:ea typeface="+mn-ea"/>
              <a:cs typeface="+mn-cs"/>
            </a:endParaRPr>
          </a:p>
        </p:txBody>
      </p:sp>
      <p:sp>
        <p:nvSpPr>
          <p:cNvPr id="13" name="Oval 12"/>
          <p:cNvSpPr>
            <a:spLocks/>
          </p:cNvSpPr>
          <p:nvPr/>
        </p:nvSpPr>
        <p:spPr>
          <a:xfrm>
            <a:off x="4081922"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298"/>
              </a:solidFill>
              <a:effectLst/>
              <a:uLnTx/>
              <a:uFillTx/>
              <a:latin typeface="Arial"/>
              <a:ea typeface="+mn-ea"/>
              <a:cs typeface="+mn-cs"/>
            </a:endParaRPr>
          </a:p>
        </p:txBody>
      </p:sp>
      <p:sp>
        <p:nvSpPr>
          <p:cNvPr id="14" name="Oval 13"/>
          <p:cNvSpPr>
            <a:spLocks/>
          </p:cNvSpPr>
          <p:nvPr/>
        </p:nvSpPr>
        <p:spPr>
          <a:xfrm>
            <a:off x="6895114"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298"/>
              </a:solidFill>
              <a:effectLst/>
              <a:uLnTx/>
              <a:uFillTx/>
              <a:latin typeface="Arial"/>
              <a:ea typeface="+mn-ea"/>
              <a:cs typeface="+mn-cs"/>
            </a:endParaRPr>
          </a:p>
        </p:txBody>
      </p:sp>
      <p:sp>
        <p:nvSpPr>
          <p:cNvPr id="15" name="Oval 14"/>
          <p:cNvSpPr>
            <a:spLocks/>
          </p:cNvSpPr>
          <p:nvPr/>
        </p:nvSpPr>
        <p:spPr>
          <a:xfrm>
            <a:off x="9708306"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298"/>
              </a:solidFill>
              <a:effectLst/>
              <a:uLnTx/>
              <a:uFillTx/>
              <a:latin typeface="Arial"/>
              <a:ea typeface="+mn-ea"/>
              <a:cs typeface="+mn-cs"/>
            </a:endParaRPr>
          </a:p>
        </p:txBody>
      </p:sp>
      <p:sp>
        <p:nvSpPr>
          <p:cNvPr id="60" name="Text Placeholder 2"/>
          <p:cNvSpPr>
            <a:spLocks noGrp="1"/>
          </p:cNvSpPr>
          <p:nvPr>
            <p:ph type="body" sz="quarter" idx="37"/>
          </p:nvPr>
        </p:nvSpPr>
        <p:spPr>
          <a:xfrm>
            <a:off x="624418" y="2976033"/>
            <a:ext cx="2503592" cy="2997200"/>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2" name="Text Placeholder 2"/>
          <p:cNvSpPr>
            <a:spLocks noGrp="1"/>
          </p:cNvSpPr>
          <p:nvPr>
            <p:ph type="body" sz="quarter" idx="30"/>
          </p:nvPr>
        </p:nvSpPr>
        <p:spPr>
          <a:xfrm>
            <a:off x="3441843" y="2976033"/>
            <a:ext cx="2499360" cy="2997200"/>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4" name="Text Placeholder 2"/>
          <p:cNvSpPr>
            <a:spLocks noGrp="1"/>
          </p:cNvSpPr>
          <p:nvPr>
            <p:ph type="body" sz="quarter" idx="31"/>
          </p:nvPr>
        </p:nvSpPr>
        <p:spPr>
          <a:xfrm>
            <a:off x="6255034" y="2976033"/>
            <a:ext cx="2499360" cy="2997200"/>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6" name="Text Placeholder 2"/>
          <p:cNvSpPr>
            <a:spLocks noGrp="1"/>
          </p:cNvSpPr>
          <p:nvPr>
            <p:ph type="body" sz="quarter" idx="33"/>
          </p:nvPr>
        </p:nvSpPr>
        <p:spPr>
          <a:xfrm>
            <a:off x="9068227" y="2976033"/>
            <a:ext cx="2499360" cy="2997200"/>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18"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0" name="Text Placeholder 3"/>
          <p:cNvSpPr>
            <a:spLocks noGrp="1"/>
          </p:cNvSpPr>
          <p:nvPr>
            <p:ph type="body" sz="quarter" idx="12"/>
          </p:nvPr>
        </p:nvSpPr>
        <p:spPr>
          <a:xfrm>
            <a:off x="1266614" y="1650125"/>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2" name="Text Placeholder 3"/>
          <p:cNvSpPr>
            <a:spLocks noGrp="1"/>
          </p:cNvSpPr>
          <p:nvPr>
            <p:ph type="body" sz="quarter" idx="38"/>
          </p:nvPr>
        </p:nvSpPr>
        <p:spPr>
          <a:xfrm>
            <a:off x="4081922" y="1650125"/>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5" name="Text Placeholder 3"/>
          <p:cNvSpPr>
            <a:spLocks noGrp="1"/>
          </p:cNvSpPr>
          <p:nvPr>
            <p:ph type="body" sz="quarter" idx="39"/>
          </p:nvPr>
        </p:nvSpPr>
        <p:spPr>
          <a:xfrm>
            <a:off x="6895114" y="1650125"/>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27" name="Text Placeholder 3"/>
          <p:cNvSpPr>
            <a:spLocks noGrp="1"/>
          </p:cNvSpPr>
          <p:nvPr>
            <p:ph type="body" sz="quarter" idx="40"/>
          </p:nvPr>
        </p:nvSpPr>
        <p:spPr>
          <a:xfrm>
            <a:off x="9708306" y="1650125"/>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351736019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5 Columns - Headings">
    <p:spTree>
      <p:nvGrpSpPr>
        <p:cNvPr id="1" name=""/>
        <p:cNvGrpSpPr/>
        <p:nvPr/>
      </p:nvGrpSpPr>
      <p:grpSpPr>
        <a:xfrm>
          <a:off x="0" y="0"/>
          <a:ext cx="0" cy="0"/>
          <a:chOff x="0" y="0"/>
          <a:chExt cx="0" cy="0"/>
        </a:xfrm>
      </p:grpSpPr>
      <p:sp>
        <p:nvSpPr>
          <p:cNvPr id="53" name="Text Placeholder 3"/>
          <p:cNvSpPr>
            <a:spLocks noGrp="1"/>
          </p:cNvSpPr>
          <p:nvPr>
            <p:ph type="body" sz="quarter" idx="12"/>
          </p:nvPr>
        </p:nvSpPr>
        <p:spPr>
          <a:xfrm>
            <a:off x="624418" y="1509185"/>
            <a:ext cx="1942760" cy="455574"/>
          </a:xfrm>
          <a:prstGeom prst="rect">
            <a:avLst/>
          </a:prstGeom>
        </p:spPr>
        <p:txBody>
          <a:bodyP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54" name="Text Placeholder 2"/>
          <p:cNvSpPr>
            <a:spLocks noGrp="1"/>
          </p:cNvSpPr>
          <p:nvPr>
            <p:ph type="body" sz="quarter" idx="23"/>
          </p:nvPr>
        </p:nvSpPr>
        <p:spPr>
          <a:xfrm>
            <a:off x="624418" y="2239078"/>
            <a:ext cx="1942760" cy="3734686"/>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
          <p:cNvSpPr>
            <a:spLocks noGrp="1"/>
          </p:cNvSpPr>
          <p:nvPr>
            <p:ph type="body" sz="quarter" idx="14"/>
          </p:nvPr>
        </p:nvSpPr>
        <p:spPr>
          <a:xfrm>
            <a:off x="2878753" y="1509185"/>
            <a:ext cx="1938528" cy="455574"/>
          </a:xfrm>
          <a:prstGeom prst="rect">
            <a:avLst/>
          </a:prstGeom>
        </p:spPr>
        <p:txBody>
          <a:bodyP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52" name="Text Placeholder 2"/>
          <p:cNvSpPr>
            <a:spLocks noGrp="1"/>
          </p:cNvSpPr>
          <p:nvPr>
            <p:ph type="body" sz="quarter" idx="24"/>
          </p:nvPr>
        </p:nvSpPr>
        <p:spPr>
          <a:xfrm>
            <a:off x="2878753" y="2239078"/>
            <a:ext cx="1938528" cy="3734686"/>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
          <p:cNvSpPr>
            <a:spLocks noGrp="1"/>
          </p:cNvSpPr>
          <p:nvPr>
            <p:ph type="body" sz="quarter" idx="16"/>
          </p:nvPr>
        </p:nvSpPr>
        <p:spPr>
          <a:xfrm>
            <a:off x="5128856" y="1509185"/>
            <a:ext cx="1938528" cy="455574"/>
          </a:xfrm>
          <a:prstGeom prst="rect">
            <a:avLst/>
          </a:prstGeom>
        </p:spPr>
        <p:txBody>
          <a:bodyP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50" name="Text Placeholder 2"/>
          <p:cNvSpPr>
            <a:spLocks noGrp="1"/>
          </p:cNvSpPr>
          <p:nvPr>
            <p:ph type="body" sz="quarter" idx="25"/>
          </p:nvPr>
        </p:nvSpPr>
        <p:spPr>
          <a:xfrm>
            <a:off x="5128856" y="2239078"/>
            <a:ext cx="1938528" cy="3734686"/>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
          <p:cNvSpPr>
            <a:spLocks noGrp="1"/>
          </p:cNvSpPr>
          <p:nvPr>
            <p:ph type="body" sz="quarter" idx="18"/>
          </p:nvPr>
        </p:nvSpPr>
        <p:spPr>
          <a:xfrm>
            <a:off x="7378956" y="1509185"/>
            <a:ext cx="1938528" cy="455574"/>
          </a:xfrm>
          <a:prstGeom prst="rect">
            <a:avLst/>
          </a:prstGeom>
        </p:spPr>
        <p:txBody>
          <a:bodyP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8" name="Text Placeholder 2"/>
          <p:cNvSpPr>
            <a:spLocks noGrp="1"/>
          </p:cNvSpPr>
          <p:nvPr>
            <p:ph type="body" sz="quarter" idx="27"/>
          </p:nvPr>
        </p:nvSpPr>
        <p:spPr>
          <a:xfrm>
            <a:off x="7378956" y="2239078"/>
            <a:ext cx="1938528" cy="3734686"/>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
          <p:cNvSpPr>
            <a:spLocks noGrp="1"/>
          </p:cNvSpPr>
          <p:nvPr>
            <p:ph type="body" sz="quarter" idx="20"/>
          </p:nvPr>
        </p:nvSpPr>
        <p:spPr>
          <a:xfrm>
            <a:off x="9629059" y="1509185"/>
            <a:ext cx="1938528" cy="455574"/>
          </a:xfrm>
          <a:prstGeom prst="rect">
            <a:avLst/>
          </a:prstGeom>
        </p:spPr>
        <p:txBody>
          <a:bodyP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6" name="Text Placeholder 2"/>
          <p:cNvSpPr>
            <a:spLocks noGrp="1"/>
          </p:cNvSpPr>
          <p:nvPr>
            <p:ph type="body" sz="quarter" idx="26"/>
          </p:nvPr>
        </p:nvSpPr>
        <p:spPr>
          <a:xfrm>
            <a:off x="9629059" y="2239078"/>
            <a:ext cx="1938528" cy="3734686"/>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16"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288131565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5 Columns - Icons and headings">
    <p:spTree>
      <p:nvGrpSpPr>
        <p:cNvPr id="1" name=""/>
        <p:cNvGrpSpPr/>
        <p:nvPr/>
      </p:nvGrpSpPr>
      <p:grpSpPr>
        <a:xfrm>
          <a:off x="0" y="0"/>
          <a:ext cx="0" cy="0"/>
          <a:chOff x="0" y="0"/>
          <a:chExt cx="0" cy="0"/>
        </a:xfrm>
      </p:grpSpPr>
      <p:sp>
        <p:nvSpPr>
          <p:cNvPr id="72" name="Picture Placeholder 8"/>
          <p:cNvSpPr>
            <a:spLocks noGrp="1"/>
          </p:cNvSpPr>
          <p:nvPr>
            <p:ph type="pic" sz="quarter" idx="22"/>
          </p:nvPr>
        </p:nvSpPr>
        <p:spPr>
          <a:xfrm>
            <a:off x="624418" y="1496008"/>
            <a:ext cx="613832"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endParaRPr lang="en-US" noProof="0" dirty="0"/>
          </a:p>
        </p:txBody>
      </p:sp>
      <p:sp>
        <p:nvSpPr>
          <p:cNvPr id="73" name="Text Placeholder 3"/>
          <p:cNvSpPr>
            <a:spLocks noGrp="1"/>
          </p:cNvSpPr>
          <p:nvPr>
            <p:ph type="body" sz="quarter" idx="28"/>
          </p:nvPr>
        </p:nvSpPr>
        <p:spPr>
          <a:xfrm>
            <a:off x="624418" y="2291879"/>
            <a:ext cx="1942760" cy="455574"/>
          </a:xfrm>
          <a:prstGeom prst="rect">
            <a:avLst/>
          </a:prstGeom>
        </p:spPr>
        <p:txBody>
          <a:bodyP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74" name="Text Placeholder 2"/>
          <p:cNvSpPr>
            <a:spLocks noGrp="1"/>
          </p:cNvSpPr>
          <p:nvPr>
            <p:ph type="body" sz="quarter" idx="29"/>
          </p:nvPr>
        </p:nvSpPr>
        <p:spPr>
          <a:xfrm>
            <a:off x="624418" y="3021773"/>
            <a:ext cx="1942760" cy="2951461"/>
          </a:xfrm>
        </p:spPr>
        <p:txBody>
          <a:bodyPr>
            <a:noAutofit/>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5" name="Picture Placeholder 8"/>
          <p:cNvSpPr>
            <a:spLocks noGrp="1"/>
          </p:cNvSpPr>
          <p:nvPr>
            <p:ph type="pic" sz="quarter" idx="23"/>
          </p:nvPr>
        </p:nvSpPr>
        <p:spPr>
          <a:xfrm>
            <a:off x="2867109" y="1496008"/>
            <a:ext cx="609600"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p>
        </p:txBody>
      </p:sp>
      <p:sp>
        <p:nvSpPr>
          <p:cNvPr id="76" name="Text Placeholder 3"/>
          <p:cNvSpPr>
            <a:spLocks noGrp="1"/>
          </p:cNvSpPr>
          <p:nvPr>
            <p:ph type="body" sz="quarter" idx="14"/>
          </p:nvPr>
        </p:nvSpPr>
        <p:spPr>
          <a:xfrm>
            <a:off x="2878753" y="2291879"/>
            <a:ext cx="1938528" cy="455574"/>
          </a:xfrm>
          <a:prstGeom prst="rect">
            <a:avLst/>
          </a:prstGeom>
        </p:spPr>
        <p:txBody>
          <a:bodyP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77" name="Text Placeholder 2"/>
          <p:cNvSpPr>
            <a:spLocks noGrp="1"/>
          </p:cNvSpPr>
          <p:nvPr>
            <p:ph type="body" sz="quarter" idx="30"/>
          </p:nvPr>
        </p:nvSpPr>
        <p:spPr>
          <a:xfrm>
            <a:off x="2878753" y="3021773"/>
            <a:ext cx="1938528" cy="2951461"/>
          </a:xfrm>
        </p:spPr>
        <p:txBody>
          <a:bodyPr>
            <a:noAutofit/>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8" name="Picture Placeholder 8"/>
          <p:cNvSpPr>
            <a:spLocks noGrp="1"/>
          </p:cNvSpPr>
          <p:nvPr>
            <p:ph type="pic" sz="quarter" idx="24"/>
          </p:nvPr>
        </p:nvSpPr>
        <p:spPr>
          <a:xfrm>
            <a:off x="5124619" y="1496008"/>
            <a:ext cx="609600"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p>
        </p:txBody>
      </p:sp>
      <p:sp>
        <p:nvSpPr>
          <p:cNvPr id="79" name="Text Placeholder 3"/>
          <p:cNvSpPr>
            <a:spLocks noGrp="1"/>
          </p:cNvSpPr>
          <p:nvPr>
            <p:ph type="body" sz="quarter" idx="16"/>
          </p:nvPr>
        </p:nvSpPr>
        <p:spPr>
          <a:xfrm>
            <a:off x="5128856" y="2291879"/>
            <a:ext cx="1938528" cy="455574"/>
          </a:xfrm>
          <a:prstGeom prst="rect">
            <a:avLst/>
          </a:prstGeom>
        </p:spPr>
        <p:txBody>
          <a:bodyP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80" name="Text Placeholder 2"/>
          <p:cNvSpPr>
            <a:spLocks noGrp="1"/>
          </p:cNvSpPr>
          <p:nvPr>
            <p:ph type="body" sz="quarter" idx="31"/>
          </p:nvPr>
        </p:nvSpPr>
        <p:spPr>
          <a:xfrm>
            <a:off x="5128856" y="3021773"/>
            <a:ext cx="1938528" cy="2951461"/>
          </a:xfrm>
        </p:spPr>
        <p:txBody>
          <a:bodyPr>
            <a:noAutofit/>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1" name="Picture Placeholder 8"/>
          <p:cNvSpPr>
            <a:spLocks noGrp="1"/>
          </p:cNvSpPr>
          <p:nvPr>
            <p:ph type="pic" sz="quarter" idx="25"/>
          </p:nvPr>
        </p:nvSpPr>
        <p:spPr>
          <a:xfrm>
            <a:off x="7382128" y="1496008"/>
            <a:ext cx="609600"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p>
        </p:txBody>
      </p:sp>
      <p:sp>
        <p:nvSpPr>
          <p:cNvPr id="82" name="Text Placeholder 3"/>
          <p:cNvSpPr>
            <a:spLocks noGrp="1"/>
          </p:cNvSpPr>
          <p:nvPr>
            <p:ph type="body" sz="quarter" idx="18"/>
          </p:nvPr>
        </p:nvSpPr>
        <p:spPr>
          <a:xfrm>
            <a:off x="7378956" y="2291879"/>
            <a:ext cx="1938528" cy="455574"/>
          </a:xfrm>
          <a:prstGeom prst="rect">
            <a:avLst/>
          </a:prstGeom>
        </p:spPr>
        <p:txBody>
          <a:bodyP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83" name="Text Placeholder 2"/>
          <p:cNvSpPr>
            <a:spLocks noGrp="1"/>
          </p:cNvSpPr>
          <p:nvPr>
            <p:ph type="body" sz="quarter" idx="33"/>
          </p:nvPr>
        </p:nvSpPr>
        <p:spPr>
          <a:xfrm>
            <a:off x="7378956" y="3021773"/>
            <a:ext cx="1938528" cy="2951461"/>
          </a:xfrm>
        </p:spPr>
        <p:txBody>
          <a:bodyPr>
            <a:noAutofit/>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4" name="Picture Placeholder 8"/>
          <p:cNvSpPr>
            <a:spLocks noGrp="1"/>
          </p:cNvSpPr>
          <p:nvPr>
            <p:ph type="pic" sz="quarter" idx="26"/>
          </p:nvPr>
        </p:nvSpPr>
        <p:spPr>
          <a:xfrm>
            <a:off x="9629059" y="1496008"/>
            <a:ext cx="609600"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endParaRPr lang="en-US" noProof="0" dirty="0"/>
          </a:p>
        </p:txBody>
      </p:sp>
      <p:sp>
        <p:nvSpPr>
          <p:cNvPr id="85" name="Text Placeholder 3"/>
          <p:cNvSpPr>
            <a:spLocks noGrp="1"/>
          </p:cNvSpPr>
          <p:nvPr>
            <p:ph type="body" sz="quarter" idx="20"/>
          </p:nvPr>
        </p:nvSpPr>
        <p:spPr>
          <a:xfrm>
            <a:off x="9629059" y="2291879"/>
            <a:ext cx="1938528" cy="455574"/>
          </a:xfrm>
          <a:prstGeom prst="rect">
            <a:avLst/>
          </a:prstGeom>
        </p:spPr>
        <p:txBody>
          <a:bodyP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86" name="Text Placeholder 2"/>
          <p:cNvSpPr>
            <a:spLocks noGrp="1"/>
          </p:cNvSpPr>
          <p:nvPr>
            <p:ph type="body" sz="quarter" idx="32"/>
          </p:nvPr>
        </p:nvSpPr>
        <p:spPr>
          <a:xfrm>
            <a:off x="9629059" y="3021773"/>
            <a:ext cx="1938528" cy="2951461"/>
          </a:xfrm>
        </p:spPr>
        <p:txBody>
          <a:bodyPr>
            <a:noAutofit/>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itle 4"/>
          <p:cNvSpPr>
            <a:spLocks noGrp="1"/>
          </p:cNvSpPr>
          <p:nvPr>
            <p:ph type="title"/>
          </p:nvPr>
        </p:nvSpPr>
        <p:spPr>
          <a:xfrm>
            <a:off x="624418" y="531941"/>
            <a:ext cx="10943168" cy="330728"/>
          </a:xfrm>
        </p:spPr>
        <p:txBody>
          <a:bodyPr>
            <a:noAutofit/>
          </a:bodyPr>
          <a:lstStyle>
            <a:lvl1pPr>
              <a:defRPr sz="2400"/>
            </a:lvl1pPr>
          </a:lstStyle>
          <a:p>
            <a:r>
              <a:rPr lang="en-US"/>
              <a:t>Click to edit Master title style</a:t>
            </a:r>
            <a:endParaRPr lang="en-US" dirty="0"/>
          </a:p>
        </p:txBody>
      </p:sp>
      <p:sp>
        <p:nvSpPr>
          <p:cNvPr id="21"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10082993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5 Columns - Circle Titles">
    <p:spTree>
      <p:nvGrpSpPr>
        <p:cNvPr id="1" name=""/>
        <p:cNvGrpSpPr/>
        <p:nvPr/>
      </p:nvGrpSpPr>
      <p:grpSpPr>
        <a:xfrm>
          <a:off x="0" y="0"/>
          <a:ext cx="0" cy="0"/>
          <a:chOff x="0" y="0"/>
          <a:chExt cx="0" cy="0"/>
        </a:xfrm>
      </p:grpSpPr>
      <p:graphicFrame>
        <p:nvGraphicFramePr>
          <p:cNvPr id="14" name="Object 1" hidden="1"/>
          <p:cNvGraphicFramePr>
            <a:graphicFrameLocks noChangeAspect="1"/>
          </p:cNvGraphicFramePr>
          <p:nvPr>
            <p:custDataLst>
              <p:tags r:id="rId1"/>
            </p:custData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think-cell Slide" r:id="rId3" imgW="38100" imgH="38100" progId="TCLayout.ActiveDocument.1">
                  <p:embed/>
                </p:oleObj>
              </mc:Choice>
              <mc:Fallback>
                <p:oleObj name="think-cell Slide" r:id="rId3" imgW="38100" imgH="38100" progId="TCLayout.ActiveDocument.1">
                  <p:embed/>
                  <p:pic>
                    <p:nvPicPr>
                      <p:cNvPr id="14"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Oval 14"/>
          <p:cNvSpPr>
            <a:spLocks/>
          </p:cNvSpPr>
          <p:nvPr/>
        </p:nvSpPr>
        <p:spPr>
          <a:xfrm>
            <a:off x="986198"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298"/>
              </a:solidFill>
              <a:effectLst/>
              <a:uLnTx/>
              <a:uFillTx/>
              <a:latin typeface="Arial"/>
              <a:ea typeface="+mn-ea"/>
              <a:cs typeface="+mn-cs"/>
            </a:endParaRPr>
          </a:p>
        </p:txBody>
      </p:sp>
      <p:sp>
        <p:nvSpPr>
          <p:cNvPr id="16" name="Oval 15"/>
          <p:cNvSpPr>
            <a:spLocks/>
          </p:cNvSpPr>
          <p:nvPr/>
        </p:nvSpPr>
        <p:spPr>
          <a:xfrm>
            <a:off x="3238417"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298"/>
              </a:solidFill>
              <a:effectLst/>
              <a:uLnTx/>
              <a:uFillTx/>
              <a:latin typeface="Arial"/>
              <a:ea typeface="+mn-ea"/>
              <a:cs typeface="+mn-cs"/>
            </a:endParaRPr>
          </a:p>
        </p:txBody>
      </p:sp>
      <p:sp>
        <p:nvSpPr>
          <p:cNvPr id="17" name="Oval 16"/>
          <p:cNvSpPr>
            <a:spLocks/>
          </p:cNvSpPr>
          <p:nvPr/>
        </p:nvSpPr>
        <p:spPr>
          <a:xfrm>
            <a:off x="5488520"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298"/>
              </a:solidFill>
              <a:effectLst/>
              <a:uLnTx/>
              <a:uFillTx/>
              <a:latin typeface="Arial"/>
              <a:ea typeface="+mn-ea"/>
              <a:cs typeface="+mn-cs"/>
            </a:endParaRPr>
          </a:p>
        </p:txBody>
      </p:sp>
      <p:sp>
        <p:nvSpPr>
          <p:cNvPr id="18" name="Oval 17"/>
          <p:cNvSpPr>
            <a:spLocks/>
          </p:cNvSpPr>
          <p:nvPr/>
        </p:nvSpPr>
        <p:spPr>
          <a:xfrm>
            <a:off x="7738620"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298"/>
              </a:solidFill>
              <a:effectLst/>
              <a:uLnTx/>
              <a:uFillTx/>
              <a:latin typeface="Arial"/>
              <a:ea typeface="+mn-ea"/>
              <a:cs typeface="+mn-cs"/>
            </a:endParaRPr>
          </a:p>
        </p:txBody>
      </p:sp>
      <p:sp>
        <p:nvSpPr>
          <p:cNvPr id="19" name="Oval 18"/>
          <p:cNvSpPr>
            <a:spLocks/>
          </p:cNvSpPr>
          <p:nvPr/>
        </p:nvSpPr>
        <p:spPr>
          <a:xfrm>
            <a:off x="9988722" y="1502833"/>
            <a:ext cx="1219201" cy="1219200"/>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298"/>
              </a:solidFill>
              <a:effectLst/>
              <a:uLnTx/>
              <a:uFillTx/>
              <a:latin typeface="Arial"/>
              <a:ea typeface="+mn-ea"/>
              <a:cs typeface="+mn-cs"/>
            </a:endParaRPr>
          </a:p>
        </p:txBody>
      </p:sp>
      <p:sp>
        <p:nvSpPr>
          <p:cNvPr id="63" name="Text Placeholder 2"/>
          <p:cNvSpPr>
            <a:spLocks noGrp="1"/>
          </p:cNvSpPr>
          <p:nvPr>
            <p:ph type="body" sz="quarter" idx="29"/>
          </p:nvPr>
        </p:nvSpPr>
        <p:spPr>
          <a:xfrm>
            <a:off x="624418" y="2984501"/>
            <a:ext cx="1942760" cy="2988733"/>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5" name="Text Placeholder 2"/>
          <p:cNvSpPr>
            <a:spLocks noGrp="1"/>
          </p:cNvSpPr>
          <p:nvPr>
            <p:ph type="body" sz="quarter" idx="30"/>
          </p:nvPr>
        </p:nvSpPr>
        <p:spPr>
          <a:xfrm>
            <a:off x="2878753" y="2984501"/>
            <a:ext cx="1938528" cy="2988733"/>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7" name="Text Placeholder 2"/>
          <p:cNvSpPr>
            <a:spLocks noGrp="1"/>
          </p:cNvSpPr>
          <p:nvPr>
            <p:ph type="body" sz="quarter" idx="31"/>
          </p:nvPr>
        </p:nvSpPr>
        <p:spPr>
          <a:xfrm>
            <a:off x="5128856" y="2984501"/>
            <a:ext cx="1938528" cy="2988733"/>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9" name="Text Placeholder 2"/>
          <p:cNvSpPr>
            <a:spLocks noGrp="1"/>
          </p:cNvSpPr>
          <p:nvPr>
            <p:ph type="body" sz="quarter" idx="33"/>
          </p:nvPr>
        </p:nvSpPr>
        <p:spPr>
          <a:xfrm>
            <a:off x="7378956" y="2984501"/>
            <a:ext cx="1938528" cy="2988733"/>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1" name="Text Placeholder 2"/>
          <p:cNvSpPr>
            <a:spLocks noGrp="1"/>
          </p:cNvSpPr>
          <p:nvPr>
            <p:ph type="body" sz="quarter" idx="32"/>
          </p:nvPr>
        </p:nvSpPr>
        <p:spPr>
          <a:xfrm>
            <a:off x="9629059" y="2984501"/>
            <a:ext cx="1938528" cy="2988733"/>
          </a:xfrm>
        </p:spPr>
        <p:txBody>
          <a:bodyPr/>
          <a:lstStyle>
            <a:lvl1pPr>
              <a:defRPr sz="12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itle 4"/>
          <p:cNvSpPr>
            <a:spLocks noGrp="1"/>
          </p:cNvSpPr>
          <p:nvPr>
            <p:ph type="title"/>
          </p:nvPr>
        </p:nvSpPr>
        <p:spPr>
          <a:xfrm>
            <a:off x="624418" y="531941"/>
            <a:ext cx="10943168" cy="327600"/>
          </a:xfrm>
        </p:spPr>
        <p:txBody>
          <a:bodyPr>
            <a:noAutofit/>
          </a:bodyPr>
          <a:lstStyle>
            <a:lvl1pPr>
              <a:defRPr sz="2400"/>
            </a:lvl1pPr>
          </a:lstStyle>
          <a:p>
            <a:r>
              <a:rPr lang="en-US"/>
              <a:t>Click to edit Master title style</a:t>
            </a:r>
            <a:endParaRPr lang="en-US" dirty="0"/>
          </a:p>
        </p:txBody>
      </p:sp>
      <p:sp>
        <p:nvSpPr>
          <p:cNvPr id="28"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0" name="Text Placeholder 3"/>
          <p:cNvSpPr>
            <a:spLocks noGrp="1"/>
          </p:cNvSpPr>
          <p:nvPr>
            <p:ph type="body" sz="quarter" idx="12"/>
          </p:nvPr>
        </p:nvSpPr>
        <p:spPr>
          <a:xfrm>
            <a:off x="986198" y="1650856"/>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2" name="Text Placeholder 3"/>
          <p:cNvSpPr>
            <a:spLocks noGrp="1"/>
          </p:cNvSpPr>
          <p:nvPr>
            <p:ph type="body" sz="quarter" idx="34"/>
          </p:nvPr>
        </p:nvSpPr>
        <p:spPr>
          <a:xfrm>
            <a:off x="3238417" y="1650856"/>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4" name="Text Placeholder 3"/>
          <p:cNvSpPr>
            <a:spLocks noGrp="1"/>
          </p:cNvSpPr>
          <p:nvPr>
            <p:ph type="body" sz="quarter" idx="35"/>
          </p:nvPr>
        </p:nvSpPr>
        <p:spPr>
          <a:xfrm>
            <a:off x="5488520" y="1650856"/>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6" name="Text Placeholder 3"/>
          <p:cNvSpPr>
            <a:spLocks noGrp="1"/>
          </p:cNvSpPr>
          <p:nvPr>
            <p:ph type="body" sz="quarter" idx="36"/>
          </p:nvPr>
        </p:nvSpPr>
        <p:spPr>
          <a:xfrm>
            <a:off x="7738620" y="1650856"/>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8" name="Text Placeholder 3"/>
          <p:cNvSpPr>
            <a:spLocks noGrp="1"/>
          </p:cNvSpPr>
          <p:nvPr>
            <p:ph type="body" sz="quarter" idx="37"/>
          </p:nvPr>
        </p:nvSpPr>
        <p:spPr>
          <a:xfrm>
            <a:off x="9988722" y="1650856"/>
            <a:ext cx="1219201" cy="924619"/>
          </a:xfrm>
          <a:prstGeom prst="rect">
            <a:avLst/>
          </a:prstGeom>
        </p:spPr>
        <p:txBody>
          <a:bodyPr anchor="ctr"/>
          <a:lstStyle>
            <a:lvl1pPr marL="0" indent="0" algn="ctr">
              <a:spcBef>
                <a:spcPts val="0"/>
              </a:spcBef>
              <a:buFontTx/>
              <a:buNone/>
              <a:defRPr sz="1400" b="1" i="0">
                <a:solidFill>
                  <a:srgbClr val="FFFFFF"/>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94074664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2 Col, 2 Rows with Icons">
    <p:spTree>
      <p:nvGrpSpPr>
        <p:cNvPr id="1" name=""/>
        <p:cNvGrpSpPr/>
        <p:nvPr/>
      </p:nvGrpSpPr>
      <p:grpSpPr>
        <a:xfrm>
          <a:off x="0" y="0"/>
          <a:ext cx="0" cy="0"/>
          <a:chOff x="0" y="0"/>
          <a:chExt cx="0" cy="0"/>
        </a:xfrm>
      </p:grpSpPr>
      <p:sp>
        <p:nvSpPr>
          <p:cNvPr id="6" name="Text Placeholder 3"/>
          <p:cNvSpPr>
            <a:spLocks noGrp="1"/>
          </p:cNvSpPr>
          <p:nvPr>
            <p:ph type="body" sz="quarter" idx="12"/>
          </p:nvPr>
        </p:nvSpPr>
        <p:spPr>
          <a:xfrm>
            <a:off x="1348896" y="1611521"/>
            <a:ext cx="4090108" cy="457200"/>
          </a:xfrm>
          <a:prstGeom prst="rect">
            <a:avLst/>
          </a:prstGeom>
        </p:spPr>
        <p:txBody>
          <a:bodyPr anchor="ct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8" name="Picture Placeholder 8"/>
          <p:cNvSpPr>
            <a:spLocks noGrp="1"/>
          </p:cNvSpPr>
          <p:nvPr>
            <p:ph type="pic" sz="quarter" idx="22"/>
          </p:nvPr>
        </p:nvSpPr>
        <p:spPr>
          <a:xfrm>
            <a:off x="624418" y="1497221"/>
            <a:ext cx="613832"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endParaRPr lang="en-US" noProof="0" dirty="0"/>
          </a:p>
        </p:txBody>
      </p:sp>
      <p:sp>
        <p:nvSpPr>
          <p:cNvPr id="5" name="Text Placeholder 4"/>
          <p:cNvSpPr>
            <a:spLocks noGrp="1"/>
          </p:cNvSpPr>
          <p:nvPr>
            <p:ph type="body" sz="quarter" idx="33"/>
          </p:nvPr>
        </p:nvSpPr>
        <p:spPr>
          <a:xfrm>
            <a:off x="624420" y="2259012"/>
            <a:ext cx="5160433" cy="1296000"/>
          </a:xfrm>
        </p:spPr>
        <p:txBody>
          <a:bodyPr>
            <a:noAutofit/>
          </a:bodyPr>
          <a:lstStyle>
            <a:lvl1pPr>
              <a:lnSpc>
                <a:spcPct val="110000"/>
              </a:lnSpc>
              <a:spcBef>
                <a:spcPts val="0"/>
              </a:spcBef>
              <a:spcAft>
                <a:spcPts val="600"/>
              </a:spcAft>
              <a:defRPr sz="1200"/>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
          <p:cNvSpPr>
            <a:spLocks noGrp="1"/>
          </p:cNvSpPr>
          <p:nvPr>
            <p:ph type="body" sz="quarter" idx="34"/>
          </p:nvPr>
        </p:nvSpPr>
        <p:spPr>
          <a:xfrm>
            <a:off x="7123165" y="1611521"/>
            <a:ext cx="4090108" cy="457200"/>
          </a:xfrm>
          <a:prstGeom prst="rect">
            <a:avLst/>
          </a:prstGeom>
        </p:spPr>
        <p:txBody>
          <a:bodyPr anchor="ct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4" name="Picture Placeholder 8"/>
          <p:cNvSpPr>
            <a:spLocks noGrp="1"/>
          </p:cNvSpPr>
          <p:nvPr>
            <p:ph type="pic" sz="quarter" idx="35"/>
          </p:nvPr>
        </p:nvSpPr>
        <p:spPr>
          <a:xfrm>
            <a:off x="6383867" y="1497221"/>
            <a:ext cx="609600"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p>
        </p:txBody>
      </p:sp>
      <p:sp>
        <p:nvSpPr>
          <p:cNvPr id="35" name="Text Placeholder 4"/>
          <p:cNvSpPr>
            <a:spLocks noGrp="1"/>
          </p:cNvSpPr>
          <p:nvPr>
            <p:ph type="body" sz="quarter" idx="36"/>
          </p:nvPr>
        </p:nvSpPr>
        <p:spPr>
          <a:xfrm>
            <a:off x="6383868" y="2259012"/>
            <a:ext cx="5184000" cy="1296000"/>
          </a:xfrm>
        </p:spPr>
        <p:txBody>
          <a:bodyPr>
            <a:noAutofit/>
          </a:bodyPr>
          <a:lstStyle>
            <a:lvl1pPr>
              <a:lnSpc>
                <a:spcPct val="110000"/>
              </a:lnSpc>
              <a:spcBef>
                <a:spcPts val="0"/>
              </a:spcBef>
              <a:spcAft>
                <a:spcPts val="600"/>
              </a:spcAft>
              <a:defRPr sz="1200"/>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3"/>
          <p:cNvSpPr>
            <a:spLocks noGrp="1"/>
          </p:cNvSpPr>
          <p:nvPr>
            <p:ph type="body" sz="quarter" idx="37"/>
          </p:nvPr>
        </p:nvSpPr>
        <p:spPr>
          <a:xfrm>
            <a:off x="1348896" y="4028992"/>
            <a:ext cx="4090108" cy="457200"/>
          </a:xfrm>
          <a:prstGeom prst="rect">
            <a:avLst/>
          </a:prstGeom>
        </p:spPr>
        <p:txBody>
          <a:bodyPr anchor="ct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3" name="Picture Placeholder 8"/>
          <p:cNvSpPr>
            <a:spLocks noGrp="1"/>
          </p:cNvSpPr>
          <p:nvPr>
            <p:ph type="pic" sz="quarter" idx="38"/>
          </p:nvPr>
        </p:nvSpPr>
        <p:spPr>
          <a:xfrm>
            <a:off x="624418" y="3914692"/>
            <a:ext cx="613832"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endParaRPr lang="en-US" noProof="0" dirty="0"/>
          </a:p>
        </p:txBody>
      </p:sp>
      <p:sp>
        <p:nvSpPr>
          <p:cNvPr id="44" name="Text Placeholder 4"/>
          <p:cNvSpPr>
            <a:spLocks noGrp="1"/>
          </p:cNvSpPr>
          <p:nvPr>
            <p:ph type="body" sz="quarter" idx="39"/>
          </p:nvPr>
        </p:nvSpPr>
        <p:spPr>
          <a:xfrm>
            <a:off x="624418" y="4676483"/>
            <a:ext cx="5183716" cy="1296000"/>
          </a:xfrm>
        </p:spPr>
        <p:txBody>
          <a:bodyPr>
            <a:noAutofit/>
          </a:bodyPr>
          <a:lstStyle>
            <a:lvl1pPr>
              <a:lnSpc>
                <a:spcPct val="110000"/>
              </a:lnSpc>
              <a:spcBef>
                <a:spcPts val="0"/>
              </a:spcBef>
              <a:spcAft>
                <a:spcPts val="600"/>
              </a:spcAft>
              <a:defRPr sz="1200"/>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
          <p:cNvSpPr>
            <a:spLocks noGrp="1"/>
          </p:cNvSpPr>
          <p:nvPr>
            <p:ph type="body" sz="quarter" idx="40"/>
          </p:nvPr>
        </p:nvSpPr>
        <p:spPr>
          <a:xfrm>
            <a:off x="7123165" y="4028992"/>
            <a:ext cx="4090108" cy="457200"/>
          </a:xfrm>
          <a:prstGeom prst="rect">
            <a:avLst/>
          </a:prstGeom>
        </p:spPr>
        <p:txBody>
          <a:bodyPr anchor="ctr">
            <a:no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6" name="Picture Placeholder 8"/>
          <p:cNvSpPr>
            <a:spLocks noGrp="1"/>
          </p:cNvSpPr>
          <p:nvPr>
            <p:ph type="pic" sz="quarter" idx="41"/>
          </p:nvPr>
        </p:nvSpPr>
        <p:spPr>
          <a:xfrm>
            <a:off x="6383867" y="3914692"/>
            <a:ext cx="609600" cy="609600"/>
          </a:xfrm>
          <a:prstGeom prst="rect">
            <a:avLst/>
          </a:prstGeom>
          <a:noFill/>
          <a:ln>
            <a:noFill/>
          </a:ln>
          <a:effectLst/>
        </p:spPr>
        <p:txBody>
          <a:bodyPr rtlCol="0">
            <a:noAutofit/>
          </a:bodyPr>
          <a:lstStyle>
            <a:lvl1pPr marL="0" indent="0">
              <a:buNone/>
              <a:defRPr sz="1000"/>
            </a:lvl1pPr>
          </a:lstStyle>
          <a:p>
            <a:pPr lvl="0"/>
            <a:r>
              <a:rPr lang="en-US" noProof="0"/>
              <a:t>Click icon to add picture</a:t>
            </a:r>
          </a:p>
        </p:txBody>
      </p:sp>
      <p:sp>
        <p:nvSpPr>
          <p:cNvPr id="47" name="Text Placeholder 4"/>
          <p:cNvSpPr>
            <a:spLocks noGrp="1"/>
          </p:cNvSpPr>
          <p:nvPr>
            <p:ph type="body" sz="quarter" idx="42"/>
          </p:nvPr>
        </p:nvSpPr>
        <p:spPr>
          <a:xfrm>
            <a:off x="6383868" y="4676483"/>
            <a:ext cx="5184000" cy="1296000"/>
          </a:xfrm>
        </p:spPr>
        <p:txBody>
          <a:bodyPr>
            <a:noAutofit/>
          </a:bodyPr>
          <a:lstStyle>
            <a:lvl1pPr>
              <a:lnSpc>
                <a:spcPct val="110000"/>
              </a:lnSpc>
              <a:spcBef>
                <a:spcPts val="0"/>
              </a:spcBef>
              <a:spcAft>
                <a:spcPts val="600"/>
              </a:spcAft>
              <a:defRPr sz="1200"/>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4"/>
          <p:cNvSpPr>
            <a:spLocks noGrp="1"/>
          </p:cNvSpPr>
          <p:nvPr>
            <p:ph type="title"/>
          </p:nvPr>
        </p:nvSpPr>
        <p:spPr>
          <a:xfrm>
            <a:off x="624418" y="531941"/>
            <a:ext cx="10943168" cy="327600"/>
          </a:xfrm>
        </p:spPr>
        <p:txBody>
          <a:bodyPr>
            <a:noAutofit/>
          </a:bodyPr>
          <a:lstStyle>
            <a:lvl1pPr>
              <a:defRPr sz="2400"/>
            </a:lvl1pPr>
          </a:lstStyle>
          <a:p>
            <a:r>
              <a:rPr lang="en-US"/>
              <a:t>Click to edit Master title style</a:t>
            </a:r>
            <a:endParaRPr lang="en-US" dirty="0"/>
          </a:p>
        </p:txBody>
      </p:sp>
      <p:sp>
        <p:nvSpPr>
          <p:cNvPr id="18"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303686024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 Columns, 2 Rows">
    <p:spTree>
      <p:nvGrpSpPr>
        <p:cNvPr id="1" name=""/>
        <p:cNvGrpSpPr/>
        <p:nvPr/>
      </p:nvGrpSpPr>
      <p:grpSpPr>
        <a:xfrm>
          <a:off x="0" y="0"/>
          <a:ext cx="0" cy="0"/>
          <a:chOff x="0" y="0"/>
          <a:chExt cx="0" cy="0"/>
        </a:xfrm>
      </p:grpSpPr>
      <p:sp>
        <p:nvSpPr>
          <p:cNvPr id="6" name="Text Placeholder 3"/>
          <p:cNvSpPr>
            <a:spLocks noGrp="1"/>
          </p:cNvSpPr>
          <p:nvPr>
            <p:ph type="body" sz="quarter" idx="12"/>
          </p:nvPr>
        </p:nvSpPr>
        <p:spPr>
          <a:xfrm>
            <a:off x="624416" y="1509716"/>
            <a:ext cx="5184000" cy="218586"/>
          </a:xfrm>
          <a:prstGeom prst="rect">
            <a:avLst/>
          </a:prstGeom>
        </p:spPr>
        <p:txBody>
          <a:bodyPr anchor="t">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5" name="Text Placeholder 4"/>
          <p:cNvSpPr>
            <a:spLocks noGrp="1"/>
          </p:cNvSpPr>
          <p:nvPr>
            <p:ph type="body" sz="quarter" idx="33"/>
          </p:nvPr>
        </p:nvSpPr>
        <p:spPr>
          <a:xfrm>
            <a:off x="624417" y="2148840"/>
            <a:ext cx="5183716" cy="1332000"/>
          </a:xfrm>
        </p:spPr>
        <p:txBody>
          <a:bodyPr wrap="square">
            <a:spAutoFit/>
          </a:bodyPr>
          <a:lstStyle>
            <a:lvl1pPr>
              <a:lnSpc>
                <a:spcPct val="110000"/>
              </a:lnSpc>
              <a:spcBef>
                <a:spcPts val="0"/>
              </a:spcBef>
              <a:spcAft>
                <a:spcPts val="600"/>
              </a:spcAft>
              <a:defRPr sz="1200"/>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
          <p:cNvSpPr>
            <a:spLocks noGrp="1"/>
          </p:cNvSpPr>
          <p:nvPr>
            <p:ph type="body" sz="quarter" idx="34"/>
          </p:nvPr>
        </p:nvSpPr>
        <p:spPr>
          <a:xfrm>
            <a:off x="6383870" y="1509713"/>
            <a:ext cx="5183717" cy="218586"/>
          </a:xfrm>
          <a:prstGeom prst="rect">
            <a:avLst/>
          </a:prstGeom>
        </p:spPr>
        <p:txBody>
          <a:bodyPr wrap="square" anchor="t">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35" name="Text Placeholder 4"/>
          <p:cNvSpPr>
            <a:spLocks noGrp="1"/>
          </p:cNvSpPr>
          <p:nvPr>
            <p:ph type="body" sz="quarter" idx="36"/>
          </p:nvPr>
        </p:nvSpPr>
        <p:spPr>
          <a:xfrm>
            <a:off x="6383869" y="2148840"/>
            <a:ext cx="5183719" cy="1332000"/>
          </a:xfrm>
        </p:spPr>
        <p:txBody>
          <a:bodyPr wrap="square">
            <a:spAutoFit/>
          </a:bodyPr>
          <a:lstStyle>
            <a:lvl1pPr>
              <a:lnSpc>
                <a:spcPct val="110000"/>
              </a:lnSpc>
              <a:spcBef>
                <a:spcPts val="0"/>
              </a:spcBef>
              <a:spcAft>
                <a:spcPts val="600"/>
              </a:spcAft>
              <a:defRPr sz="1200"/>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3"/>
          <p:cNvSpPr>
            <a:spLocks noGrp="1"/>
          </p:cNvSpPr>
          <p:nvPr>
            <p:ph type="body" sz="quarter" idx="37"/>
          </p:nvPr>
        </p:nvSpPr>
        <p:spPr>
          <a:xfrm>
            <a:off x="624416" y="3983329"/>
            <a:ext cx="5184000" cy="218586"/>
          </a:xfrm>
          <a:prstGeom prst="rect">
            <a:avLst/>
          </a:prstGeom>
        </p:spPr>
        <p:txBody>
          <a:bodyPr anchor="t">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4" name="Text Placeholder 4"/>
          <p:cNvSpPr>
            <a:spLocks noGrp="1"/>
          </p:cNvSpPr>
          <p:nvPr>
            <p:ph type="body" sz="quarter" idx="39"/>
          </p:nvPr>
        </p:nvSpPr>
        <p:spPr>
          <a:xfrm>
            <a:off x="624418" y="4641763"/>
            <a:ext cx="5184000" cy="1332000"/>
          </a:xfrm>
        </p:spPr>
        <p:txBody>
          <a:bodyPr wrap="square">
            <a:noAutofit/>
          </a:bodyPr>
          <a:lstStyle>
            <a:lvl1pPr>
              <a:lnSpc>
                <a:spcPct val="110000"/>
              </a:lnSpc>
              <a:spcBef>
                <a:spcPts val="0"/>
              </a:spcBef>
              <a:spcAft>
                <a:spcPts val="600"/>
              </a:spcAft>
              <a:defRPr sz="1200"/>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
          <p:cNvSpPr>
            <a:spLocks noGrp="1"/>
          </p:cNvSpPr>
          <p:nvPr>
            <p:ph type="body" sz="quarter" idx="40"/>
          </p:nvPr>
        </p:nvSpPr>
        <p:spPr>
          <a:xfrm>
            <a:off x="6383868" y="3983326"/>
            <a:ext cx="5183717" cy="218586"/>
          </a:xfrm>
          <a:prstGeom prst="rect">
            <a:avLst/>
          </a:prstGeom>
        </p:spPr>
        <p:txBody>
          <a:bodyPr wrap="square" anchor="t">
            <a:spAutoFit/>
          </a:bodyPr>
          <a:lstStyle>
            <a:lvl1pPr marL="0" indent="0">
              <a:spcBef>
                <a:spcPts val="0"/>
              </a:spcBef>
              <a:buFontTx/>
              <a:buNone/>
              <a:defRPr sz="1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47" name="Text Placeholder 4"/>
          <p:cNvSpPr>
            <a:spLocks noGrp="1"/>
          </p:cNvSpPr>
          <p:nvPr>
            <p:ph type="body" sz="quarter" idx="42"/>
          </p:nvPr>
        </p:nvSpPr>
        <p:spPr>
          <a:xfrm>
            <a:off x="6383870" y="4641763"/>
            <a:ext cx="5183717" cy="1332000"/>
          </a:xfrm>
        </p:spPr>
        <p:txBody>
          <a:bodyPr wrap="square">
            <a:noAutofit/>
          </a:bodyPr>
          <a:lstStyle>
            <a:lvl1pPr>
              <a:lnSpc>
                <a:spcPct val="110000"/>
              </a:lnSpc>
              <a:spcBef>
                <a:spcPts val="0"/>
              </a:spcBef>
              <a:spcAft>
                <a:spcPts val="600"/>
              </a:spcAft>
              <a:defRPr sz="1200"/>
            </a:lvl1pPr>
            <a:lvl2pPr>
              <a:lnSpc>
                <a:spcPct val="110000"/>
              </a:lnSpc>
              <a:spcBef>
                <a:spcPts val="0"/>
              </a:spcBef>
              <a:spcAft>
                <a:spcPts val="600"/>
              </a:spcAft>
              <a:buClrTx/>
              <a:defRPr sz="1200"/>
            </a:lvl2pPr>
            <a:lvl3pPr>
              <a:lnSpc>
                <a:spcPct val="110000"/>
              </a:lnSpc>
              <a:spcBef>
                <a:spcPts val="0"/>
              </a:spcBef>
              <a:spcAft>
                <a:spcPts val="600"/>
              </a:spcAft>
              <a:buClrTx/>
              <a:defRPr sz="1200"/>
            </a:lvl3pPr>
            <a:lvl4pPr>
              <a:lnSpc>
                <a:spcPct val="110000"/>
              </a:lnSpc>
              <a:spcBef>
                <a:spcPts val="0"/>
              </a:spcBef>
              <a:spcAft>
                <a:spcPts val="600"/>
              </a:spcAft>
              <a:buClrTx/>
              <a:defRPr sz="1200"/>
            </a:lvl4pPr>
            <a:lvl5pPr>
              <a:lnSpc>
                <a:spcPct val="110000"/>
              </a:lnSpc>
              <a:spcBef>
                <a:spcPts val="0"/>
              </a:spcBef>
              <a:spcAft>
                <a:spcPts val="600"/>
              </a:spcAft>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4"/>
          <p:cNvSpPr>
            <a:spLocks noGrp="1"/>
          </p:cNvSpPr>
          <p:nvPr>
            <p:ph type="title"/>
          </p:nvPr>
        </p:nvSpPr>
        <p:spPr>
          <a:xfrm>
            <a:off x="624417" y="531941"/>
            <a:ext cx="10953751" cy="327600"/>
          </a:xfrm>
        </p:spPr>
        <p:txBody>
          <a:bodyPr>
            <a:noAutofit/>
          </a:bodyPr>
          <a:lstStyle>
            <a:lvl1pPr>
              <a:defRPr sz="2400"/>
            </a:lvl1pPr>
          </a:lstStyle>
          <a:p>
            <a:r>
              <a:rPr lang="en-US"/>
              <a:t>Click to edit Master title style</a:t>
            </a:r>
            <a:endParaRPr lang="en-US" dirty="0"/>
          </a:p>
        </p:txBody>
      </p:sp>
      <p:sp>
        <p:nvSpPr>
          <p:cNvPr id="18" name="Text Placeholder 3"/>
          <p:cNvSpPr>
            <a:spLocks noGrp="1"/>
          </p:cNvSpPr>
          <p:nvPr>
            <p:ph type="body" sz="quarter" idx="11"/>
          </p:nvPr>
        </p:nvSpPr>
        <p:spPr>
          <a:xfrm>
            <a:off x="624416" y="919921"/>
            <a:ext cx="10953751"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30163153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624418" y="1509187"/>
            <a:ext cx="3840000" cy="4464049"/>
          </a:xfrm>
        </p:spPr>
        <p:txBody>
          <a:bodyPr/>
          <a:lstStyle>
            <a:lvl1pPr>
              <a:defRPr sz="1400"/>
            </a:lvl1pPr>
            <a:lvl2pPr>
              <a:buClrTx/>
              <a:defRPr sz="1200"/>
            </a:lvl2pPr>
            <a:lvl3pPr>
              <a:buClrTx/>
              <a:defRPr sz="1200"/>
            </a:lvl3pPr>
            <a:lvl4pPr>
              <a:buClrTx/>
              <a:defRPr sz="1200"/>
            </a:lvl4pPr>
            <a:lvl5pPr>
              <a:buClrTx/>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p:cNvSpPr>
            <a:spLocks noGrp="1"/>
          </p:cNvSpPr>
          <p:nvPr>
            <p:ph type="pic" sz="quarter" idx="14"/>
          </p:nvPr>
        </p:nvSpPr>
        <p:spPr>
          <a:xfrm>
            <a:off x="4752624" y="1509187"/>
            <a:ext cx="6814962" cy="4464049"/>
          </a:xfrm>
          <a:prstGeom prst="rect">
            <a:avLst/>
          </a:prstGeom>
          <a:solidFill>
            <a:schemeClr val="bg1"/>
          </a:solidFill>
          <a:ln w="9525" cmpd="sng">
            <a:solidFill>
              <a:srgbClr val="D0DFE6"/>
            </a:solidFill>
          </a:ln>
          <a:effectLst/>
        </p:spPr>
        <p:txBody>
          <a:bodyPr rtlCol="0">
            <a:normAutofit/>
          </a:bodyPr>
          <a:lstStyle>
            <a:lvl1pPr>
              <a:defRPr sz="1000" b="0" cap="none" spc="0">
                <a:ln>
                  <a:noFill/>
                </a:ln>
                <a:solidFill>
                  <a:schemeClr val="accent1"/>
                </a:solidFill>
                <a:effectLst/>
              </a:defRPr>
            </a:lvl1pPr>
          </a:lstStyle>
          <a:p>
            <a:pPr lvl="0"/>
            <a:r>
              <a:rPr lang="en-US" noProof="0"/>
              <a:t>Click icon to add picture</a:t>
            </a:r>
            <a:endParaRPr lang="en-US" noProof="0" dirty="0"/>
          </a:p>
        </p:txBody>
      </p:sp>
      <p:sp>
        <p:nvSpPr>
          <p:cNvPr id="7" name="Title 4"/>
          <p:cNvSpPr>
            <a:spLocks noGrp="1"/>
          </p:cNvSpPr>
          <p:nvPr>
            <p:ph type="title"/>
          </p:nvPr>
        </p:nvSpPr>
        <p:spPr>
          <a:xfrm>
            <a:off x="624418" y="531941"/>
            <a:ext cx="10943168" cy="327600"/>
          </a:xfrm>
        </p:spPr>
        <p:txBody>
          <a:bodyPr>
            <a:noAutofit/>
          </a:bodyPr>
          <a:lstStyle>
            <a:lvl1pPr>
              <a:defRPr sz="2400"/>
            </a:lvl1pPr>
          </a:lstStyle>
          <a:p>
            <a:r>
              <a:rPr lang="en-US"/>
              <a:t>Click to edit Master title style</a:t>
            </a:r>
            <a:endParaRPr lang="en-US" dirty="0"/>
          </a:p>
        </p:txBody>
      </p:sp>
      <p:sp>
        <p:nvSpPr>
          <p:cNvPr id="8" name="Text Placeholder 3"/>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9126739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624418" y="1965436"/>
            <a:ext cx="9601200" cy="3195461"/>
          </a:xfrm>
        </p:spPr>
        <p:txBody>
          <a:bodyPr wrap="square" anchor="t">
            <a:noAutofit/>
          </a:bodyPr>
          <a:lstStyle>
            <a:lvl1pPr>
              <a:spcBef>
                <a:spcPts val="0"/>
              </a:spcBef>
              <a:defRPr sz="900" b="1">
                <a:solidFill>
                  <a:schemeClr val="tx1">
                    <a:lumMod val="50000"/>
                    <a:lumOff val="50000"/>
                  </a:schemeClr>
                </a:solidFill>
              </a:defRPr>
            </a:lvl1pPr>
            <a:lvl2pPr marL="0" indent="0">
              <a:spcBef>
                <a:spcPts val="0"/>
              </a:spcBef>
              <a:buClrTx/>
              <a:buNone/>
              <a:defRPr sz="1000">
                <a:solidFill>
                  <a:schemeClr val="bg2"/>
                </a:solidFill>
              </a:defRPr>
            </a:lvl2pPr>
            <a:lvl3pPr marL="177800" indent="0">
              <a:spcBef>
                <a:spcPts val="0"/>
              </a:spcBef>
              <a:buClrTx/>
              <a:buNone/>
              <a:defRPr sz="1000">
                <a:solidFill>
                  <a:schemeClr val="bg2"/>
                </a:solidFill>
              </a:defRPr>
            </a:lvl3pPr>
            <a:lvl4pPr marL="357188" indent="0">
              <a:spcBef>
                <a:spcPts val="0"/>
              </a:spcBef>
              <a:buClrTx/>
              <a:buNone/>
              <a:defRPr sz="1000">
                <a:solidFill>
                  <a:schemeClr val="bg2"/>
                </a:solidFill>
              </a:defRPr>
            </a:lvl4pPr>
            <a:lvl5pPr marL="534987" indent="0">
              <a:spcBef>
                <a:spcPts val="0"/>
              </a:spcBef>
              <a:buClrTx/>
              <a:buNone/>
              <a:defRPr sz="1000">
                <a:solidFill>
                  <a:schemeClr val="bg2"/>
                </a:solidFill>
              </a:defRPr>
            </a:lvl5pPr>
          </a:lstStyle>
          <a:p>
            <a:pPr lvl="0"/>
            <a:r>
              <a:rPr lang="en-US"/>
              <a:t>Click to edit Master text styles</a:t>
            </a:r>
          </a:p>
        </p:txBody>
      </p:sp>
      <p:sp>
        <p:nvSpPr>
          <p:cNvPr id="8" name="Title 7"/>
          <p:cNvSpPr>
            <a:spLocks noGrp="1"/>
          </p:cNvSpPr>
          <p:nvPr>
            <p:ph type="title" hasCustomPrompt="1"/>
          </p:nvPr>
        </p:nvSpPr>
        <p:spPr>
          <a:xfrm>
            <a:off x="624416" y="1531910"/>
            <a:ext cx="8853940" cy="215444"/>
          </a:xfrm>
        </p:spPr>
        <p:txBody>
          <a:bodyPr anchor="t">
            <a:spAutoFit/>
          </a:bodyPr>
          <a:lstStyle>
            <a:lvl1pPr>
              <a:defRPr sz="1400"/>
            </a:lvl1pPr>
          </a:lstStyle>
          <a:p>
            <a:r>
              <a:rPr lang="en-US" dirty="0"/>
              <a:t>Important Information</a:t>
            </a:r>
          </a:p>
        </p:txBody>
      </p:sp>
      <p:sp>
        <p:nvSpPr>
          <p:cNvPr id="6" name="Text Placeholder 3">
            <a:extLst>
              <a:ext uri="{FF2B5EF4-FFF2-40B4-BE49-F238E27FC236}">
                <a16:creationId xmlns:a16="http://schemas.microsoft.com/office/drawing/2014/main" id="{7416A8CB-38B8-471F-BF80-40985BA98EC7}"/>
              </a:ext>
            </a:extLst>
          </p:cNvPr>
          <p:cNvSpPr>
            <a:spLocks noGrp="1"/>
          </p:cNvSpPr>
          <p:nvPr>
            <p:ph type="body" sz="quarter" idx="14" hasCustomPrompt="1"/>
          </p:nvPr>
        </p:nvSpPr>
        <p:spPr>
          <a:xfrm>
            <a:off x="624416" y="5510901"/>
            <a:ext cx="3846349" cy="540117"/>
          </a:xfrm>
        </p:spPr>
        <p:txBody>
          <a:bodyPr anchor="t" anchorCtr="0"/>
          <a:lstStyle>
            <a:lvl1pPr>
              <a:spcAft>
                <a:spcPts val="600"/>
              </a:spcAft>
              <a:defRPr sz="800"/>
            </a:lvl1pPr>
          </a:lstStyle>
          <a:p>
            <a:pPr algn="l">
              <a:lnSpc>
                <a:spcPct val="100000"/>
              </a:lnSpc>
            </a:pPr>
            <a:r>
              <a:rPr lang="en-US" i="0" dirty="0">
                <a:solidFill>
                  <a:schemeClr val="bg2"/>
                </a:solidFill>
                <a:effectLst/>
              </a:rPr>
              <a:t>State Street Corporation</a:t>
            </a:r>
            <a:br>
              <a:rPr lang="en-US" b="0" i="0" dirty="0">
                <a:solidFill>
                  <a:schemeClr val="bg2"/>
                </a:solidFill>
                <a:effectLst/>
              </a:rPr>
            </a:br>
            <a:r>
              <a:rPr lang="en-US" b="0" i="0" dirty="0">
                <a:solidFill>
                  <a:schemeClr val="bg2"/>
                </a:solidFill>
                <a:effectLst/>
              </a:rPr>
              <a:t>One Lincoln Street, Boston, MA 02111-2900</a:t>
            </a:r>
            <a:br>
              <a:rPr lang="en-US" b="0" i="0" dirty="0">
                <a:solidFill>
                  <a:schemeClr val="bg2"/>
                </a:solidFill>
                <a:effectLst/>
              </a:rPr>
            </a:br>
            <a:r>
              <a:rPr lang="en-US" b="0" i="0" dirty="0">
                <a:solidFill>
                  <a:schemeClr val="bg2"/>
                </a:solidFill>
                <a:effectLst/>
              </a:rPr>
              <a:t>© 2022 State Street Corporation and/or its applicable third-party licensor</a:t>
            </a:r>
            <a:br>
              <a:rPr lang="en-US" b="0" i="0" dirty="0">
                <a:solidFill>
                  <a:schemeClr val="bg2"/>
                </a:solidFill>
                <a:effectLst/>
              </a:rPr>
            </a:br>
            <a:r>
              <a:rPr lang="en-US" b="0" i="0" dirty="0">
                <a:solidFill>
                  <a:schemeClr val="bg2"/>
                </a:solidFill>
                <a:effectLst/>
              </a:rPr>
              <a:t>All Rights Reserved</a:t>
            </a:r>
          </a:p>
          <a:p>
            <a:pPr algn="l">
              <a:lnSpc>
                <a:spcPct val="100000"/>
              </a:lnSpc>
            </a:pPr>
            <a:r>
              <a:rPr lang="en-US" b="0" i="0" dirty="0">
                <a:solidFill>
                  <a:schemeClr val="bg2"/>
                </a:solidFill>
                <a:effectLst/>
              </a:rPr>
              <a:t>Expiration date: [date]     XXXXXXX.X.X.GBL.INST</a:t>
            </a:r>
          </a:p>
        </p:txBody>
      </p:sp>
    </p:spTree>
    <p:extLst>
      <p:ext uri="{BB962C8B-B14F-4D97-AF65-F5344CB8AC3E}">
        <p14:creationId xmlns:p14="http://schemas.microsoft.com/office/powerpoint/2010/main" val="11657236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_Presenters">
    <p:bg>
      <p:bgPr>
        <a:solidFill>
          <a:schemeClr val="accent2"/>
        </a:solidFill>
        <a:effectLst/>
      </p:bgPr>
    </p:bg>
    <p:spTree>
      <p:nvGrpSpPr>
        <p:cNvPr id="1" name=""/>
        <p:cNvGrpSpPr/>
        <p:nvPr/>
      </p:nvGrpSpPr>
      <p:grpSpPr>
        <a:xfrm>
          <a:off x="0" y="0"/>
          <a:ext cx="0" cy="0"/>
          <a:chOff x="0" y="0"/>
          <a:chExt cx="0" cy="0"/>
        </a:xfrm>
      </p:grpSpPr>
      <p:graphicFrame>
        <p:nvGraphicFramePr>
          <p:cNvPr id="16" name="Object 1" hidden="1"/>
          <p:cNvGraphicFramePr>
            <a:graphicFrameLocks noChangeAspect="1"/>
          </p:cNvGraphicFramePr>
          <p:nvPr>
            <p:custDataLst>
              <p:tags r:id="rId1"/>
            </p:custData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think-cell Slide" r:id="rId3" imgW="38100" imgH="38100" progId="TCLayout.ActiveDocument.1">
                  <p:embed/>
                </p:oleObj>
              </mc:Choice>
              <mc:Fallback>
                <p:oleObj name="think-cell Slide" r:id="rId3" imgW="38100" imgH="38100" progId="TCLayout.ActiveDocument.1">
                  <p:embed/>
                  <p:pic>
                    <p:nvPicPr>
                      <p:cNvPr id="16"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le 7">
            <a:extLst>
              <a:ext uri="{FF2B5EF4-FFF2-40B4-BE49-F238E27FC236}">
                <a16:creationId xmlns:a16="http://schemas.microsoft.com/office/drawing/2014/main" id="{71E646CB-83C8-8D0A-E4E8-E70E9841C23D}"/>
              </a:ext>
            </a:extLst>
          </p:cNvPr>
          <p:cNvSpPr>
            <a:spLocks noGrp="1"/>
          </p:cNvSpPr>
          <p:nvPr>
            <p:ph type="title"/>
          </p:nvPr>
        </p:nvSpPr>
        <p:spPr>
          <a:xfrm>
            <a:off x="624417" y="366881"/>
            <a:ext cx="10943168" cy="523220"/>
          </a:xfrm>
        </p:spPr>
        <p:txBody>
          <a:bodyPr>
            <a:spAutoFit/>
          </a:bodyPr>
          <a:lstStyle>
            <a:lvl1pPr>
              <a:defRPr sz="3400">
                <a:solidFill>
                  <a:schemeClr val="bg1"/>
                </a:solidFill>
              </a:defRPr>
            </a:lvl1pPr>
          </a:lstStyle>
          <a:p>
            <a:r>
              <a:rPr lang="en-US"/>
              <a:t>Click to edit Master title style</a:t>
            </a:r>
            <a:endParaRPr lang="en-US" dirty="0"/>
          </a:p>
        </p:txBody>
      </p:sp>
      <p:sp>
        <p:nvSpPr>
          <p:cNvPr id="4" name="Rectangle 3">
            <a:extLst>
              <a:ext uri="{FF2B5EF4-FFF2-40B4-BE49-F238E27FC236}">
                <a16:creationId xmlns:a16="http://schemas.microsoft.com/office/drawing/2014/main" id="{3D59B9C9-21EA-C475-4EE4-B1B75206A57C}"/>
              </a:ext>
            </a:extLst>
          </p:cNvPr>
          <p:cNvSpPr/>
          <p:nvPr/>
        </p:nvSpPr>
        <p:spPr>
          <a:xfrm>
            <a:off x="9448212" y="6227064"/>
            <a:ext cx="2195132" cy="51206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7298"/>
              </a:solidFill>
              <a:effectLst/>
              <a:uLnTx/>
              <a:uFillTx/>
              <a:latin typeface="Arial"/>
              <a:ea typeface="+mn-ea"/>
              <a:cs typeface="+mn-cs"/>
            </a:endParaRPr>
          </a:p>
        </p:txBody>
      </p:sp>
      <p:pic>
        <p:nvPicPr>
          <p:cNvPr id="3" name="Picture 2" descr="\\Mac\Home\Documents\WORK FOLDER\2019\MAY\0502\SSC_Vert_2945C2.emf">
            <a:extLst>
              <a:ext uri="{FF2B5EF4-FFF2-40B4-BE49-F238E27FC236}">
                <a16:creationId xmlns:a16="http://schemas.microsoft.com/office/drawing/2014/main" id="{7D677C4C-A070-BC4B-962F-01848B9EE134}"/>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3">
            <a:extLst>
              <a:ext uri="{FF2B5EF4-FFF2-40B4-BE49-F238E27FC236}">
                <a16:creationId xmlns:a16="http://schemas.microsoft.com/office/drawing/2014/main" id="{02FB04BE-4675-C9F4-747C-F0F31B31C02B}"/>
              </a:ext>
            </a:extLst>
          </p:cNvPr>
          <p:cNvSpPr>
            <a:spLocks noGrp="1"/>
          </p:cNvSpPr>
          <p:nvPr>
            <p:ph type="body" sz="quarter" idx="11"/>
          </p:nvPr>
        </p:nvSpPr>
        <p:spPr>
          <a:xfrm>
            <a:off x="624418" y="956498"/>
            <a:ext cx="10943168" cy="530915"/>
          </a:xfrm>
          <a:prstGeom prst="rect">
            <a:avLst/>
          </a:prstGeom>
        </p:spPr>
        <p:txBody>
          <a:bodyPr>
            <a:spAutoFit/>
          </a:bodyPr>
          <a:lstStyle>
            <a:lvl1pPr marL="0" indent="0">
              <a:spcBef>
                <a:spcPts val="0"/>
              </a:spcBef>
              <a:spcAft>
                <a:spcPts val="0"/>
              </a:spcAft>
              <a:buFontTx/>
              <a:buNone/>
              <a:defRPr sz="3400" b="1" i="0">
                <a:solidFill>
                  <a:schemeClr val="bg2"/>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7" name="Rectangle 6">
            <a:extLst>
              <a:ext uri="{FF2B5EF4-FFF2-40B4-BE49-F238E27FC236}">
                <a16:creationId xmlns:a16="http://schemas.microsoft.com/office/drawing/2014/main" id="{51DB6095-265C-43A7-B595-E8B829FA6A4E}"/>
              </a:ext>
            </a:extLst>
          </p:cNvPr>
          <p:cNvSpPr/>
          <p:nvPr userDrawn="1"/>
        </p:nvSpPr>
        <p:spPr>
          <a:xfrm>
            <a:off x="9448212" y="6227064"/>
            <a:ext cx="2195132" cy="51206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7298"/>
              </a:solidFill>
              <a:effectLst/>
              <a:uLnTx/>
              <a:uFillTx/>
              <a:latin typeface="Arial"/>
              <a:ea typeface="+mn-ea"/>
              <a:cs typeface="+mn-cs"/>
            </a:endParaRPr>
          </a:p>
        </p:txBody>
      </p:sp>
      <p:pic>
        <p:nvPicPr>
          <p:cNvPr id="8" name="Picture 7" descr="\\Mac\Home\Documents\WORK FOLDER\2019\MAY\0502\SSC_Vert_2945C2.emf">
            <a:extLst>
              <a:ext uri="{FF2B5EF4-FFF2-40B4-BE49-F238E27FC236}">
                <a16:creationId xmlns:a16="http://schemas.microsoft.com/office/drawing/2014/main" id="{4CF3EB3F-EFAB-4AB8-9826-094CACC7F1D3}"/>
              </a:ext>
            </a:extLst>
          </p:cNvPr>
          <p:cNvPicPr>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86751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Presenters_Title Only">
    <p:bg>
      <p:bgPr>
        <a:solidFill>
          <a:schemeClr val="accent2"/>
        </a:solidFill>
        <a:effectLst/>
      </p:bgPr>
    </p:bg>
    <p:spTree>
      <p:nvGrpSpPr>
        <p:cNvPr id="1" name=""/>
        <p:cNvGrpSpPr/>
        <p:nvPr/>
      </p:nvGrpSpPr>
      <p:grpSpPr>
        <a:xfrm>
          <a:off x="0" y="0"/>
          <a:ext cx="0" cy="0"/>
          <a:chOff x="0" y="0"/>
          <a:chExt cx="0" cy="0"/>
        </a:xfrm>
      </p:grpSpPr>
      <p:graphicFrame>
        <p:nvGraphicFramePr>
          <p:cNvPr id="16" name="Object 1" hidden="1"/>
          <p:cNvGraphicFramePr>
            <a:graphicFrameLocks noChangeAspect="1"/>
          </p:cNvGraphicFramePr>
          <p:nvPr>
            <p:custDataLst>
              <p:tags r:id="rId1"/>
            </p:custData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think-cell Slide" r:id="rId3" imgW="38100" imgH="38100" progId="TCLayout.ActiveDocument.1">
                  <p:embed/>
                </p:oleObj>
              </mc:Choice>
              <mc:Fallback>
                <p:oleObj name="think-cell Slide" r:id="rId3" imgW="38100" imgH="38100" progId="TCLayout.ActiveDocument.1">
                  <p:embed/>
                  <p:pic>
                    <p:nvPicPr>
                      <p:cNvPr id="16"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le 7">
            <a:extLst>
              <a:ext uri="{FF2B5EF4-FFF2-40B4-BE49-F238E27FC236}">
                <a16:creationId xmlns:a16="http://schemas.microsoft.com/office/drawing/2014/main" id="{71E646CB-83C8-8D0A-E4E8-E70E9841C23D}"/>
              </a:ext>
            </a:extLst>
          </p:cNvPr>
          <p:cNvSpPr>
            <a:spLocks noGrp="1"/>
          </p:cNvSpPr>
          <p:nvPr>
            <p:ph type="title"/>
          </p:nvPr>
        </p:nvSpPr>
        <p:spPr>
          <a:xfrm>
            <a:off x="624417" y="366881"/>
            <a:ext cx="10943168" cy="523220"/>
          </a:xfrm>
        </p:spPr>
        <p:txBody>
          <a:bodyPr>
            <a:spAutoFit/>
          </a:bodyPr>
          <a:lstStyle>
            <a:lvl1pPr>
              <a:defRPr sz="3400">
                <a:solidFill>
                  <a:schemeClr val="bg1"/>
                </a:solidFill>
              </a:defRPr>
            </a:lvl1pPr>
          </a:lstStyle>
          <a:p>
            <a:r>
              <a:rPr lang="en-US"/>
              <a:t>Click to edit Master title style</a:t>
            </a:r>
            <a:endParaRPr lang="en-US" dirty="0"/>
          </a:p>
        </p:txBody>
      </p:sp>
      <p:sp>
        <p:nvSpPr>
          <p:cNvPr id="4" name="Rectangle 3">
            <a:extLst>
              <a:ext uri="{FF2B5EF4-FFF2-40B4-BE49-F238E27FC236}">
                <a16:creationId xmlns:a16="http://schemas.microsoft.com/office/drawing/2014/main" id="{3D59B9C9-21EA-C475-4EE4-B1B75206A57C}"/>
              </a:ext>
            </a:extLst>
          </p:cNvPr>
          <p:cNvSpPr/>
          <p:nvPr/>
        </p:nvSpPr>
        <p:spPr>
          <a:xfrm>
            <a:off x="9448212" y="6227064"/>
            <a:ext cx="2195132" cy="51206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7298"/>
              </a:solidFill>
              <a:effectLst/>
              <a:uLnTx/>
              <a:uFillTx/>
              <a:latin typeface="Arial"/>
              <a:ea typeface="+mn-ea"/>
              <a:cs typeface="+mn-cs"/>
            </a:endParaRPr>
          </a:p>
        </p:txBody>
      </p:sp>
      <p:pic>
        <p:nvPicPr>
          <p:cNvPr id="3" name="Picture 2" descr="\\Mac\Home\Documents\WORK FOLDER\2019\MAY\0502\SSC_Vert_2945C2.emf">
            <a:extLst>
              <a:ext uri="{FF2B5EF4-FFF2-40B4-BE49-F238E27FC236}">
                <a16:creationId xmlns:a16="http://schemas.microsoft.com/office/drawing/2014/main" id="{7D677C4C-A070-BC4B-962F-01848B9EE134}"/>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419BA3F-F0B4-4B51-A025-934399D3E8C1}"/>
              </a:ext>
            </a:extLst>
          </p:cNvPr>
          <p:cNvSpPr/>
          <p:nvPr userDrawn="1"/>
        </p:nvSpPr>
        <p:spPr>
          <a:xfrm>
            <a:off x="9448212" y="6227064"/>
            <a:ext cx="2195132" cy="51206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7298"/>
              </a:solidFill>
              <a:effectLst/>
              <a:uLnTx/>
              <a:uFillTx/>
              <a:latin typeface="Arial"/>
              <a:ea typeface="+mn-ea"/>
              <a:cs typeface="+mn-cs"/>
            </a:endParaRPr>
          </a:p>
        </p:txBody>
      </p:sp>
      <p:pic>
        <p:nvPicPr>
          <p:cNvPr id="7" name="Picture 6" descr="\\Mac\Home\Documents\WORK FOLDER\2019\MAY\0502\SSC_Vert_2945C2.emf">
            <a:extLst>
              <a:ext uri="{FF2B5EF4-FFF2-40B4-BE49-F238E27FC236}">
                <a16:creationId xmlns:a16="http://schemas.microsoft.com/office/drawing/2014/main" id="{51D669E1-34B2-430C-865F-B851C3C6ED22}"/>
              </a:ext>
            </a:extLst>
          </p:cNvPr>
          <p:cNvPicPr>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9593228" y="6320445"/>
            <a:ext cx="2012924" cy="278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73752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Bios">
    <p:spTree>
      <p:nvGrpSpPr>
        <p:cNvPr id="1" name=""/>
        <p:cNvGrpSpPr/>
        <p:nvPr/>
      </p:nvGrpSpPr>
      <p:grpSpPr>
        <a:xfrm>
          <a:off x="0" y="0"/>
          <a:ext cx="0" cy="0"/>
          <a:chOff x="0" y="0"/>
          <a:chExt cx="0" cy="0"/>
        </a:xfrm>
      </p:grpSpPr>
      <p:cxnSp>
        <p:nvCxnSpPr>
          <p:cNvPr id="8" name="Straight Connector 7"/>
          <p:cNvCxnSpPr/>
          <p:nvPr/>
        </p:nvCxnSpPr>
        <p:spPr>
          <a:xfrm>
            <a:off x="605368" y="2832629"/>
            <a:ext cx="10972801" cy="0"/>
          </a:xfrm>
          <a:prstGeom prst="line">
            <a:avLst/>
          </a:prstGeom>
          <a:ln w="12700">
            <a:solidFill>
              <a:schemeClr val="tx2">
                <a:lumMod val="90000"/>
              </a:schemeClr>
            </a:solidFill>
          </a:ln>
        </p:spPr>
        <p:style>
          <a:lnRef idx="1">
            <a:schemeClr val="accent5"/>
          </a:lnRef>
          <a:fillRef idx="0">
            <a:schemeClr val="accent5"/>
          </a:fillRef>
          <a:effectRef idx="0">
            <a:schemeClr val="accent5"/>
          </a:effectRef>
          <a:fontRef idx="minor">
            <a:schemeClr val="tx1"/>
          </a:fontRef>
        </p:style>
      </p:cxnSp>
      <p:sp>
        <p:nvSpPr>
          <p:cNvPr id="9" name="Picture Placeholder 2"/>
          <p:cNvSpPr>
            <a:spLocks noGrp="1" noChangeAspect="1"/>
          </p:cNvSpPr>
          <p:nvPr>
            <p:ph type="pic" sz="quarter" idx="10" hasCustomPrompt="1"/>
          </p:nvPr>
        </p:nvSpPr>
        <p:spPr>
          <a:xfrm>
            <a:off x="624051" y="1509713"/>
            <a:ext cx="1114063" cy="1116000"/>
          </a:xfrm>
          <a:prstGeom prst="ellipse">
            <a:avLst/>
          </a:prstGeom>
        </p:spPr>
        <p:txBody>
          <a:bodyPr anchor="ctr"/>
          <a:lstStyle>
            <a:lvl1pPr algn="ctr">
              <a:defRPr sz="1000"/>
            </a:lvl1pPr>
          </a:lstStyle>
          <a:p>
            <a:r>
              <a:rPr lang="en-US" dirty="0"/>
              <a:t>Click to add image</a:t>
            </a:r>
          </a:p>
        </p:txBody>
      </p:sp>
      <p:sp>
        <p:nvSpPr>
          <p:cNvPr id="11" name="Text Placeholder 11"/>
          <p:cNvSpPr>
            <a:spLocks noGrp="1"/>
          </p:cNvSpPr>
          <p:nvPr>
            <p:ph type="body" sz="quarter" idx="16" hasCustomPrompt="1"/>
          </p:nvPr>
        </p:nvSpPr>
        <p:spPr>
          <a:xfrm>
            <a:off x="2053170" y="1700297"/>
            <a:ext cx="3745449" cy="218586"/>
          </a:xfrm>
        </p:spPr>
        <p:txBody>
          <a:bodyPr wrap="square" anchor="t">
            <a:noAutofit/>
          </a:bodyPr>
          <a:lstStyle>
            <a:lvl1pPr marL="0" marR="0" indent="0" algn="l" defTabSz="1625153" rtl="0" eaLnBrk="1" fontAlgn="base" latinLnBrk="0" hangingPunct="1">
              <a:lnSpc>
                <a:spcPct val="110000"/>
              </a:lnSpc>
              <a:spcBef>
                <a:spcPts val="0"/>
              </a:spcBef>
              <a:spcAft>
                <a:spcPts val="600"/>
              </a:spcAft>
              <a:buClr>
                <a:schemeClr val="tx1"/>
              </a:buClr>
              <a:buSzTx/>
              <a:buFont typeface="Arial" panose="020B0604020202020204" pitchFamily="34" charset="0"/>
              <a:buNone/>
              <a:tabLst/>
              <a:defRPr sz="1600" b="1" baseline="0">
                <a:solidFill>
                  <a:schemeClr val="bg2"/>
                </a:solidFill>
              </a:defRPr>
            </a:lvl1pPr>
          </a:lstStyle>
          <a:p>
            <a:pPr lvl="0"/>
            <a:r>
              <a:rPr lang="en-US" dirty="0"/>
              <a:t>Name</a:t>
            </a:r>
          </a:p>
        </p:txBody>
      </p:sp>
      <p:sp>
        <p:nvSpPr>
          <p:cNvPr id="12" name="Text Placeholder 11"/>
          <p:cNvSpPr>
            <a:spLocks noGrp="1"/>
          </p:cNvSpPr>
          <p:nvPr>
            <p:ph type="body" sz="quarter" idx="17" hasCustomPrompt="1"/>
          </p:nvPr>
        </p:nvSpPr>
        <p:spPr>
          <a:xfrm>
            <a:off x="2053169" y="2042344"/>
            <a:ext cx="3755419" cy="390492"/>
          </a:xfrm>
        </p:spPr>
        <p:txBody>
          <a:bodyPr wrap="square" anchor="t">
            <a:noAutofit/>
          </a:bodyPr>
          <a:lstStyle>
            <a:lvl1pPr marL="0" marR="0" indent="0" algn="l" defTabSz="1625153" rtl="0" eaLnBrk="1" fontAlgn="base" latinLnBrk="0" hangingPunct="1">
              <a:lnSpc>
                <a:spcPct val="110000"/>
              </a:lnSpc>
              <a:spcBef>
                <a:spcPts val="0"/>
              </a:spcBef>
              <a:spcAft>
                <a:spcPts val="600"/>
              </a:spcAft>
              <a:buClr>
                <a:schemeClr val="tx1"/>
              </a:buClr>
              <a:buSzTx/>
              <a:buFont typeface="Arial" panose="020B0604020202020204" pitchFamily="34" charset="0"/>
              <a:buNone/>
              <a:tabLst/>
              <a:defRPr sz="1200" b="0" baseline="0">
                <a:solidFill>
                  <a:schemeClr val="accent1"/>
                </a:solidFill>
              </a:defRPr>
            </a:lvl1pPr>
          </a:lstStyle>
          <a:p>
            <a:pPr marL="0" marR="0" lvl="0" indent="0" algn="l" defTabSz="1625153" rtl="0" eaLnBrk="1" fontAlgn="base" latinLnBrk="0" hangingPunct="1">
              <a:lnSpc>
                <a:spcPct val="110000"/>
              </a:lnSpc>
              <a:spcBef>
                <a:spcPts val="0"/>
              </a:spcBef>
              <a:spcAft>
                <a:spcPts val="1067"/>
              </a:spcAft>
              <a:buClr>
                <a:schemeClr val="tx1"/>
              </a:buClr>
              <a:buSzTx/>
              <a:buFont typeface="Arial" panose="020B0604020202020204" pitchFamily="34" charset="0"/>
              <a:buNone/>
              <a:tabLst/>
              <a:defRPr/>
            </a:pPr>
            <a:r>
              <a:rPr lang="en-US" dirty="0"/>
              <a:t>Position Title</a:t>
            </a:r>
            <a:br>
              <a:rPr lang="en-US" dirty="0"/>
            </a:br>
            <a:r>
              <a:rPr lang="en-US" dirty="0"/>
              <a:t>Company</a:t>
            </a:r>
          </a:p>
        </p:txBody>
      </p:sp>
      <p:sp>
        <p:nvSpPr>
          <p:cNvPr id="2" name="Title 4">
            <a:extLst>
              <a:ext uri="{FF2B5EF4-FFF2-40B4-BE49-F238E27FC236}">
                <a16:creationId xmlns:a16="http://schemas.microsoft.com/office/drawing/2014/main" id="{08CBAC6E-3D28-F30E-6918-17ADADFA7313}"/>
              </a:ext>
            </a:extLst>
          </p:cNvPr>
          <p:cNvSpPr>
            <a:spLocks noGrp="1"/>
          </p:cNvSpPr>
          <p:nvPr>
            <p:ph type="title"/>
          </p:nvPr>
        </p:nvSpPr>
        <p:spPr>
          <a:xfrm>
            <a:off x="624418" y="531941"/>
            <a:ext cx="10943168" cy="327600"/>
          </a:xfrm>
        </p:spPr>
        <p:txBody>
          <a:bodyPr>
            <a:noAutofit/>
          </a:bodyPr>
          <a:lstStyle>
            <a:lvl1pPr>
              <a:defRPr sz="2400"/>
            </a:lvl1pPr>
          </a:lstStyle>
          <a:p>
            <a:r>
              <a:rPr lang="en-US"/>
              <a:t>Click to edit Master title style</a:t>
            </a:r>
            <a:endParaRPr lang="en-US" dirty="0"/>
          </a:p>
        </p:txBody>
      </p:sp>
      <p:sp>
        <p:nvSpPr>
          <p:cNvPr id="3" name="Text Placeholder 3">
            <a:extLst>
              <a:ext uri="{FF2B5EF4-FFF2-40B4-BE49-F238E27FC236}">
                <a16:creationId xmlns:a16="http://schemas.microsoft.com/office/drawing/2014/main" id="{EDBCAFDA-8950-14C1-0B5F-28F396F9215E}"/>
              </a:ext>
            </a:extLst>
          </p:cNvPr>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sp>
        <p:nvSpPr>
          <p:cNvPr id="10" name="Text Placeholder 9">
            <a:extLst>
              <a:ext uri="{FF2B5EF4-FFF2-40B4-BE49-F238E27FC236}">
                <a16:creationId xmlns:a16="http://schemas.microsoft.com/office/drawing/2014/main" id="{83A81CD1-8EB4-6683-CD69-498FE8408BBD}"/>
              </a:ext>
            </a:extLst>
          </p:cNvPr>
          <p:cNvSpPr>
            <a:spLocks noGrp="1"/>
          </p:cNvSpPr>
          <p:nvPr>
            <p:ph type="body" sz="quarter" idx="18"/>
          </p:nvPr>
        </p:nvSpPr>
        <p:spPr>
          <a:xfrm>
            <a:off x="624051" y="3173413"/>
            <a:ext cx="10943900" cy="2800350"/>
          </a:xfrm>
        </p:spPr>
        <p:txBody>
          <a:bodyPr numCol="3" spcCol="180000"/>
          <a:lstStyle>
            <a:lvl1pPr>
              <a:defRPr sz="1200" b="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8F8572CA-BB61-4903-8911-2F03BDC61151}"/>
              </a:ext>
            </a:extLst>
          </p:cNvPr>
          <p:cNvCxnSpPr/>
          <p:nvPr userDrawn="1"/>
        </p:nvCxnSpPr>
        <p:spPr>
          <a:xfrm>
            <a:off x="605368" y="2832629"/>
            <a:ext cx="10972801" cy="0"/>
          </a:xfrm>
          <a:prstGeom prst="line">
            <a:avLst/>
          </a:prstGeom>
          <a:ln w="12700">
            <a:solidFill>
              <a:schemeClr val="tx2">
                <a:lumMod val="90000"/>
              </a:schemeClr>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85789647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ios_3">
    <p:spTree>
      <p:nvGrpSpPr>
        <p:cNvPr id="1" name=""/>
        <p:cNvGrpSpPr/>
        <p:nvPr/>
      </p:nvGrpSpPr>
      <p:grpSpPr>
        <a:xfrm>
          <a:off x="0" y="0"/>
          <a:ext cx="0" cy="0"/>
          <a:chOff x="0" y="0"/>
          <a:chExt cx="0" cy="0"/>
        </a:xfrm>
      </p:grpSpPr>
      <p:graphicFrame>
        <p:nvGraphicFramePr>
          <p:cNvPr id="10" name="Object 1" hidden="1"/>
          <p:cNvGraphicFramePr>
            <a:graphicFrameLocks noChangeAspect="1"/>
          </p:cNvGraphicFramePr>
          <p:nvPr>
            <p:custDataLst>
              <p:tags r:id="rId1"/>
            </p:custData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think-cell Slide" r:id="rId3" imgW="38100" imgH="38100" progId="TCLayout.ActiveDocument.1">
                  <p:embed/>
                </p:oleObj>
              </mc:Choice>
              <mc:Fallback>
                <p:oleObj name="think-cell Slide" r:id="rId3" imgW="38100" imgH="38100" progId="TCLayout.ActiveDocument.1">
                  <p:embed/>
                  <p:pic>
                    <p:nvPicPr>
                      <p:cNvPr id="10"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Text Placeholder 2"/>
          <p:cNvSpPr>
            <a:spLocks noGrp="1"/>
          </p:cNvSpPr>
          <p:nvPr>
            <p:ph type="body" sz="quarter" idx="21"/>
          </p:nvPr>
        </p:nvSpPr>
        <p:spPr>
          <a:xfrm>
            <a:off x="624416" y="3119123"/>
            <a:ext cx="3060797" cy="2854641"/>
          </a:xfrm>
        </p:spPr>
        <p:txBody>
          <a:bodyPr>
            <a:noAutofit/>
          </a:bodyPr>
          <a:lstStyle>
            <a:lvl1pPr>
              <a:defRPr sz="1200" b="0">
                <a:solidFill>
                  <a:schemeClr val="bg2"/>
                </a:solidFill>
              </a:defRPr>
            </a:lvl1pPr>
            <a:lvl2pPr>
              <a:buClrTx/>
              <a:defRPr/>
            </a:lvl2pPr>
            <a:lvl3pPr>
              <a:buClrTx/>
              <a:defRPr/>
            </a:lvl3pPr>
            <a:lvl4pPr>
              <a:buClrTx/>
              <a:defRPr/>
            </a:lvl4pPr>
            <a:lvl5pPr>
              <a:buClrTx/>
              <a:defRPr/>
            </a:lvl5pPr>
          </a:lstStyle>
          <a:p>
            <a:pPr lvl="0"/>
            <a:r>
              <a:rPr lang="en-US"/>
              <a:t>Click to edit Master text styles</a:t>
            </a:r>
          </a:p>
        </p:txBody>
      </p:sp>
      <p:sp>
        <p:nvSpPr>
          <p:cNvPr id="20" name="Picture Placeholder 2"/>
          <p:cNvSpPr>
            <a:spLocks noGrp="1" noChangeAspect="1"/>
          </p:cNvSpPr>
          <p:nvPr>
            <p:ph type="pic" sz="quarter" idx="10" hasCustomPrompt="1"/>
          </p:nvPr>
        </p:nvSpPr>
        <p:spPr>
          <a:xfrm>
            <a:off x="624419" y="1513648"/>
            <a:ext cx="1078126" cy="1080000"/>
          </a:xfrm>
          <a:prstGeom prst="ellipse">
            <a:avLst/>
          </a:prstGeom>
        </p:spPr>
        <p:txBody>
          <a:bodyPr anchor="ctr"/>
          <a:lstStyle>
            <a:lvl1pPr algn="ctr">
              <a:defRPr sz="1000"/>
            </a:lvl1pPr>
          </a:lstStyle>
          <a:p>
            <a:r>
              <a:rPr lang="en-US" dirty="0"/>
              <a:t>Click to </a:t>
            </a:r>
            <a:br>
              <a:rPr lang="en-US" dirty="0"/>
            </a:br>
            <a:r>
              <a:rPr lang="en-US" dirty="0"/>
              <a:t>add image</a:t>
            </a:r>
          </a:p>
        </p:txBody>
      </p:sp>
      <p:sp>
        <p:nvSpPr>
          <p:cNvPr id="21" name="Text Placeholder 11"/>
          <p:cNvSpPr>
            <a:spLocks noGrp="1"/>
          </p:cNvSpPr>
          <p:nvPr>
            <p:ph type="body" sz="quarter" idx="16" hasCustomPrompt="1"/>
          </p:nvPr>
        </p:nvSpPr>
        <p:spPr>
          <a:xfrm>
            <a:off x="1885838" y="1694749"/>
            <a:ext cx="1799375" cy="218586"/>
          </a:xfrm>
        </p:spPr>
        <p:txBody>
          <a:bodyPr wrap="square" anchor="t">
            <a:noAutofit/>
          </a:bodyPr>
          <a:lstStyle>
            <a:lvl1pPr marL="0" marR="0" indent="0" algn="l" defTabSz="1625153" rtl="0" eaLnBrk="1" fontAlgn="base" latinLnBrk="0" hangingPunct="1">
              <a:lnSpc>
                <a:spcPct val="110000"/>
              </a:lnSpc>
              <a:spcBef>
                <a:spcPts val="0"/>
              </a:spcBef>
              <a:spcAft>
                <a:spcPts val="600"/>
              </a:spcAft>
              <a:buClr>
                <a:schemeClr val="tx1"/>
              </a:buClr>
              <a:buSzTx/>
              <a:buFont typeface="Arial" panose="020B0604020202020204" pitchFamily="34" charset="0"/>
              <a:buNone/>
              <a:tabLst/>
              <a:defRPr sz="1600" b="1" baseline="0">
                <a:solidFill>
                  <a:schemeClr val="bg2"/>
                </a:solidFill>
              </a:defRPr>
            </a:lvl1pPr>
          </a:lstStyle>
          <a:p>
            <a:pPr lvl="0"/>
            <a:r>
              <a:rPr lang="en-US" dirty="0"/>
              <a:t>Name</a:t>
            </a:r>
          </a:p>
        </p:txBody>
      </p:sp>
      <p:sp>
        <p:nvSpPr>
          <p:cNvPr id="22" name="Text Placeholder 11"/>
          <p:cNvSpPr>
            <a:spLocks noGrp="1"/>
          </p:cNvSpPr>
          <p:nvPr>
            <p:ph type="body" sz="quarter" idx="17" hasCustomPrompt="1"/>
          </p:nvPr>
        </p:nvSpPr>
        <p:spPr>
          <a:xfrm>
            <a:off x="1885838" y="2024089"/>
            <a:ext cx="1799375" cy="390492"/>
          </a:xfrm>
        </p:spPr>
        <p:txBody>
          <a:bodyPr wrap="square" anchor="t">
            <a:noAutofit/>
          </a:bodyPr>
          <a:lstStyle>
            <a:lvl1pPr marL="0" marR="0" indent="0" algn="l" defTabSz="1625153" rtl="0" eaLnBrk="1" fontAlgn="base" latinLnBrk="0" hangingPunct="1">
              <a:lnSpc>
                <a:spcPct val="110000"/>
              </a:lnSpc>
              <a:spcBef>
                <a:spcPts val="0"/>
              </a:spcBef>
              <a:spcAft>
                <a:spcPts val="600"/>
              </a:spcAft>
              <a:buClr>
                <a:schemeClr val="tx1"/>
              </a:buClr>
              <a:buSzTx/>
              <a:buFont typeface="Arial" panose="020B0604020202020204" pitchFamily="34" charset="0"/>
              <a:buNone/>
              <a:tabLst/>
              <a:defRPr sz="1200" b="0" baseline="0">
                <a:solidFill>
                  <a:schemeClr val="accent1"/>
                </a:solidFill>
              </a:defRPr>
            </a:lvl1pPr>
          </a:lstStyle>
          <a:p>
            <a:pPr marL="0" marR="0" lvl="0" indent="0" algn="l" defTabSz="1625153" rtl="0" eaLnBrk="1" fontAlgn="base" latinLnBrk="0" hangingPunct="1">
              <a:lnSpc>
                <a:spcPct val="110000"/>
              </a:lnSpc>
              <a:spcBef>
                <a:spcPts val="0"/>
              </a:spcBef>
              <a:spcAft>
                <a:spcPts val="1067"/>
              </a:spcAft>
              <a:buClr>
                <a:schemeClr val="tx1"/>
              </a:buClr>
              <a:buSzTx/>
              <a:buFont typeface="Arial" panose="020B0604020202020204" pitchFamily="34" charset="0"/>
              <a:buNone/>
              <a:tabLst/>
              <a:defRPr/>
            </a:pPr>
            <a:r>
              <a:rPr lang="en-US" dirty="0"/>
              <a:t>Position Title</a:t>
            </a:r>
            <a:br>
              <a:rPr lang="en-US" dirty="0"/>
            </a:br>
            <a:r>
              <a:rPr lang="en-US" dirty="0"/>
              <a:t>Company</a:t>
            </a:r>
          </a:p>
        </p:txBody>
      </p:sp>
      <p:sp>
        <p:nvSpPr>
          <p:cNvPr id="24" name="Text Placeholder 2"/>
          <p:cNvSpPr>
            <a:spLocks noGrp="1"/>
          </p:cNvSpPr>
          <p:nvPr>
            <p:ph type="body" sz="quarter" idx="22"/>
          </p:nvPr>
        </p:nvSpPr>
        <p:spPr>
          <a:xfrm>
            <a:off x="8507153" y="3119123"/>
            <a:ext cx="3060797" cy="2854641"/>
          </a:xfrm>
        </p:spPr>
        <p:txBody>
          <a:bodyPr>
            <a:noAutofit/>
          </a:bodyPr>
          <a:lstStyle>
            <a:lvl1pPr>
              <a:defRPr sz="1200" b="0">
                <a:solidFill>
                  <a:schemeClr val="bg2"/>
                </a:solidFill>
              </a:defRPr>
            </a:lvl1pPr>
            <a:lvl2pPr>
              <a:buClrTx/>
              <a:defRPr/>
            </a:lvl2pPr>
            <a:lvl3pPr>
              <a:buClrTx/>
              <a:defRPr/>
            </a:lvl3pPr>
            <a:lvl4pPr>
              <a:buClrTx/>
              <a:defRPr/>
            </a:lvl4pPr>
            <a:lvl5pPr>
              <a:buClrTx/>
              <a:defRPr/>
            </a:lvl5pPr>
          </a:lstStyle>
          <a:p>
            <a:pPr lvl="0"/>
            <a:r>
              <a:rPr lang="en-US"/>
              <a:t>Click to edit Master text styles</a:t>
            </a:r>
          </a:p>
        </p:txBody>
      </p:sp>
      <p:sp>
        <p:nvSpPr>
          <p:cNvPr id="27" name="Picture Placeholder 2"/>
          <p:cNvSpPr>
            <a:spLocks noGrp="1" noChangeAspect="1"/>
          </p:cNvSpPr>
          <p:nvPr>
            <p:ph type="pic" sz="quarter" idx="23" hasCustomPrompt="1"/>
          </p:nvPr>
        </p:nvSpPr>
        <p:spPr>
          <a:xfrm>
            <a:off x="8507154" y="1513648"/>
            <a:ext cx="1078126" cy="1080000"/>
          </a:xfrm>
          <a:prstGeom prst="ellipse">
            <a:avLst/>
          </a:prstGeom>
        </p:spPr>
        <p:txBody>
          <a:bodyPr anchor="ctr"/>
          <a:lstStyle>
            <a:lvl1pPr algn="ctr">
              <a:defRPr sz="1000"/>
            </a:lvl1pPr>
          </a:lstStyle>
          <a:p>
            <a:r>
              <a:rPr lang="en-US" dirty="0"/>
              <a:t>Click to </a:t>
            </a:r>
            <a:br>
              <a:rPr lang="en-US" dirty="0"/>
            </a:br>
            <a:r>
              <a:rPr lang="en-US" dirty="0"/>
              <a:t>add image</a:t>
            </a:r>
          </a:p>
        </p:txBody>
      </p:sp>
      <p:sp>
        <p:nvSpPr>
          <p:cNvPr id="28" name="Text Placeholder 11"/>
          <p:cNvSpPr>
            <a:spLocks noGrp="1"/>
          </p:cNvSpPr>
          <p:nvPr>
            <p:ph type="body" sz="quarter" idx="24" hasCustomPrompt="1"/>
          </p:nvPr>
        </p:nvSpPr>
        <p:spPr>
          <a:xfrm>
            <a:off x="9767482" y="1694749"/>
            <a:ext cx="1800469" cy="218586"/>
          </a:xfrm>
        </p:spPr>
        <p:txBody>
          <a:bodyPr wrap="square" anchor="t">
            <a:noAutofit/>
          </a:bodyPr>
          <a:lstStyle>
            <a:lvl1pPr marL="0" marR="0" indent="0" algn="l" defTabSz="1625153" rtl="0" eaLnBrk="1" fontAlgn="base" latinLnBrk="0" hangingPunct="1">
              <a:lnSpc>
                <a:spcPct val="110000"/>
              </a:lnSpc>
              <a:spcBef>
                <a:spcPts val="0"/>
              </a:spcBef>
              <a:spcAft>
                <a:spcPts val="600"/>
              </a:spcAft>
              <a:buClr>
                <a:schemeClr val="tx1"/>
              </a:buClr>
              <a:buSzTx/>
              <a:buFont typeface="Arial" panose="020B0604020202020204" pitchFamily="34" charset="0"/>
              <a:buNone/>
              <a:tabLst/>
              <a:defRPr sz="1600" b="1" baseline="0">
                <a:solidFill>
                  <a:schemeClr val="bg2"/>
                </a:solidFill>
              </a:defRPr>
            </a:lvl1pPr>
          </a:lstStyle>
          <a:p>
            <a:pPr lvl="0"/>
            <a:r>
              <a:rPr lang="en-US" dirty="0"/>
              <a:t>Name</a:t>
            </a:r>
          </a:p>
        </p:txBody>
      </p:sp>
      <p:sp>
        <p:nvSpPr>
          <p:cNvPr id="29" name="Text Placeholder 11"/>
          <p:cNvSpPr>
            <a:spLocks noGrp="1"/>
          </p:cNvSpPr>
          <p:nvPr>
            <p:ph type="body" sz="quarter" idx="25" hasCustomPrompt="1"/>
          </p:nvPr>
        </p:nvSpPr>
        <p:spPr>
          <a:xfrm>
            <a:off x="9767482" y="2024089"/>
            <a:ext cx="1800469" cy="390492"/>
          </a:xfrm>
        </p:spPr>
        <p:txBody>
          <a:bodyPr wrap="square" anchor="t">
            <a:noAutofit/>
          </a:bodyPr>
          <a:lstStyle>
            <a:lvl1pPr marL="0" marR="0" indent="0" algn="l" defTabSz="1625153" rtl="0" eaLnBrk="1" fontAlgn="base" latinLnBrk="0" hangingPunct="1">
              <a:lnSpc>
                <a:spcPct val="110000"/>
              </a:lnSpc>
              <a:spcBef>
                <a:spcPts val="0"/>
              </a:spcBef>
              <a:spcAft>
                <a:spcPts val="600"/>
              </a:spcAft>
              <a:buClr>
                <a:schemeClr val="tx1"/>
              </a:buClr>
              <a:buSzTx/>
              <a:buFont typeface="Arial" panose="020B0604020202020204" pitchFamily="34" charset="0"/>
              <a:buNone/>
              <a:tabLst/>
              <a:defRPr sz="1200" b="0" baseline="0">
                <a:solidFill>
                  <a:schemeClr val="accent1"/>
                </a:solidFill>
              </a:defRPr>
            </a:lvl1pPr>
          </a:lstStyle>
          <a:p>
            <a:pPr marL="0" marR="0" lvl="0" indent="0" algn="l" defTabSz="1625153" rtl="0" eaLnBrk="1" fontAlgn="base" latinLnBrk="0" hangingPunct="1">
              <a:lnSpc>
                <a:spcPct val="110000"/>
              </a:lnSpc>
              <a:spcBef>
                <a:spcPts val="0"/>
              </a:spcBef>
              <a:spcAft>
                <a:spcPts val="1067"/>
              </a:spcAft>
              <a:buClr>
                <a:schemeClr val="tx1"/>
              </a:buClr>
              <a:buSzTx/>
              <a:buFont typeface="Arial" panose="020B0604020202020204" pitchFamily="34" charset="0"/>
              <a:buNone/>
              <a:tabLst/>
              <a:defRPr/>
            </a:pPr>
            <a:r>
              <a:rPr lang="en-US" dirty="0"/>
              <a:t>Position Title</a:t>
            </a:r>
            <a:br>
              <a:rPr lang="en-US" dirty="0"/>
            </a:br>
            <a:r>
              <a:rPr lang="en-US" dirty="0"/>
              <a:t>Company</a:t>
            </a:r>
          </a:p>
        </p:txBody>
      </p:sp>
      <p:sp>
        <p:nvSpPr>
          <p:cNvPr id="30" name="Text Placeholder 2"/>
          <p:cNvSpPr>
            <a:spLocks noGrp="1"/>
          </p:cNvSpPr>
          <p:nvPr>
            <p:ph type="body" sz="quarter" idx="26"/>
          </p:nvPr>
        </p:nvSpPr>
        <p:spPr>
          <a:xfrm>
            <a:off x="4565784" y="3119123"/>
            <a:ext cx="3060797" cy="2854641"/>
          </a:xfrm>
        </p:spPr>
        <p:txBody>
          <a:bodyPr>
            <a:noAutofit/>
          </a:bodyPr>
          <a:lstStyle>
            <a:lvl1pPr>
              <a:defRPr sz="1200" b="0">
                <a:solidFill>
                  <a:schemeClr val="bg2"/>
                </a:solidFill>
              </a:defRPr>
            </a:lvl1pPr>
            <a:lvl2pPr>
              <a:buClrTx/>
              <a:defRPr/>
            </a:lvl2pPr>
            <a:lvl3pPr>
              <a:buClrTx/>
              <a:defRPr/>
            </a:lvl3pPr>
            <a:lvl4pPr>
              <a:buClrTx/>
              <a:defRPr/>
            </a:lvl4pPr>
            <a:lvl5pPr>
              <a:buClrTx/>
              <a:defRPr/>
            </a:lvl5pPr>
          </a:lstStyle>
          <a:p>
            <a:pPr lvl="0"/>
            <a:r>
              <a:rPr lang="en-US"/>
              <a:t>Click to edit Master text styles</a:t>
            </a:r>
          </a:p>
        </p:txBody>
      </p:sp>
      <p:sp>
        <p:nvSpPr>
          <p:cNvPr id="32" name="Picture Placeholder 2"/>
          <p:cNvSpPr>
            <a:spLocks noGrp="1" noChangeAspect="1"/>
          </p:cNvSpPr>
          <p:nvPr>
            <p:ph type="pic" sz="quarter" idx="27" hasCustomPrompt="1"/>
          </p:nvPr>
        </p:nvSpPr>
        <p:spPr>
          <a:xfrm>
            <a:off x="4565784" y="1513648"/>
            <a:ext cx="1078126" cy="1080000"/>
          </a:xfrm>
          <a:prstGeom prst="ellipse">
            <a:avLst/>
          </a:prstGeom>
        </p:spPr>
        <p:txBody>
          <a:bodyPr anchor="ctr"/>
          <a:lstStyle>
            <a:lvl1pPr algn="ctr">
              <a:defRPr sz="1000"/>
            </a:lvl1pPr>
          </a:lstStyle>
          <a:p>
            <a:r>
              <a:rPr lang="en-US" dirty="0"/>
              <a:t>Click to </a:t>
            </a:r>
            <a:br>
              <a:rPr lang="en-US" dirty="0"/>
            </a:br>
            <a:r>
              <a:rPr lang="en-US" dirty="0"/>
              <a:t>add image</a:t>
            </a:r>
          </a:p>
        </p:txBody>
      </p:sp>
      <p:sp>
        <p:nvSpPr>
          <p:cNvPr id="33" name="Text Placeholder 11"/>
          <p:cNvSpPr>
            <a:spLocks noGrp="1"/>
          </p:cNvSpPr>
          <p:nvPr>
            <p:ph type="body" sz="quarter" idx="28" hasCustomPrompt="1"/>
          </p:nvPr>
        </p:nvSpPr>
        <p:spPr>
          <a:xfrm>
            <a:off x="5826112" y="1694749"/>
            <a:ext cx="1800469" cy="218586"/>
          </a:xfrm>
        </p:spPr>
        <p:txBody>
          <a:bodyPr wrap="square" anchor="t">
            <a:noAutofit/>
          </a:bodyPr>
          <a:lstStyle>
            <a:lvl1pPr marL="0" marR="0" indent="0" algn="l" defTabSz="1625153" rtl="0" eaLnBrk="1" fontAlgn="base" latinLnBrk="0" hangingPunct="1">
              <a:lnSpc>
                <a:spcPct val="110000"/>
              </a:lnSpc>
              <a:spcBef>
                <a:spcPts val="0"/>
              </a:spcBef>
              <a:spcAft>
                <a:spcPts val="600"/>
              </a:spcAft>
              <a:buClr>
                <a:schemeClr val="tx1"/>
              </a:buClr>
              <a:buSzTx/>
              <a:buFont typeface="Arial" panose="020B0604020202020204" pitchFamily="34" charset="0"/>
              <a:buNone/>
              <a:tabLst/>
              <a:defRPr sz="1600" b="1" baseline="0">
                <a:solidFill>
                  <a:schemeClr val="bg2"/>
                </a:solidFill>
              </a:defRPr>
            </a:lvl1pPr>
          </a:lstStyle>
          <a:p>
            <a:pPr lvl="0"/>
            <a:r>
              <a:rPr lang="en-US" dirty="0"/>
              <a:t>Name</a:t>
            </a:r>
          </a:p>
        </p:txBody>
      </p:sp>
      <p:sp>
        <p:nvSpPr>
          <p:cNvPr id="34" name="Text Placeholder 11"/>
          <p:cNvSpPr>
            <a:spLocks noGrp="1"/>
          </p:cNvSpPr>
          <p:nvPr>
            <p:ph type="body" sz="quarter" idx="29" hasCustomPrompt="1"/>
          </p:nvPr>
        </p:nvSpPr>
        <p:spPr>
          <a:xfrm>
            <a:off x="5826112" y="2024089"/>
            <a:ext cx="1800469" cy="390492"/>
          </a:xfrm>
        </p:spPr>
        <p:txBody>
          <a:bodyPr wrap="square" anchor="t">
            <a:noAutofit/>
          </a:bodyPr>
          <a:lstStyle>
            <a:lvl1pPr marL="0" marR="0" indent="0" algn="l" defTabSz="1625153" rtl="0" eaLnBrk="1" fontAlgn="base" latinLnBrk="0" hangingPunct="1">
              <a:lnSpc>
                <a:spcPct val="110000"/>
              </a:lnSpc>
              <a:spcBef>
                <a:spcPts val="0"/>
              </a:spcBef>
              <a:spcAft>
                <a:spcPts val="600"/>
              </a:spcAft>
              <a:buClr>
                <a:schemeClr val="tx1"/>
              </a:buClr>
              <a:buSzTx/>
              <a:buFont typeface="Arial" panose="020B0604020202020204" pitchFamily="34" charset="0"/>
              <a:buNone/>
              <a:tabLst/>
              <a:defRPr sz="1200" b="0" baseline="0">
                <a:solidFill>
                  <a:schemeClr val="accent1"/>
                </a:solidFill>
              </a:defRPr>
            </a:lvl1pPr>
          </a:lstStyle>
          <a:p>
            <a:pPr marL="0" marR="0" lvl="0" indent="0" algn="l" defTabSz="1625153" rtl="0" eaLnBrk="1" fontAlgn="base" latinLnBrk="0" hangingPunct="1">
              <a:lnSpc>
                <a:spcPct val="110000"/>
              </a:lnSpc>
              <a:spcBef>
                <a:spcPts val="0"/>
              </a:spcBef>
              <a:spcAft>
                <a:spcPts val="1067"/>
              </a:spcAft>
              <a:buClr>
                <a:schemeClr val="tx1"/>
              </a:buClr>
              <a:buSzTx/>
              <a:buFont typeface="Arial" panose="020B0604020202020204" pitchFamily="34" charset="0"/>
              <a:buNone/>
              <a:tabLst/>
              <a:defRPr/>
            </a:pPr>
            <a:r>
              <a:rPr lang="en-US" dirty="0"/>
              <a:t>Position Title</a:t>
            </a:r>
            <a:br>
              <a:rPr lang="en-US" dirty="0"/>
            </a:br>
            <a:r>
              <a:rPr lang="en-US" dirty="0"/>
              <a:t>Company</a:t>
            </a:r>
          </a:p>
        </p:txBody>
      </p:sp>
      <p:sp>
        <p:nvSpPr>
          <p:cNvPr id="2" name="Title 4">
            <a:extLst>
              <a:ext uri="{FF2B5EF4-FFF2-40B4-BE49-F238E27FC236}">
                <a16:creationId xmlns:a16="http://schemas.microsoft.com/office/drawing/2014/main" id="{6A66A9AA-B808-FA47-A4B5-5BFCA83100EE}"/>
              </a:ext>
            </a:extLst>
          </p:cNvPr>
          <p:cNvSpPr>
            <a:spLocks noGrp="1"/>
          </p:cNvSpPr>
          <p:nvPr>
            <p:ph type="title"/>
          </p:nvPr>
        </p:nvSpPr>
        <p:spPr>
          <a:xfrm>
            <a:off x="624418" y="531941"/>
            <a:ext cx="10943168" cy="327600"/>
          </a:xfrm>
        </p:spPr>
        <p:txBody>
          <a:bodyPr>
            <a:noAutofit/>
          </a:bodyPr>
          <a:lstStyle>
            <a:lvl1pPr>
              <a:defRPr sz="2400"/>
            </a:lvl1pPr>
          </a:lstStyle>
          <a:p>
            <a:r>
              <a:rPr lang="en-US"/>
              <a:t>Click to edit Master title style</a:t>
            </a:r>
            <a:endParaRPr lang="en-US" dirty="0"/>
          </a:p>
        </p:txBody>
      </p:sp>
      <p:sp>
        <p:nvSpPr>
          <p:cNvPr id="3" name="Text Placeholder 3">
            <a:extLst>
              <a:ext uri="{FF2B5EF4-FFF2-40B4-BE49-F238E27FC236}">
                <a16:creationId xmlns:a16="http://schemas.microsoft.com/office/drawing/2014/main" id="{92220947-0D2E-8497-292E-4B2965F9FABC}"/>
              </a:ext>
            </a:extLst>
          </p:cNvPr>
          <p:cNvSpPr>
            <a:spLocks noGrp="1"/>
          </p:cNvSpPr>
          <p:nvPr>
            <p:ph type="body" sz="quarter" idx="11"/>
          </p:nvPr>
        </p:nvSpPr>
        <p:spPr>
          <a:xfrm>
            <a:off x="624418" y="919921"/>
            <a:ext cx="10943168" cy="216559"/>
          </a:xfrm>
          <a:prstGeom prst="rect">
            <a:avLst/>
          </a:prstGeom>
        </p:spPr>
        <p:txBody>
          <a:bodyPr>
            <a:noAutofit/>
          </a:bodyPr>
          <a:lstStyle>
            <a:lvl1pPr marL="0" indent="0">
              <a:spcBef>
                <a:spcPts val="0"/>
              </a:spcBef>
              <a:buFontTx/>
              <a:buNone/>
              <a:defRPr sz="1600" b="0"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Click to edit Master text styles</a:t>
            </a:r>
          </a:p>
        </p:txBody>
      </p:sp>
      <p:cxnSp>
        <p:nvCxnSpPr>
          <p:cNvPr id="5" name="Straight Connector 4">
            <a:extLst>
              <a:ext uri="{FF2B5EF4-FFF2-40B4-BE49-F238E27FC236}">
                <a16:creationId xmlns:a16="http://schemas.microsoft.com/office/drawing/2014/main" id="{EE2B06E5-9634-295B-3ADD-E4DCD100E4DF}"/>
              </a:ext>
            </a:extLst>
          </p:cNvPr>
          <p:cNvCxnSpPr>
            <a:cxnSpLocks/>
          </p:cNvCxnSpPr>
          <p:nvPr/>
        </p:nvCxnSpPr>
        <p:spPr>
          <a:xfrm>
            <a:off x="8507153" y="2845212"/>
            <a:ext cx="3060797" cy="0"/>
          </a:xfrm>
          <a:prstGeom prst="line">
            <a:avLst/>
          </a:prstGeom>
          <a:ln w="12700">
            <a:solidFill>
              <a:schemeClr val="tx2">
                <a:lumMod val="90000"/>
              </a:schemeClr>
            </a:solidFill>
          </a:ln>
        </p:spPr>
        <p:style>
          <a:lnRef idx="1">
            <a:schemeClr val="accent5"/>
          </a:lnRef>
          <a:fillRef idx="0">
            <a:schemeClr val="accent5"/>
          </a:fillRef>
          <a:effectRef idx="0">
            <a:schemeClr val="accent5"/>
          </a:effectRef>
          <a:fontRef idx="minor">
            <a:schemeClr val="tx1"/>
          </a:fontRef>
        </p:style>
      </p:cxnSp>
      <p:cxnSp>
        <p:nvCxnSpPr>
          <p:cNvPr id="6" name="Straight Connector 5">
            <a:extLst>
              <a:ext uri="{FF2B5EF4-FFF2-40B4-BE49-F238E27FC236}">
                <a16:creationId xmlns:a16="http://schemas.microsoft.com/office/drawing/2014/main" id="{67760700-80D7-522A-163E-2A1C046630AA}"/>
              </a:ext>
            </a:extLst>
          </p:cNvPr>
          <p:cNvCxnSpPr>
            <a:cxnSpLocks/>
          </p:cNvCxnSpPr>
          <p:nvPr/>
        </p:nvCxnSpPr>
        <p:spPr>
          <a:xfrm>
            <a:off x="4565784" y="2845212"/>
            <a:ext cx="3060797" cy="0"/>
          </a:xfrm>
          <a:prstGeom prst="line">
            <a:avLst/>
          </a:prstGeom>
          <a:ln w="12700">
            <a:solidFill>
              <a:schemeClr val="tx2">
                <a:lumMod val="90000"/>
              </a:schemeClr>
            </a:solidFill>
          </a:ln>
        </p:spPr>
        <p:style>
          <a:lnRef idx="1">
            <a:schemeClr val="accent5"/>
          </a:lnRef>
          <a:fillRef idx="0">
            <a:schemeClr val="accent5"/>
          </a:fillRef>
          <a:effectRef idx="0">
            <a:schemeClr val="accent5"/>
          </a:effectRef>
          <a:fontRef idx="minor">
            <a:schemeClr val="tx1"/>
          </a:fontRef>
        </p:style>
      </p:cxnSp>
      <p:cxnSp>
        <p:nvCxnSpPr>
          <p:cNvPr id="7" name="Straight Connector 6">
            <a:extLst>
              <a:ext uri="{FF2B5EF4-FFF2-40B4-BE49-F238E27FC236}">
                <a16:creationId xmlns:a16="http://schemas.microsoft.com/office/drawing/2014/main" id="{581FD732-3C0F-E693-C58F-69363A184C47}"/>
              </a:ext>
            </a:extLst>
          </p:cNvPr>
          <p:cNvCxnSpPr>
            <a:cxnSpLocks/>
          </p:cNvCxnSpPr>
          <p:nvPr/>
        </p:nvCxnSpPr>
        <p:spPr>
          <a:xfrm>
            <a:off x="624419" y="2845212"/>
            <a:ext cx="3060797" cy="0"/>
          </a:xfrm>
          <a:prstGeom prst="line">
            <a:avLst/>
          </a:prstGeom>
          <a:ln w="12700">
            <a:solidFill>
              <a:schemeClr val="tx2">
                <a:lumMod val="90000"/>
              </a:schemeClr>
            </a:solidFill>
          </a:ln>
        </p:spPr>
        <p:style>
          <a:lnRef idx="1">
            <a:schemeClr val="accent5"/>
          </a:lnRef>
          <a:fillRef idx="0">
            <a:schemeClr val="accent5"/>
          </a:fillRef>
          <a:effectRef idx="0">
            <a:schemeClr val="accent5"/>
          </a:effectRef>
          <a:fontRef idx="minor">
            <a:schemeClr val="tx1"/>
          </a:fontRef>
        </p:style>
      </p:cxnSp>
      <p:cxnSp>
        <p:nvCxnSpPr>
          <p:cNvPr id="23" name="Straight Connector 22">
            <a:extLst>
              <a:ext uri="{FF2B5EF4-FFF2-40B4-BE49-F238E27FC236}">
                <a16:creationId xmlns:a16="http://schemas.microsoft.com/office/drawing/2014/main" id="{36BFF45B-8186-4C0C-8AB3-8DC57080EE2F}"/>
              </a:ext>
            </a:extLst>
          </p:cNvPr>
          <p:cNvCxnSpPr>
            <a:cxnSpLocks/>
          </p:cNvCxnSpPr>
          <p:nvPr userDrawn="1"/>
        </p:nvCxnSpPr>
        <p:spPr>
          <a:xfrm>
            <a:off x="8507153" y="2845212"/>
            <a:ext cx="3060797" cy="0"/>
          </a:xfrm>
          <a:prstGeom prst="line">
            <a:avLst/>
          </a:prstGeom>
          <a:ln w="12700">
            <a:solidFill>
              <a:schemeClr val="tx2">
                <a:lumMod val="90000"/>
              </a:schemeClr>
            </a:solidFill>
          </a:ln>
        </p:spPr>
        <p:style>
          <a:lnRef idx="1">
            <a:schemeClr val="accent5"/>
          </a:lnRef>
          <a:fillRef idx="0">
            <a:schemeClr val="accent5"/>
          </a:fillRef>
          <a:effectRef idx="0">
            <a:schemeClr val="accent5"/>
          </a:effectRef>
          <a:fontRef idx="minor">
            <a:schemeClr val="tx1"/>
          </a:fontRef>
        </p:style>
      </p:cxnSp>
      <p:cxnSp>
        <p:nvCxnSpPr>
          <p:cNvPr id="25" name="Straight Connector 24">
            <a:extLst>
              <a:ext uri="{FF2B5EF4-FFF2-40B4-BE49-F238E27FC236}">
                <a16:creationId xmlns:a16="http://schemas.microsoft.com/office/drawing/2014/main" id="{EBAC2448-7DE1-42E0-83DF-7E206E289572}"/>
              </a:ext>
            </a:extLst>
          </p:cNvPr>
          <p:cNvCxnSpPr>
            <a:cxnSpLocks/>
          </p:cNvCxnSpPr>
          <p:nvPr userDrawn="1"/>
        </p:nvCxnSpPr>
        <p:spPr>
          <a:xfrm>
            <a:off x="4565784" y="2845212"/>
            <a:ext cx="3060797" cy="0"/>
          </a:xfrm>
          <a:prstGeom prst="line">
            <a:avLst/>
          </a:prstGeom>
          <a:ln w="12700">
            <a:solidFill>
              <a:schemeClr val="tx2">
                <a:lumMod val="90000"/>
              </a:schemeClr>
            </a:solidFill>
          </a:ln>
        </p:spPr>
        <p:style>
          <a:lnRef idx="1">
            <a:schemeClr val="accent5"/>
          </a:lnRef>
          <a:fillRef idx="0">
            <a:schemeClr val="accent5"/>
          </a:fillRef>
          <a:effectRef idx="0">
            <a:schemeClr val="accent5"/>
          </a:effectRef>
          <a:fontRef idx="minor">
            <a:schemeClr val="tx1"/>
          </a:fontRef>
        </p:style>
      </p:cxnSp>
      <p:cxnSp>
        <p:nvCxnSpPr>
          <p:cNvPr id="26" name="Straight Connector 25">
            <a:extLst>
              <a:ext uri="{FF2B5EF4-FFF2-40B4-BE49-F238E27FC236}">
                <a16:creationId xmlns:a16="http://schemas.microsoft.com/office/drawing/2014/main" id="{765C5834-613E-4DE0-9BF7-DC3E59980921}"/>
              </a:ext>
            </a:extLst>
          </p:cNvPr>
          <p:cNvCxnSpPr>
            <a:cxnSpLocks/>
          </p:cNvCxnSpPr>
          <p:nvPr userDrawn="1"/>
        </p:nvCxnSpPr>
        <p:spPr>
          <a:xfrm>
            <a:off x="624419" y="2845212"/>
            <a:ext cx="3060797" cy="0"/>
          </a:xfrm>
          <a:prstGeom prst="line">
            <a:avLst/>
          </a:prstGeom>
          <a:ln w="12700">
            <a:solidFill>
              <a:schemeClr val="tx2">
                <a:lumMod val="90000"/>
              </a:schemeClr>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0787437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Slide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D3C4E71-4AC6-0E8C-4C97-E14713F914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1403" y="561107"/>
            <a:ext cx="2276391" cy="621792"/>
          </a:xfrm>
          <a:prstGeom prst="rect">
            <a:avLst/>
          </a:prstGeom>
        </p:spPr>
      </p:pic>
      <p:sp useBgFill="1">
        <p:nvSpPr>
          <p:cNvPr id="4" name="Rectangle 3">
            <a:extLst>
              <a:ext uri="{FF2B5EF4-FFF2-40B4-BE49-F238E27FC236}">
                <a16:creationId xmlns:a16="http://schemas.microsoft.com/office/drawing/2014/main" id="{246D5555-422E-C626-52E5-3EA335AFD2B8}"/>
              </a:ext>
            </a:extLst>
          </p:cNvPr>
          <p:cNvSpPr/>
          <p:nvPr/>
        </p:nvSpPr>
        <p:spPr>
          <a:xfrm>
            <a:off x="9394520" y="6365379"/>
            <a:ext cx="2797479"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757527-F68B-452C-85A9-A7EB38F0EA5E}"/>
              </a:ext>
            </a:extLst>
          </p:cNvPr>
          <p:cNvSpPr>
            <a:spLocks noGrp="1"/>
          </p:cNvSpPr>
          <p:nvPr>
            <p:ph type="ctrTitle"/>
          </p:nvPr>
        </p:nvSpPr>
        <p:spPr>
          <a:xfrm>
            <a:off x="511403" y="2034727"/>
            <a:ext cx="5760720" cy="3108960"/>
          </a:xfrm>
        </p:spPr>
        <p:txBody>
          <a:bodyPr anchor="t">
            <a:normAutofit/>
          </a:bodyPr>
          <a:lstStyle>
            <a:lvl1pPr algn="l">
              <a:lnSpc>
                <a:spcPct val="100000"/>
              </a:lnSpc>
              <a:defRPr sz="4800">
                <a:solidFill>
                  <a:schemeClr val="tx2"/>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CC0A3912-2609-473F-95E6-4D6F5BBB7B8B}"/>
              </a:ext>
            </a:extLst>
          </p:cNvPr>
          <p:cNvSpPr>
            <a:spLocks noGrp="1"/>
          </p:cNvSpPr>
          <p:nvPr>
            <p:ph type="subTitle" idx="1"/>
          </p:nvPr>
        </p:nvSpPr>
        <p:spPr>
          <a:xfrm>
            <a:off x="511404" y="5287505"/>
            <a:ext cx="5760720" cy="457200"/>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10" name="Text Placeholder 2">
            <a:extLst>
              <a:ext uri="{FF2B5EF4-FFF2-40B4-BE49-F238E27FC236}">
                <a16:creationId xmlns:a16="http://schemas.microsoft.com/office/drawing/2014/main" id="{0E63434A-9FBF-5C34-D829-DD738B61DF43}"/>
              </a:ext>
            </a:extLst>
          </p:cNvPr>
          <p:cNvSpPr>
            <a:spLocks noGrp="1"/>
          </p:cNvSpPr>
          <p:nvPr>
            <p:ph type="body" idx="10" hasCustomPrompt="1"/>
          </p:nvPr>
        </p:nvSpPr>
        <p:spPr>
          <a:xfrm>
            <a:off x="511404" y="6080760"/>
            <a:ext cx="5760720" cy="284619"/>
          </a:xfrm>
        </p:spPr>
        <p:txBody>
          <a:bodyPr/>
          <a:lstStyle>
            <a:lvl1pPr marL="0" indent="0">
              <a:spcBef>
                <a:spcPts val="0"/>
              </a:spcBef>
              <a:buNone/>
              <a:defRPr sz="1600" b="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date</a:t>
            </a:r>
          </a:p>
        </p:txBody>
      </p:sp>
      <p:sp>
        <p:nvSpPr>
          <p:cNvPr id="5" name="Footer Placeholder 4">
            <a:extLst>
              <a:ext uri="{FF2B5EF4-FFF2-40B4-BE49-F238E27FC236}">
                <a16:creationId xmlns:a16="http://schemas.microsoft.com/office/drawing/2014/main" id="{569A1279-8DAB-50EF-7733-08609C6FD308}"/>
              </a:ext>
            </a:extLst>
          </p:cNvPr>
          <p:cNvSpPr>
            <a:spLocks noGrp="1"/>
          </p:cNvSpPr>
          <p:nvPr>
            <p:ph type="ftr" sz="quarter" idx="11"/>
          </p:nvPr>
        </p:nvSpPr>
        <p:spPr/>
        <p:txBody>
          <a:bodyPr/>
          <a:lstStyle/>
          <a:p>
            <a:r>
              <a:rPr lang="en-US" dirty="0"/>
              <a:t>XXXXXXX.X.X.GBL.INST</a:t>
            </a:r>
          </a:p>
        </p:txBody>
      </p:sp>
    </p:spTree>
    <p:extLst>
      <p:ext uri="{BB962C8B-B14F-4D97-AF65-F5344CB8AC3E}">
        <p14:creationId xmlns:p14="http://schemas.microsoft.com/office/powerpoint/2010/main" val="258711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3F7FB6-810E-4116-8A6F-C39CE82A8C55}"/>
              </a:ext>
            </a:extLst>
          </p:cNvPr>
          <p:cNvSpPr>
            <a:spLocks noGrp="1"/>
          </p:cNvSpPr>
          <p:nvPr>
            <p:ph type="body" idx="1"/>
          </p:nvPr>
        </p:nvSpPr>
        <p:spPr>
          <a:xfrm>
            <a:off x="513567" y="4164905"/>
            <a:ext cx="9744859" cy="557407"/>
          </a:xfrm>
        </p:spPr>
        <p:txBody>
          <a:bodyPr/>
          <a:lstStyle>
            <a:lvl1pPr marL="0" indent="0">
              <a:spcBef>
                <a:spcPts val="0"/>
              </a:spcBef>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Footer Placeholder 3">
            <a:extLst>
              <a:ext uri="{FF2B5EF4-FFF2-40B4-BE49-F238E27FC236}">
                <a16:creationId xmlns:a16="http://schemas.microsoft.com/office/drawing/2014/main" id="{CDADDFFA-1175-AE1E-0D2D-B2001B4D2ECB}"/>
              </a:ext>
            </a:extLst>
          </p:cNvPr>
          <p:cNvSpPr>
            <a:spLocks noGrp="1"/>
          </p:cNvSpPr>
          <p:nvPr>
            <p:ph type="ftr" sz="quarter" idx="10"/>
          </p:nvPr>
        </p:nvSpPr>
        <p:spPr/>
        <p:txBody>
          <a:bodyPr/>
          <a:lstStyle/>
          <a:p>
            <a:r>
              <a:rPr lang="en-US"/>
              <a:t>XXXXXXX.X.X.GBL.INST</a:t>
            </a:r>
            <a:endParaRPr lang="en-US" dirty="0"/>
          </a:p>
        </p:txBody>
      </p:sp>
      <p:sp>
        <p:nvSpPr>
          <p:cNvPr id="5" name="Title 3">
            <a:extLst>
              <a:ext uri="{FF2B5EF4-FFF2-40B4-BE49-F238E27FC236}">
                <a16:creationId xmlns:a16="http://schemas.microsoft.com/office/drawing/2014/main" id="{74B3BCE2-BF3E-F2AB-5767-7CE77503C055}"/>
              </a:ext>
            </a:extLst>
          </p:cNvPr>
          <p:cNvSpPr>
            <a:spLocks noGrp="1"/>
          </p:cNvSpPr>
          <p:nvPr>
            <p:ph type="title" hasCustomPrompt="1"/>
          </p:nvPr>
        </p:nvSpPr>
        <p:spPr>
          <a:xfrm>
            <a:off x="512064" y="0"/>
            <a:ext cx="9747504" cy="3587750"/>
          </a:xfrm>
        </p:spPr>
        <p:txBody>
          <a:bodyPr anchor="b" anchorCtr="0"/>
          <a:lstStyle>
            <a:lvl1pPr>
              <a:lnSpc>
                <a:spcPct val="104000"/>
              </a:lnSpc>
              <a:defRPr sz="5400"/>
            </a:lvl1pPr>
          </a:lstStyle>
          <a:p>
            <a:r>
              <a:rPr lang="en-US" dirty="0"/>
              <a:t>Divider </a:t>
            </a:r>
            <a:br>
              <a:rPr lang="en-US" dirty="0"/>
            </a:br>
            <a:r>
              <a:rPr lang="en-US" dirty="0"/>
              <a:t>title</a:t>
            </a:r>
          </a:p>
        </p:txBody>
      </p:sp>
    </p:spTree>
    <p:extLst>
      <p:ext uri="{BB962C8B-B14F-4D97-AF65-F5344CB8AC3E}">
        <p14:creationId xmlns:p14="http://schemas.microsoft.com/office/powerpoint/2010/main" val="4029223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6="http://schemas.microsoft.com/office/drawing/2014/main">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1AEF-69B2-CA82-551F-9DE3C21AD455}"/>
              </a:ext>
            </a:extLst>
          </p:cNvPr>
          <p:cNvSpPr>
            <a:spLocks noGrp="1"/>
          </p:cNvSpPr>
          <p:nvPr>
            <p:ph type="title" hasCustomPrompt="1"/>
          </p:nvPr>
        </p:nvSpPr>
        <p:spPr>
          <a:xfrm>
            <a:off x="504825" y="2635250"/>
            <a:ext cx="4038600" cy="1285875"/>
          </a:xfrm>
        </p:spPr>
        <p:txBody>
          <a:bodyPr anchor="ctr"/>
          <a:lstStyle>
            <a:lvl1pPr>
              <a:defRPr sz="8000">
                <a:solidFill>
                  <a:schemeClr val="tx2"/>
                </a:solidFill>
              </a:defRPr>
            </a:lvl1pPr>
          </a:lstStyle>
          <a:p>
            <a:r>
              <a:rPr lang="en-US" dirty="0"/>
              <a:t>Agenda</a:t>
            </a:r>
          </a:p>
        </p:txBody>
      </p:sp>
      <p:sp>
        <p:nvSpPr>
          <p:cNvPr id="4" name="Text Placeholder 4">
            <a:extLst>
              <a:ext uri="{FF2B5EF4-FFF2-40B4-BE49-F238E27FC236}">
                <a16:creationId xmlns:a16="http://schemas.microsoft.com/office/drawing/2014/main" id="{4032E69C-4E35-2824-60E7-2A7B276C2703}"/>
              </a:ext>
            </a:extLst>
          </p:cNvPr>
          <p:cNvSpPr>
            <a:spLocks noGrp="1"/>
          </p:cNvSpPr>
          <p:nvPr>
            <p:ph type="body" sz="quarter" idx="10" hasCustomPrompt="1"/>
          </p:nvPr>
        </p:nvSpPr>
        <p:spPr>
          <a:xfrm>
            <a:off x="4789488" y="857250"/>
            <a:ext cx="6897687" cy="5143499"/>
          </a:xfrm>
        </p:spPr>
        <p:txBody>
          <a:bodyPr anchor="ctr">
            <a:normAutofit/>
          </a:bodyPr>
          <a:lstStyle>
            <a:lvl1pPr>
              <a:spcBef>
                <a:spcPts val="600"/>
              </a:spcBef>
              <a:defRPr sz="2000" b="0">
                <a:solidFill>
                  <a:schemeClr val="tx2"/>
                </a:solidFill>
              </a:defRPr>
            </a:lvl1pPr>
            <a:lvl2pPr marL="0" indent="0">
              <a:buNone/>
              <a:defRPr/>
            </a:lvl2pPr>
          </a:lstStyle>
          <a:p>
            <a:r>
              <a:rPr lang="en-US" dirty="0"/>
              <a:t>This is for presentations with many sections</a:t>
            </a:r>
            <a:br>
              <a:rPr lang="en-US" dirty="0"/>
            </a:br>
            <a:r>
              <a:rPr lang="en-US" dirty="0"/>
              <a:t>Keep your section names short (one line)</a:t>
            </a:r>
            <a:br>
              <a:rPr lang="en-US" dirty="0"/>
            </a:br>
            <a:r>
              <a:rPr lang="en-US" dirty="0"/>
              <a:t>Line item three</a:t>
            </a:r>
            <a:br>
              <a:rPr lang="en-US" dirty="0"/>
            </a:br>
            <a:r>
              <a:rPr lang="en-US" dirty="0"/>
              <a:t>Line item four</a:t>
            </a:r>
            <a:br>
              <a:rPr lang="en-US" dirty="0"/>
            </a:br>
            <a:r>
              <a:rPr lang="en-US" dirty="0"/>
              <a:t>Line item five</a:t>
            </a:r>
            <a:br>
              <a:rPr lang="en-US" dirty="0"/>
            </a:br>
            <a:r>
              <a:rPr lang="en-US" dirty="0"/>
              <a:t>Line item six</a:t>
            </a:r>
            <a:br>
              <a:rPr lang="en-US" dirty="0"/>
            </a:br>
            <a:r>
              <a:rPr lang="en-US" dirty="0"/>
              <a:t>Line item seven</a:t>
            </a:r>
            <a:br>
              <a:rPr lang="en-US" dirty="0"/>
            </a:br>
            <a:r>
              <a:rPr lang="en-US" dirty="0"/>
              <a:t>Line item eight</a:t>
            </a:r>
          </a:p>
        </p:txBody>
      </p:sp>
      <p:sp>
        <p:nvSpPr>
          <p:cNvPr id="3" name="Footer Placeholder 2">
            <a:extLst>
              <a:ext uri="{FF2B5EF4-FFF2-40B4-BE49-F238E27FC236}">
                <a16:creationId xmlns:a16="http://schemas.microsoft.com/office/drawing/2014/main" id="{81CBDA59-651B-FB0B-D5E0-8A6243F8F1B8}"/>
              </a:ext>
            </a:extLst>
          </p:cNvPr>
          <p:cNvSpPr>
            <a:spLocks noGrp="1"/>
          </p:cNvSpPr>
          <p:nvPr>
            <p:ph type="ftr" sz="quarter" idx="11"/>
          </p:nvPr>
        </p:nvSpPr>
        <p:spPr/>
        <p:txBody>
          <a:bodyPr/>
          <a:lstStyle/>
          <a:p>
            <a:r>
              <a:rPr lang="en-US"/>
              <a:t>XXXXXXX.X.X.GBL.INST</a:t>
            </a:r>
            <a:endParaRPr lang="en-US" dirty="0"/>
          </a:p>
        </p:txBody>
      </p:sp>
    </p:spTree>
    <p:extLst>
      <p:ext uri="{BB962C8B-B14F-4D97-AF65-F5344CB8AC3E}">
        <p14:creationId xmlns:p14="http://schemas.microsoft.com/office/powerpoint/2010/main" val="491648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Agenda Intr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8" cy="683128"/>
          </a:xfrm>
        </p:spPr>
        <p:txBody>
          <a:bodyPr/>
          <a:lstStyle>
            <a:lvl1pPr>
              <a:defRPr sz="4000"/>
            </a:lvl1pPr>
          </a:lstStyle>
          <a:p>
            <a:r>
              <a:rPr lang="en-US" dirty="0"/>
              <a:t>Click to add agenda</a:t>
            </a:r>
          </a:p>
        </p:txBody>
      </p:sp>
      <p:sp>
        <p:nvSpPr>
          <p:cNvPr id="5" name="Text Placeholder 4">
            <a:extLst>
              <a:ext uri="{FF2B5EF4-FFF2-40B4-BE49-F238E27FC236}">
                <a16:creationId xmlns:a16="http://schemas.microsoft.com/office/drawing/2014/main" id="{638A5F80-900F-76AF-4129-332041060194}"/>
              </a:ext>
            </a:extLst>
          </p:cNvPr>
          <p:cNvSpPr>
            <a:spLocks noGrp="1"/>
          </p:cNvSpPr>
          <p:nvPr>
            <p:ph type="body" sz="quarter" idx="10" hasCustomPrompt="1"/>
          </p:nvPr>
        </p:nvSpPr>
        <p:spPr>
          <a:xfrm>
            <a:off x="504825" y="1285875"/>
            <a:ext cx="8324850" cy="1714500"/>
          </a:xfrm>
        </p:spPr>
        <p:txBody>
          <a:bodyPr/>
          <a:lstStyle>
            <a:lvl1pPr>
              <a:spcBef>
                <a:spcPts val="600"/>
              </a:spcBef>
              <a:defRPr sz="2000" b="0">
                <a:solidFill>
                  <a:schemeClr val="tx2"/>
                </a:solidFill>
              </a:defRPr>
            </a:lvl1pPr>
            <a:lvl2pPr marL="0" indent="0">
              <a:buNone/>
              <a:defRPr/>
            </a:lvl2pPr>
          </a:lstStyle>
          <a:p>
            <a:r>
              <a:rPr lang="en-US" dirty="0"/>
              <a:t>This is a combined agenda</a:t>
            </a:r>
            <a:br>
              <a:rPr lang="en-US" dirty="0"/>
            </a:br>
            <a:r>
              <a:rPr lang="en-US" dirty="0"/>
              <a:t>Large lines are for presentation sections</a:t>
            </a:r>
            <a:br>
              <a:rPr lang="en-US" dirty="0"/>
            </a:br>
            <a:r>
              <a:rPr lang="en-US" dirty="0"/>
              <a:t>Keep your section names short (one line)</a:t>
            </a:r>
            <a:br>
              <a:rPr lang="en-US" dirty="0"/>
            </a:br>
            <a:r>
              <a:rPr lang="en-US" dirty="0"/>
              <a:t>Maximum four sections</a:t>
            </a:r>
          </a:p>
        </p:txBody>
      </p:sp>
      <p:sp>
        <p:nvSpPr>
          <p:cNvPr id="3" name="Footer Placeholder 2">
            <a:extLst>
              <a:ext uri="{FF2B5EF4-FFF2-40B4-BE49-F238E27FC236}">
                <a16:creationId xmlns:a16="http://schemas.microsoft.com/office/drawing/2014/main" id="{8AEA97E1-80C0-5B07-9551-2AACEB3AEA87}"/>
              </a:ext>
            </a:extLst>
          </p:cNvPr>
          <p:cNvSpPr>
            <a:spLocks noGrp="1"/>
          </p:cNvSpPr>
          <p:nvPr>
            <p:ph type="ftr" sz="quarter" idx="11"/>
          </p:nvPr>
        </p:nvSpPr>
        <p:spPr/>
        <p:txBody>
          <a:bodyPr/>
          <a:lstStyle/>
          <a:p>
            <a:r>
              <a:rPr lang="en-US"/>
              <a:t>XXXXXXX.X.X.GBL.INST</a:t>
            </a:r>
            <a:endParaRPr lang="en-US" dirty="0"/>
          </a:p>
        </p:txBody>
      </p:sp>
    </p:spTree>
    <p:extLst>
      <p:ext uri="{BB962C8B-B14F-4D97-AF65-F5344CB8AC3E}">
        <p14:creationId xmlns:p14="http://schemas.microsoft.com/office/powerpoint/2010/main" val="1533538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Agenda Lo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8" cy="683128"/>
          </a:xfrm>
        </p:spPr>
        <p:txBody>
          <a:bodyPr/>
          <a:lstStyle>
            <a:lvl1pPr>
              <a:defRPr sz="4000"/>
            </a:lvl1pPr>
          </a:lstStyle>
          <a:p>
            <a:r>
              <a:rPr lang="en-US" dirty="0"/>
              <a:t>Click to add agenda</a:t>
            </a:r>
          </a:p>
        </p:txBody>
      </p:sp>
      <p:sp>
        <p:nvSpPr>
          <p:cNvPr id="6" name="Table Placeholder 5">
            <a:extLst>
              <a:ext uri="{FF2B5EF4-FFF2-40B4-BE49-F238E27FC236}">
                <a16:creationId xmlns:a16="http://schemas.microsoft.com/office/drawing/2014/main" id="{63A86495-008D-CE05-04FB-E43BCCB8C6A0}"/>
              </a:ext>
            </a:extLst>
          </p:cNvPr>
          <p:cNvSpPr>
            <a:spLocks noGrp="1"/>
          </p:cNvSpPr>
          <p:nvPr>
            <p:ph type="tbl" sz="quarter" idx="10"/>
          </p:nvPr>
        </p:nvSpPr>
        <p:spPr>
          <a:xfrm>
            <a:off x="504824" y="1714499"/>
            <a:ext cx="11183937" cy="3857625"/>
          </a:xfrm>
        </p:spPr>
        <p:txBody>
          <a:bodyPr/>
          <a:lstStyle>
            <a:lvl1pPr>
              <a:defRPr b="0">
                <a:solidFill>
                  <a:schemeClr val="tx2"/>
                </a:solidFill>
              </a:defRPr>
            </a:lvl1pPr>
          </a:lstStyle>
          <a:p>
            <a:r>
              <a:rPr lang="en-US"/>
              <a:t>Click icon to add table</a:t>
            </a:r>
            <a:endParaRPr lang="en-US" dirty="0"/>
          </a:p>
        </p:txBody>
      </p:sp>
      <p:sp>
        <p:nvSpPr>
          <p:cNvPr id="3" name="Footer Placeholder 2">
            <a:extLst>
              <a:ext uri="{FF2B5EF4-FFF2-40B4-BE49-F238E27FC236}">
                <a16:creationId xmlns:a16="http://schemas.microsoft.com/office/drawing/2014/main" id="{5482D7F3-03DE-3D3C-4ECF-525BAC203CE9}"/>
              </a:ext>
            </a:extLst>
          </p:cNvPr>
          <p:cNvSpPr>
            <a:spLocks noGrp="1"/>
          </p:cNvSpPr>
          <p:nvPr>
            <p:ph type="ftr" sz="quarter" idx="11"/>
          </p:nvPr>
        </p:nvSpPr>
        <p:spPr/>
        <p:txBody>
          <a:bodyPr/>
          <a:lstStyle/>
          <a:p>
            <a:r>
              <a:rPr lang="en-US"/>
              <a:t>XXXXXXX.X.X.GBL.INST</a:t>
            </a:r>
            <a:endParaRPr lang="en-US" dirty="0"/>
          </a:p>
        </p:txBody>
      </p:sp>
    </p:spTree>
    <p:extLst>
      <p:ext uri="{BB962C8B-B14F-4D97-AF65-F5344CB8AC3E}">
        <p14:creationId xmlns:p14="http://schemas.microsoft.com/office/powerpoint/2010/main" val="3682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C087C-ADC7-471D-9779-65728514A9D9}"/>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F329DDF-1E90-40B7-97C4-3D8294054120}"/>
              </a:ext>
            </a:extLst>
          </p:cNvPr>
          <p:cNvSpPr>
            <a:spLocks noGrp="1"/>
          </p:cNvSpPr>
          <p:nvPr>
            <p:ph idx="1"/>
          </p:nvPr>
        </p:nvSpPr>
        <p:spPr>
          <a:xfrm>
            <a:off x="504825" y="1828800"/>
            <a:ext cx="832485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E3B2E980-01D0-B782-7A89-5A8F604732F6}"/>
              </a:ext>
            </a:extLst>
          </p:cNvPr>
          <p:cNvSpPr>
            <a:spLocks noGrp="1"/>
          </p:cNvSpPr>
          <p:nvPr>
            <p:ph type="subTitle" idx="10"/>
          </p:nvPr>
        </p:nvSpPr>
        <p:spPr>
          <a:xfrm>
            <a:off x="504825" y="1285875"/>
            <a:ext cx="11183938" cy="299434"/>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Text Placeholder 3">
            <a:extLst>
              <a:ext uri="{FF2B5EF4-FFF2-40B4-BE49-F238E27FC236}">
                <a16:creationId xmlns:a16="http://schemas.microsoft.com/office/drawing/2014/main" id="{5CE38D2A-2D5B-B784-0C2A-ADF6CEE58EAE}"/>
              </a:ext>
            </a:extLst>
          </p:cNvPr>
          <p:cNvSpPr>
            <a:spLocks noGrp="1"/>
          </p:cNvSpPr>
          <p:nvPr>
            <p:ph type="body" sz="half" idx="2"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4" name="Footer Placeholder 3">
            <a:extLst>
              <a:ext uri="{FF2B5EF4-FFF2-40B4-BE49-F238E27FC236}">
                <a16:creationId xmlns:a16="http://schemas.microsoft.com/office/drawing/2014/main" id="{BB0828B8-589D-6EEF-2762-373603DB1CB6}"/>
              </a:ext>
            </a:extLst>
          </p:cNvPr>
          <p:cNvSpPr>
            <a:spLocks noGrp="1"/>
          </p:cNvSpPr>
          <p:nvPr>
            <p:ph type="ftr" sz="quarter" idx="11"/>
          </p:nvPr>
        </p:nvSpPr>
        <p:spPr/>
        <p:txBody>
          <a:bodyPr/>
          <a:lstStyle/>
          <a:p>
            <a:r>
              <a:rPr lang="en-US"/>
              <a:t>XXXXXXX.X.X.GBL.INST</a:t>
            </a:r>
            <a:endParaRPr lang="en-US" dirty="0"/>
          </a:p>
        </p:txBody>
      </p:sp>
    </p:spTree>
    <p:extLst>
      <p:ext uri="{BB962C8B-B14F-4D97-AF65-F5344CB8AC3E}">
        <p14:creationId xmlns:p14="http://schemas.microsoft.com/office/powerpoint/2010/main" val="4038817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6" y="1828799"/>
            <a:ext cx="5467350"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38" y="1828799"/>
            <a:ext cx="5467350"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Text Placeholder 3">
            <a:extLst>
              <a:ext uri="{FF2B5EF4-FFF2-40B4-BE49-F238E27FC236}">
                <a16:creationId xmlns:a16="http://schemas.microsoft.com/office/drawing/2014/main" id="{4508E9B8-AF29-A6AE-3A3A-43D51D2203CE}"/>
              </a:ext>
            </a:extLst>
          </p:cNvPr>
          <p:cNvSpPr>
            <a:spLocks noGrp="1"/>
          </p:cNvSpPr>
          <p:nvPr>
            <p:ph type="body" sz="half" idx="11"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7" name="Footer Placeholder 6">
            <a:extLst>
              <a:ext uri="{FF2B5EF4-FFF2-40B4-BE49-F238E27FC236}">
                <a16:creationId xmlns:a16="http://schemas.microsoft.com/office/drawing/2014/main" id="{C3282214-2EC4-58D1-6FDE-0915FFF73104}"/>
              </a:ext>
            </a:extLst>
          </p:cNvPr>
          <p:cNvSpPr>
            <a:spLocks noGrp="1"/>
          </p:cNvSpPr>
          <p:nvPr>
            <p:ph type="ftr" sz="quarter" idx="12"/>
          </p:nvPr>
        </p:nvSpPr>
        <p:spPr/>
        <p:txBody>
          <a:bodyPr/>
          <a:lstStyle/>
          <a:p>
            <a:r>
              <a:rPr lang="en-US"/>
              <a:t>XXXXXXX.X.X.GBL.INST</a:t>
            </a:r>
            <a:endParaRPr lang="en-US" dirty="0"/>
          </a:p>
        </p:txBody>
      </p:sp>
    </p:spTree>
    <p:extLst>
      <p:ext uri="{BB962C8B-B14F-4D97-AF65-F5344CB8AC3E}">
        <p14:creationId xmlns:p14="http://schemas.microsoft.com/office/powerpoint/2010/main" val="574998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2642B4-0CC8-4104-857F-4836973BD33E}"/>
              </a:ext>
            </a:extLst>
          </p:cNvPr>
          <p:cNvSpPr>
            <a:spLocks noGrp="1"/>
          </p:cNvSpPr>
          <p:nvPr>
            <p:ph type="body" idx="1"/>
          </p:nvPr>
        </p:nvSpPr>
        <p:spPr>
          <a:xfrm>
            <a:off x="504826" y="1828800"/>
            <a:ext cx="5467349" cy="361950"/>
          </a:xfrm>
        </p:spPr>
        <p:txBody>
          <a:bodyPr anchor="t"/>
          <a:lstStyle>
            <a:lvl1pPr marL="0" indent="0">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8BF76D-D5E1-4698-9C97-D58273F22DF9}"/>
              </a:ext>
            </a:extLst>
          </p:cNvPr>
          <p:cNvSpPr>
            <a:spLocks noGrp="1"/>
          </p:cNvSpPr>
          <p:nvPr>
            <p:ph sz="half" idx="2"/>
          </p:nvPr>
        </p:nvSpPr>
        <p:spPr>
          <a:xfrm>
            <a:off x="504826" y="2263302"/>
            <a:ext cx="5467350"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CFAA2066-1D7A-4CFB-A042-5BC8A31E9675}"/>
              </a:ext>
            </a:extLst>
          </p:cNvPr>
          <p:cNvSpPr>
            <a:spLocks noGrp="1"/>
          </p:cNvSpPr>
          <p:nvPr>
            <p:ph type="body" sz="quarter" idx="3"/>
          </p:nvPr>
        </p:nvSpPr>
        <p:spPr>
          <a:xfrm>
            <a:off x="6219826" y="1828800"/>
            <a:ext cx="5467348" cy="361950"/>
          </a:xfrm>
        </p:spPr>
        <p:txBody>
          <a:bodyPr anchor="t"/>
          <a:lstStyle>
            <a:lvl1pPr marL="0" indent="0">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6676E0-66A1-4897-A9E9-A45BA6558473}"/>
              </a:ext>
            </a:extLst>
          </p:cNvPr>
          <p:cNvSpPr>
            <a:spLocks noGrp="1"/>
          </p:cNvSpPr>
          <p:nvPr>
            <p:ph sz="quarter" idx="4"/>
          </p:nvPr>
        </p:nvSpPr>
        <p:spPr>
          <a:xfrm>
            <a:off x="6219826" y="2263302"/>
            <a:ext cx="5467348"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itle 6">
            <a:extLst>
              <a:ext uri="{FF2B5EF4-FFF2-40B4-BE49-F238E27FC236}">
                <a16:creationId xmlns:a16="http://schemas.microsoft.com/office/drawing/2014/main" id="{57025606-624F-386A-F3F1-DDEF7049F912}"/>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E8F851E7-8143-E09D-9CBA-C39D2AFD816C}"/>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ext Placeholder 3">
            <a:extLst>
              <a:ext uri="{FF2B5EF4-FFF2-40B4-BE49-F238E27FC236}">
                <a16:creationId xmlns:a16="http://schemas.microsoft.com/office/drawing/2014/main" id="{EB572AE9-B92E-A247-B3ED-74E0C5870284}"/>
              </a:ext>
            </a:extLst>
          </p:cNvPr>
          <p:cNvSpPr>
            <a:spLocks noGrp="1"/>
          </p:cNvSpPr>
          <p:nvPr>
            <p:ph type="body" sz="half" idx="11"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9" name="Footer Placeholder 8">
            <a:extLst>
              <a:ext uri="{FF2B5EF4-FFF2-40B4-BE49-F238E27FC236}">
                <a16:creationId xmlns:a16="http://schemas.microsoft.com/office/drawing/2014/main" id="{0DB28C47-396A-4E5D-D378-5A6A17DB48A6}"/>
              </a:ext>
            </a:extLst>
          </p:cNvPr>
          <p:cNvSpPr>
            <a:spLocks noGrp="1"/>
          </p:cNvSpPr>
          <p:nvPr>
            <p:ph type="ftr" sz="quarter" idx="12"/>
          </p:nvPr>
        </p:nvSpPr>
        <p:spPr/>
        <p:txBody>
          <a:bodyPr/>
          <a:lstStyle/>
          <a:p>
            <a:r>
              <a:rPr lang="en-US"/>
              <a:t>XXXXXXX.X.X.GBL.INST</a:t>
            </a:r>
            <a:endParaRPr lang="en-US" dirty="0"/>
          </a:p>
        </p:txBody>
      </p:sp>
    </p:spTree>
    <p:extLst>
      <p:ext uri="{BB962C8B-B14F-4D97-AF65-F5344CB8AC3E}">
        <p14:creationId xmlns:p14="http://schemas.microsoft.com/office/powerpoint/2010/main" val="3092218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4313239"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8121652" y="1828800"/>
            <a:ext cx="3567112"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3">
            <a:extLst>
              <a:ext uri="{FF2B5EF4-FFF2-40B4-BE49-F238E27FC236}">
                <a16:creationId xmlns:a16="http://schemas.microsoft.com/office/drawing/2014/main" id="{A605323A-761D-AC55-FFA5-1A9B9A30BEBC}"/>
              </a:ext>
            </a:extLst>
          </p:cNvPr>
          <p:cNvSpPr>
            <a:spLocks noGrp="1"/>
          </p:cNvSpPr>
          <p:nvPr>
            <p:ph type="body" sz="half" idx="12"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8" name="Footer Placeholder 7">
            <a:extLst>
              <a:ext uri="{FF2B5EF4-FFF2-40B4-BE49-F238E27FC236}">
                <a16:creationId xmlns:a16="http://schemas.microsoft.com/office/drawing/2014/main" id="{6EADC917-1F4D-9AA2-10B4-34ECA961C6F8}"/>
              </a:ext>
            </a:extLst>
          </p:cNvPr>
          <p:cNvSpPr>
            <a:spLocks noGrp="1"/>
          </p:cNvSpPr>
          <p:nvPr>
            <p:ph type="ftr" sz="quarter" idx="13"/>
          </p:nvPr>
        </p:nvSpPr>
        <p:spPr/>
        <p:txBody>
          <a:bodyPr/>
          <a:lstStyle/>
          <a:p>
            <a:r>
              <a:rPr lang="en-US"/>
              <a:t>XXXXXXX.X.X.GBL.INST</a:t>
            </a:r>
            <a:endParaRPr lang="en-US" dirty="0"/>
          </a:p>
        </p:txBody>
      </p:sp>
    </p:spTree>
    <p:extLst>
      <p:ext uri="{BB962C8B-B14F-4D97-AF65-F5344CB8AC3E}">
        <p14:creationId xmlns:p14="http://schemas.microsoft.com/office/powerpoint/2010/main" val="2243984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3362325" y="1828800"/>
            <a:ext cx="2609850"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6218238" y="1828800"/>
            <a:ext cx="2609850"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3">
            <a:extLst>
              <a:ext uri="{FF2B5EF4-FFF2-40B4-BE49-F238E27FC236}">
                <a16:creationId xmlns:a16="http://schemas.microsoft.com/office/drawing/2014/main" id="{4A1C3E2B-A6B8-CD6F-8EE4-ACF923A19FAF}"/>
              </a:ext>
            </a:extLst>
          </p:cNvPr>
          <p:cNvSpPr>
            <a:spLocks noGrp="1"/>
          </p:cNvSpPr>
          <p:nvPr>
            <p:ph sz="half" idx="12"/>
          </p:nvPr>
        </p:nvSpPr>
        <p:spPr>
          <a:xfrm>
            <a:off x="9077325"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3">
            <a:extLst>
              <a:ext uri="{FF2B5EF4-FFF2-40B4-BE49-F238E27FC236}">
                <a16:creationId xmlns:a16="http://schemas.microsoft.com/office/drawing/2014/main" id="{3AC471FE-4E6F-207A-F6B0-9B773955F24F}"/>
              </a:ext>
            </a:extLst>
          </p:cNvPr>
          <p:cNvSpPr>
            <a:spLocks noGrp="1"/>
          </p:cNvSpPr>
          <p:nvPr>
            <p:ph type="body" sz="half" idx="13"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8" name="Footer Placeholder 7">
            <a:extLst>
              <a:ext uri="{FF2B5EF4-FFF2-40B4-BE49-F238E27FC236}">
                <a16:creationId xmlns:a16="http://schemas.microsoft.com/office/drawing/2014/main" id="{F6275B4E-8A16-5B09-113B-A1457D892A57}"/>
              </a:ext>
            </a:extLst>
          </p:cNvPr>
          <p:cNvSpPr>
            <a:spLocks noGrp="1"/>
          </p:cNvSpPr>
          <p:nvPr>
            <p:ph type="ftr" sz="quarter" idx="14"/>
          </p:nvPr>
        </p:nvSpPr>
        <p:spPr/>
        <p:txBody>
          <a:bodyPr/>
          <a:lstStyle/>
          <a:p>
            <a:r>
              <a:rPr lang="en-US"/>
              <a:t>XXXXXXX.X.X.GBL.INST</a:t>
            </a:r>
            <a:endParaRPr lang="en-US" dirty="0"/>
          </a:p>
        </p:txBody>
      </p:sp>
    </p:spTree>
    <p:extLst>
      <p:ext uri="{BB962C8B-B14F-4D97-AF65-F5344CB8AC3E}">
        <p14:creationId xmlns:p14="http://schemas.microsoft.com/office/powerpoint/2010/main" val="2944807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ntent + Char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6" y="1828800"/>
            <a:ext cx="546735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38" y="428625"/>
            <a:ext cx="5467350" cy="557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5467350"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Title 5">
            <a:extLst>
              <a:ext uri="{FF2B5EF4-FFF2-40B4-BE49-F238E27FC236}">
                <a16:creationId xmlns:a16="http://schemas.microsoft.com/office/drawing/2014/main" id="{2A817094-1331-B2E1-2BF4-B435B1DD7B46}"/>
              </a:ext>
            </a:extLst>
          </p:cNvPr>
          <p:cNvSpPr>
            <a:spLocks noGrp="1"/>
          </p:cNvSpPr>
          <p:nvPr>
            <p:ph type="title"/>
          </p:nvPr>
        </p:nvSpPr>
        <p:spPr>
          <a:xfrm>
            <a:off x="504825" y="310896"/>
            <a:ext cx="5467350" cy="822960"/>
          </a:xfrm>
        </p:spPr>
        <p:txBody>
          <a:bodyPr/>
          <a:lstStyle/>
          <a:p>
            <a:r>
              <a:rPr lang="en-US"/>
              <a:t>Click to edit Master title style</a:t>
            </a:r>
            <a:endParaRPr lang="en-US" dirty="0"/>
          </a:p>
        </p:txBody>
      </p:sp>
      <p:sp>
        <p:nvSpPr>
          <p:cNvPr id="2" name="Text Placeholder 3">
            <a:extLst>
              <a:ext uri="{FF2B5EF4-FFF2-40B4-BE49-F238E27FC236}">
                <a16:creationId xmlns:a16="http://schemas.microsoft.com/office/drawing/2014/main" id="{7C89D5B4-7365-103E-16E3-D3504C1D2C06}"/>
              </a:ext>
            </a:extLst>
          </p:cNvPr>
          <p:cNvSpPr>
            <a:spLocks noGrp="1"/>
          </p:cNvSpPr>
          <p:nvPr>
            <p:ph type="body" sz="half" idx="11"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7" name="Footer Placeholder 6">
            <a:extLst>
              <a:ext uri="{FF2B5EF4-FFF2-40B4-BE49-F238E27FC236}">
                <a16:creationId xmlns:a16="http://schemas.microsoft.com/office/drawing/2014/main" id="{FB5D8A0F-B03F-B2E5-5B8B-D1210C31114F}"/>
              </a:ext>
            </a:extLst>
          </p:cNvPr>
          <p:cNvSpPr>
            <a:spLocks noGrp="1"/>
          </p:cNvSpPr>
          <p:nvPr>
            <p:ph type="ftr" sz="quarter" idx="12"/>
          </p:nvPr>
        </p:nvSpPr>
        <p:spPr/>
        <p:txBody>
          <a:bodyPr/>
          <a:lstStyle/>
          <a:p>
            <a:r>
              <a:rPr lang="en-US"/>
              <a:t>XXXXXXX.X.X.GBL.INST</a:t>
            </a:r>
            <a:endParaRPr lang="en-US" dirty="0"/>
          </a:p>
        </p:txBody>
      </p:sp>
    </p:spTree>
    <p:extLst>
      <p:ext uri="{BB962C8B-B14F-4D97-AF65-F5344CB8AC3E}">
        <p14:creationId xmlns:p14="http://schemas.microsoft.com/office/powerpoint/2010/main" val="1675293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8922F-BA9F-4562-A612-00FB61040E0C}"/>
              </a:ext>
            </a:extLst>
          </p:cNvPr>
          <p:cNvSpPr>
            <a:spLocks noGrp="1"/>
          </p:cNvSpPr>
          <p:nvPr>
            <p:ph type="title"/>
          </p:nvPr>
        </p:nvSpPr>
        <p:spPr/>
        <p:txBody>
          <a:bodyPr/>
          <a:lstStyle/>
          <a:p>
            <a:r>
              <a:rPr lang="en-US"/>
              <a:t>Click to edit Master title style</a:t>
            </a:r>
            <a:endParaRPr lang="en-GB" dirty="0"/>
          </a:p>
        </p:txBody>
      </p:sp>
      <p:sp>
        <p:nvSpPr>
          <p:cNvPr id="3" name="Subtitle 2">
            <a:extLst>
              <a:ext uri="{FF2B5EF4-FFF2-40B4-BE49-F238E27FC236}">
                <a16:creationId xmlns:a16="http://schemas.microsoft.com/office/drawing/2014/main" id="{C191D88D-9FEA-1ECD-113E-E4DB8761DEBC}"/>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Text Placeholder 3">
            <a:extLst>
              <a:ext uri="{FF2B5EF4-FFF2-40B4-BE49-F238E27FC236}">
                <a16:creationId xmlns:a16="http://schemas.microsoft.com/office/drawing/2014/main" id="{A8393D59-44BF-1B93-A65A-4AB9A9A383D6}"/>
              </a:ext>
            </a:extLst>
          </p:cNvPr>
          <p:cNvSpPr>
            <a:spLocks noGrp="1"/>
          </p:cNvSpPr>
          <p:nvPr>
            <p:ph type="body" sz="half" idx="2"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5" name="Footer Placeholder 4">
            <a:extLst>
              <a:ext uri="{FF2B5EF4-FFF2-40B4-BE49-F238E27FC236}">
                <a16:creationId xmlns:a16="http://schemas.microsoft.com/office/drawing/2014/main" id="{EF7B56B3-64A8-DB7E-2704-E61C9048099F}"/>
              </a:ext>
            </a:extLst>
          </p:cNvPr>
          <p:cNvSpPr>
            <a:spLocks noGrp="1"/>
          </p:cNvSpPr>
          <p:nvPr>
            <p:ph type="ftr" sz="quarter" idx="11"/>
          </p:nvPr>
        </p:nvSpPr>
        <p:spPr/>
        <p:txBody>
          <a:bodyPr/>
          <a:lstStyle/>
          <a:p>
            <a:r>
              <a:rPr lang="en-US"/>
              <a:t>XXXXXXX.X.X.GBL.INST</a:t>
            </a:r>
            <a:endParaRPr lang="en-US" dirty="0"/>
          </a:p>
        </p:txBody>
      </p:sp>
    </p:spTree>
    <p:extLst>
      <p:ext uri="{BB962C8B-B14F-4D97-AF65-F5344CB8AC3E}">
        <p14:creationId xmlns:p14="http://schemas.microsoft.com/office/powerpoint/2010/main" val="3879614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09BFD6D-2212-5FD6-AB20-DE8D4A32845A}"/>
              </a:ext>
            </a:extLst>
          </p:cNvPr>
          <p:cNvSpPr>
            <a:spLocks noGrp="1"/>
          </p:cNvSpPr>
          <p:nvPr>
            <p:ph type="ftr" sz="quarter" idx="10"/>
          </p:nvPr>
        </p:nvSpPr>
        <p:spPr/>
        <p:txBody>
          <a:bodyPr/>
          <a:lstStyle/>
          <a:p>
            <a:r>
              <a:rPr lang="en-US"/>
              <a:t>XXXXXXX.X.X.GBL.INST</a:t>
            </a:r>
            <a:endParaRPr lang="en-US" dirty="0"/>
          </a:p>
        </p:txBody>
      </p:sp>
    </p:spTree>
    <p:extLst>
      <p:ext uri="{BB962C8B-B14F-4D97-AF65-F5344CB8AC3E}">
        <p14:creationId xmlns:p14="http://schemas.microsoft.com/office/powerpoint/2010/main" val="59714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allout">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ECCE4A-CBB2-B61C-3EC5-DC4741A27FB9}"/>
              </a:ext>
            </a:extLst>
          </p:cNvPr>
          <p:cNvSpPr>
            <a:spLocks noGrp="1"/>
          </p:cNvSpPr>
          <p:nvPr>
            <p:ph type="ftr" sz="quarter" idx="11"/>
          </p:nvPr>
        </p:nvSpPr>
        <p:spPr/>
        <p:txBody>
          <a:bodyPr/>
          <a:lstStyle>
            <a:lvl1pPr>
              <a:defRPr>
                <a:solidFill>
                  <a:schemeClr val="tx1"/>
                </a:solidFill>
              </a:defRPr>
            </a:lvl1pPr>
          </a:lstStyle>
          <a:p>
            <a:r>
              <a:rPr lang="en-US"/>
              <a:t>XXXXXXX.X.X.GBL.INST</a:t>
            </a:r>
            <a:endParaRPr lang="en-US" dirty="0"/>
          </a:p>
        </p:txBody>
      </p:sp>
      <p:sp>
        <p:nvSpPr>
          <p:cNvPr id="2" name="Text Placeholder 6">
            <a:extLst>
              <a:ext uri="{FF2B5EF4-FFF2-40B4-BE49-F238E27FC236}">
                <a16:creationId xmlns:a16="http://schemas.microsoft.com/office/drawing/2014/main" id="{65010C54-BA64-0887-CBC2-4BB6EB368A37}"/>
              </a:ext>
            </a:extLst>
          </p:cNvPr>
          <p:cNvSpPr>
            <a:spLocks noGrp="1"/>
          </p:cNvSpPr>
          <p:nvPr>
            <p:ph type="body" sz="quarter" idx="10" hasCustomPrompt="1"/>
          </p:nvPr>
        </p:nvSpPr>
        <p:spPr>
          <a:xfrm>
            <a:off x="504826" y="1285875"/>
            <a:ext cx="8324850" cy="4286250"/>
          </a:xfrm>
        </p:spPr>
        <p:txBody>
          <a:bodyPr anchor="ctr"/>
          <a:lstStyle>
            <a:lvl1pPr>
              <a:spcBef>
                <a:spcPts val="0"/>
              </a:spcBef>
              <a:defRPr sz="4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text block should always align to the center vertically. Lorem ipsum dolor sit amet, consectetuer adipiscing </a:t>
            </a:r>
            <a:r>
              <a:rPr lang="en-US" dirty="0" err="1"/>
              <a:t>elit</a:t>
            </a:r>
            <a:r>
              <a:rPr lang="en-US" dirty="0"/>
              <a:t>.</a:t>
            </a:r>
          </a:p>
        </p:txBody>
      </p:sp>
    </p:spTree>
    <p:extLst>
      <p:ext uri="{BB962C8B-B14F-4D97-AF65-F5344CB8AC3E}">
        <p14:creationId xmlns:p14="http://schemas.microsoft.com/office/powerpoint/2010/main" val="1681954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allout w/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hasCustomPrompt="1"/>
          </p:nvPr>
        </p:nvSpPr>
        <p:spPr>
          <a:xfrm>
            <a:off x="0" y="857250"/>
            <a:ext cx="12192000" cy="5143500"/>
          </a:xfrm>
          <a:solidFill>
            <a:schemeClr val="bg1">
              <a:lumMod val="95000"/>
            </a:schemeClr>
          </a:solidFill>
        </p:spPr>
        <p:txBody>
          <a:bodyPr/>
          <a:lstStyle>
            <a:lvl1pPr>
              <a:defRPr sz="1200" b="0">
                <a:solidFill>
                  <a:srgbClr val="FF0000"/>
                </a:solidFill>
              </a:defRPr>
            </a:lvl1pPr>
          </a:lstStyle>
          <a:p>
            <a:r>
              <a:rPr lang="en-US" dirty="0"/>
              <a:t>Right click picture placeholder &gt; Bring to Front. Drag picture to placeholder or click icon to add. Right click picture placeholder &gt;Sent to Back. </a:t>
            </a:r>
            <a:br>
              <a:rPr lang="en-US" dirty="0"/>
            </a:br>
            <a:r>
              <a:rPr lang="en-US" dirty="0"/>
              <a:t>NOTE: Select an image that relates to the presentation subject and aligns with the State Street image guidelines. Do not use more than one image.</a:t>
            </a:r>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5" y="1285875"/>
            <a:ext cx="8572499" cy="4286249"/>
          </a:xfrm>
        </p:spPr>
        <p:txBody>
          <a:bodyPr anchor="ctr"/>
          <a:lstStyle>
            <a:lvl1pPr>
              <a:spcBef>
                <a:spcPts val="0"/>
              </a:spcBef>
              <a:defRPr sz="4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with background image. Text block should always align to the center vertically.</a:t>
            </a:r>
          </a:p>
        </p:txBody>
      </p:sp>
      <p:sp>
        <p:nvSpPr>
          <p:cNvPr id="2" name="Footer Placeholder 1">
            <a:extLst>
              <a:ext uri="{FF2B5EF4-FFF2-40B4-BE49-F238E27FC236}">
                <a16:creationId xmlns:a16="http://schemas.microsoft.com/office/drawing/2014/main" id="{488FD4BA-DFE8-4BE5-B443-912B7C397A28}"/>
              </a:ext>
            </a:extLst>
          </p:cNvPr>
          <p:cNvSpPr>
            <a:spLocks noGrp="1"/>
          </p:cNvSpPr>
          <p:nvPr>
            <p:ph type="ftr" sz="quarter" idx="12"/>
          </p:nvPr>
        </p:nvSpPr>
        <p:spPr/>
        <p:txBody>
          <a:bodyPr/>
          <a:lstStyle/>
          <a:p>
            <a:r>
              <a:rPr lang="en-US"/>
              <a:t>XXXXXXX.X.X.GBL.INST</a:t>
            </a:r>
            <a:endParaRPr lang="en-US" dirty="0"/>
          </a:p>
        </p:txBody>
      </p:sp>
    </p:spTree>
    <p:extLst>
      <p:ext uri="{BB962C8B-B14F-4D97-AF65-F5344CB8AC3E}">
        <p14:creationId xmlns:p14="http://schemas.microsoft.com/office/powerpoint/2010/main" val="15028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allout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6" y="1285875"/>
            <a:ext cx="6896099" cy="4286249"/>
          </a:xfrm>
        </p:spPr>
        <p:txBody>
          <a:bodyPr anchor="ctr"/>
          <a:lstStyle>
            <a:lvl1pPr>
              <a:spcBef>
                <a:spcPts val="0"/>
              </a:spcBef>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with image on right side.  Lorem ipsum dolor sit amet, consectetuer adipiscing elit. Maecenas porttitor congue </a:t>
            </a:r>
            <a:r>
              <a:rPr lang="en-US" dirty="0" err="1"/>
              <a:t>massa</a:t>
            </a:r>
            <a:r>
              <a:rPr lang="en-US" dirty="0"/>
              <a:t>.</a:t>
            </a:r>
          </a:p>
        </p:txBody>
      </p:sp>
      <p:sp>
        <p:nvSpPr>
          <p:cNvPr id="2" name="Footer Placeholder 1">
            <a:extLst>
              <a:ext uri="{FF2B5EF4-FFF2-40B4-BE49-F238E27FC236}">
                <a16:creationId xmlns:a16="http://schemas.microsoft.com/office/drawing/2014/main" id="{96AB2F76-4D12-E184-684B-C20B9C338263}"/>
              </a:ext>
            </a:extLst>
          </p:cNvPr>
          <p:cNvSpPr>
            <a:spLocks noGrp="1"/>
          </p:cNvSpPr>
          <p:nvPr>
            <p:ph type="ftr" sz="quarter" idx="12"/>
          </p:nvPr>
        </p:nvSpPr>
        <p:spPr/>
        <p:txBody>
          <a:bodyPr/>
          <a:lstStyle/>
          <a:p>
            <a:r>
              <a:rPr lang="en-US"/>
              <a:t>XXXXXXX.X.X.GBL.INST</a:t>
            </a:r>
            <a:endParaRPr lang="en-US" dirty="0"/>
          </a:p>
        </p:txBody>
      </p:sp>
    </p:spTree>
    <p:extLst>
      <p:ext uri="{BB962C8B-B14F-4D97-AF65-F5344CB8AC3E}">
        <p14:creationId xmlns:p14="http://schemas.microsoft.com/office/powerpoint/2010/main" val="1435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Quote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342900" y="1663399"/>
            <a:ext cx="7058025" cy="2622851"/>
          </a:xfrm>
        </p:spPr>
        <p:txBody>
          <a:bodyPr anchor="t"/>
          <a:lstStyle>
            <a:lvl1pPr marL="165100" indent="-165100">
              <a:spcBef>
                <a:spcPts val="0"/>
              </a:spcBef>
              <a:tabLst/>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“Quote with image. Lorem ipsum dolor sit </a:t>
            </a:r>
            <a:r>
              <a:rPr lang="en-US" dirty="0" err="1"/>
              <a:t>amet</a:t>
            </a:r>
            <a:r>
              <a:rPr lang="en-US" dirty="0"/>
              <a:t>, </a:t>
            </a:r>
            <a:r>
              <a:rPr lang="en-US" dirty="0" err="1"/>
              <a:t>consectetur</a:t>
            </a:r>
            <a:r>
              <a:rPr lang="en-US" dirty="0"/>
              <a:t> </a:t>
            </a:r>
            <a:r>
              <a:rPr lang="en-US" dirty="0" err="1"/>
              <a:t>adipicing</a:t>
            </a:r>
            <a:r>
              <a:rPr lang="en-US" dirty="0"/>
              <a:t> </a:t>
            </a:r>
            <a:r>
              <a:rPr lang="en-US" dirty="0" err="1"/>
              <a:t>elit</a:t>
            </a:r>
            <a:r>
              <a:rPr lang="en-US" dirty="0"/>
              <a:t>, sed do </a:t>
            </a:r>
            <a:r>
              <a:rPr lang="en-US" dirty="0" err="1"/>
              <a:t>eismod</a:t>
            </a:r>
            <a:r>
              <a:rPr lang="en-US" dirty="0"/>
              <a:t> </a:t>
            </a:r>
            <a:r>
              <a:rPr lang="en-US" dirty="0" err="1"/>
              <a:t>inciduntan</a:t>
            </a:r>
            <a:r>
              <a:rPr lang="en-US" dirty="0"/>
              <a:t> </a:t>
            </a:r>
            <a:r>
              <a:rPr lang="en-US" dirty="0" err="1"/>
              <a:t>tempor</a:t>
            </a:r>
            <a:r>
              <a:rPr lang="en-US" dirty="0"/>
              <a:t> </a:t>
            </a:r>
            <a:r>
              <a:rPr lang="en-US" dirty="0" err="1"/>
              <a:t>ut</a:t>
            </a:r>
            <a:r>
              <a:rPr lang="en-US" dirty="0"/>
              <a:t> labore et dolore magna.”</a:t>
            </a:r>
          </a:p>
        </p:txBody>
      </p:sp>
      <p:sp>
        <p:nvSpPr>
          <p:cNvPr id="3" name="Text Placeholder 2">
            <a:extLst>
              <a:ext uri="{FF2B5EF4-FFF2-40B4-BE49-F238E27FC236}">
                <a16:creationId xmlns:a16="http://schemas.microsoft.com/office/drawing/2014/main" id="{0B066D84-C89D-7D31-2383-E5EF5EBDEB34}"/>
              </a:ext>
            </a:extLst>
          </p:cNvPr>
          <p:cNvSpPr>
            <a:spLocks noGrp="1"/>
          </p:cNvSpPr>
          <p:nvPr>
            <p:ph type="body" idx="12" hasCustomPrompt="1"/>
          </p:nvPr>
        </p:nvSpPr>
        <p:spPr>
          <a:xfrm>
            <a:off x="511403" y="5024282"/>
            <a:ext cx="6040701" cy="284619"/>
          </a:xfrm>
        </p:spPr>
        <p:txBody>
          <a:bodyPr/>
          <a:lstStyle>
            <a:lvl1pPr marL="0" indent="0">
              <a:spcBef>
                <a:spcPts val="0"/>
              </a:spcBef>
              <a:buNone/>
              <a:defRPr sz="1600" b="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title</a:t>
            </a:r>
          </a:p>
        </p:txBody>
      </p:sp>
      <p:sp>
        <p:nvSpPr>
          <p:cNvPr id="4" name="Text Placeholder 2">
            <a:extLst>
              <a:ext uri="{FF2B5EF4-FFF2-40B4-BE49-F238E27FC236}">
                <a16:creationId xmlns:a16="http://schemas.microsoft.com/office/drawing/2014/main" id="{F41C9D69-2D05-1B4F-0DC9-5D046EAF8FE3}"/>
              </a:ext>
            </a:extLst>
          </p:cNvPr>
          <p:cNvSpPr>
            <a:spLocks noGrp="1"/>
          </p:cNvSpPr>
          <p:nvPr>
            <p:ph type="body" idx="13" hasCustomPrompt="1"/>
          </p:nvPr>
        </p:nvSpPr>
        <p:spPr>
          <a:xfrm>
            <a:off x="511403" y="4694082"/>
            <a:ext cx="6040701" cy="284619"/>
          </a:xfrm>
        </p:spPr>
        <p:txBody>
          <a:bodyPr/>
          <a:lstStyle>
            <a:lvl1pPr marL="0" indent="0">
              <a:spcBef>
                <a:spcPts val="0"/>
              </a:spcBef>
              <a:buNone/>
              <a:defRPr sz="1600" b="1">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Attribution name</a:t>
            </a:r>
          </a:p>
        </p:txBody>
      </p:sp>
      <p:sp>
        <p:nvSpPr>
          <p:cNvPr id="2" name="Footer Placeholder 1">
            <a:extLst>
              <a:ext uri="{FF2B5EF4-FFF2-40B4-BE49-F238E27FC236}">
                <a16:creationId xmlns:a16="http://schemas.microsoft.com/office/drawing/2014/main" id="{2F66943F-0553-C262-8C85-D75448E9F394}"/>
              </a:ext>
            </a:extLst>
          </p:cNvPr>
          <p:cNvSpPr>
            <a:spLocks noGrp="1"/>
          </p:cNvSpPr>
          <p:nvPr>
            <p:ph type="ftr" sz="quarter" idx="14"/>
          </p:nvPr>
        </p:nvSpPr>
        <p:spPr/>
        <p:txBody>
          <a:bodyPr/>
          <a:lstStyle/>
          <a:p>
            <a:r>
              <a:rPr lang="en-US"/>
              <a:t>XXXXXXX.X.X.GBL.INST</a:t>
            </a:r>
            <a:endParaRPr lang="en-US" dirty="0"/>
          </a:p>
        </p:txBody>
      </p:sp>
    </p:spTree>
    <p:extLst>
      <p:ext uri="{BB962C8B-B14F-4D97-AF65-F5344CB8AC3E}">
        <p14:creationId xmlns:p14="http://schemas.microsoft.com/office/powerpoint/2010/main" val="531306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ock Text - 4 up">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D5BF3EDC-D80D-3ACB-5DE7-D2694E706519}"/>
              </a:ext>
            </a:extLst>
          </p:cNvPr>
          <p:cNvSpPr txBox="1">
            <a:spLocks/>
          </p:cNvSpPr>
          <p:nvPr/>
        </p:nvSpPr>
        <p:spPr bwMode="auto">
          <a:xfrm>
            <a:off x="511404" y="2422297"/>
            <a:ext cx="5547318" cy="186509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dirty="0">
              <a:solidFill>
                <a:schemeClr val="bg2"/>
              </a:solidFill>
              <a:latin typeface="+mn-lt" panose="020B0604020202020204" pitchFamily="34" charset="0"/>
            </a:endParaRPr>
          </a:p>
        </p:txBody>
      </p:sp>
      <p:sp>
        <p:nvSpPr>
          <p:cNvPr id="3" name="Subtitle 2">
            <a:extLst>
              <a:ext uri="{FF2B5EF4-FFF2-40B4-BE49-F238E27FC236}">
                <a16:creationId xmlns:a16="http://schemas.microsoft.com/office/drawing/2014/main" id="{44AEFDEC-E4CE-0138-55D6-504E2BFC40C8}"/>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Text Placeholder 5">
            <a:extLst>
              <a:ext uri="{FF2B5EF4-FFF2-40B4-BE49-F238E27FC236}">
                <a16:creationId xmlns:a16="http://schemas.microsoft.com/office/drawing/2014/main" id="{38B390A4-9C43-93C3-A1DF-825A2E7338D4}"/>
              </a:ext>
            </a:extLst>
          </p:cNvPr>
          <p:cNvSpPr>
            <a:spLocks noGrp="1"/>
          </p:cNvSpPr>
          <p:nvPr>
            <p:ph type="body" sz="quarter" idx="11"/>
          </p:nvPr>
        </p:nvSpPr>
        <p:spPr>
          <a:xfrm>
            <a:off x="504825" y="1828800"/>
            <a:ext cx="8324850" cy="593497"/>
          </a:xfrm>
        </p:spPr>
        <p:txBody>
          <a:bodyPr/>
          <a:lstStyle>
            <a:lvl1pPr>
              <a:defRPr b="0"/>
            </a:lvl1pPr>
            <a:lvl2pPr marL="0" indent="0">
              <a:buNone/>
              <a:defRPr b="0"/>
            </a:lvl2pPr>
            <a:lvl3pPr>
              <a:defRPr b="0"/>
            </a:lvl3pPr>
            <a:lvl4pPr>
              <a:defRPr b="0"/>
            </a:lvl4pPr>
            <a:lvl5pPr>
              <a:defRPr b="0"/>
            </a:lvl5pPr>
          </a:lstStyle>
          <a:p>
            <a:pPr lvl="0"/>
            <a:r>
              <a:rPr lang="en-US"/>
              <a:t>Click to edit Master text styles</a:t>
            </a:r>
          </a:p>
        </p:txBody>
      </p:sp>
      <p:sp>
        <p:nvSpPr>
          <p:cNvPr id="8" name="Text Placeholder 3">
            <a:extLst>
              <a:ext uri="{FF2B5EF4-FFF2-40B4-BE49-F238E27FC236}">
                <a16:creationId xmlns:a16="http://schemas.microsoft.com/office/drawing/2014/main" id="{B15B4A93-785F-E9FF-3152-C074B0811718}"/>
              </a:ext>
            </a:extLst>
          </p:cNvPr>
          <p:cNvSpPr>
            <a:spLocks noGrp="1"/>
          </p:cNvSpPr>
          <p:nvPr>
            <p:ph type="body" sz="quarter" idx="13" hasCustomPrompt="1"/>
          </p:nvPr>
        </p:nvSpPr>
        <p:spPr>
          <a:xfrm>
            <a:off x="722940" y="318069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9" name="Text Placeholder 2">
            <a:extLst>
              <a:ext uri="{FF2B5EF4-FFF2-40B4-BE49-F238E27FC236}">
                <a16:creationId xmlns:a16="http://schemas.microsoft.com/office/drawing/2014/main" id="{762E66E7-8CFE-B1C0-51ED-6BF6E42C2F67}"/>
              </a:ext>
            </a:extLst>
          </p:cNvPr>
          <p:cNvSpPr>
            <a:spLocks noGrp="1"/>
          </p:cNvSpPr>
          <p:nvPr>
            <p:ph type="body" sz="quarter" idx="21"/>
          </p:nvPr>
        </p:nvSpPr>
        <p:spPr>
          <a:xfrm>
            <a:off x="722940" y="350150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6" name="Text Placeholder 2">
            <a:extLst>
              <a:ext uri="{FF2B5EF4-FFF2-40B4-BE49-F238E27FC236}">
                <a16:creationId xmlns:a16="http://schemas.microsoft.com/office/drawing/2014/main" id="{417DD9D1-DE16-2363-937D-01452D7DCD92}"/>
              </a:ext>
            </a:extLst>
          </p:cNvPr>
          <p:cNvSpPr txBox="1">
            <a:spLocks/>
          </p:cNvSpPr>
          <p:nvPr/>
        </p:nvSpPr>
        <p:spPr bwMode="auto">
          <a:xfrm>
            <a:off x="511404" y="4454204"/>
            <a:ext cx="5547318" cy="1550852"/>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dirty="0">
              <a:solidFill>
                <a:schemeClr val="bg2"/>
              </a:solidFill>
              <a:latin typeface="+mn-lt" panose="020B0604020202020204" pitchFamily="34" charset="0"/>
            </a:endParaRPr>
          </a:p>
        </p:txBody>
      </p:sp>
      <p:sp>
        <p:nvSpPr>
          <p:cNvPr id="17" name="Text Placeholder 3">
            <a:extLst>
              <a:ext uri="{FF2B5EF4-FFF2-40B4-BE49-F238E27FC236}">
                <a16:creationId xmlns:a16="http://schemas.microsoft.com/office/drawing/2014/main" id="{DA17F1E8-A13E-473D-F6F0-F65E6FEBDF29}"/>
              </a:ext>
            </a:extLst>
          </p:cNvPr>
          <p:cNvSpPr>
            <a:spLocks noGrp="1"/>
          </p:cNvSpPr>
          <p:nvPr>
            <p:ph type="body" sz="quarter" idx="22" hasCustomPrompt="1"/>
          </p:nvPr>
        </p:nvSpPr>
        <p:spPr>
          <a:xfrm>
            <a:off x="722940" y="463452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18" name="Text Placeholder 2">
            <a:extLst>
              <a:ext uri="{FF2B5EF4-FFF2-40B4-BE49-F238E27FC236}">
                <a16:creationId xmlns:a16="http://schemas.microsoft.com/office/drawing/2014/main" id="{808461B3-FCEF-1D1F-C76B-BF7F0FB4DAE3}"/>
              </a:ext>
            </a:extLst>
          </p:cNvPr>
          <p:cNvSpPr>
            <a:spLocks noGrp="1"/>
          </p:cNvSpPr>
          <p:nvPr>
            <p:ph type="body" sz="quarter" idx="23"/>
          </p:nvPr>
        </p:nvSpPr>
        <p:spPr>
          <a:xfrm>
            <a:off x="722940" y="495533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9" name="Text Placeholder 2">
            <a:extLst>
              <a:ext uri="{FF2B5EF4-FFF2-40B4-BE49-F238E27FC236}">
                <a16:creationId xmlns:a16="http://schemas.microsoft.com/office/drawing/2014/main" id="{9529F24D-FF3E-4E2F-B14D-06332C959561}"/>
              </a:ext>
            </a:extLst>
          </p:cNvPr>
          <p:cNvSpPr txBox="1">
            <a:spLocks/>
          </p:cNvSpPr>
          <p:nvPr/>
        </p:nvSpPr>
        <p:spPr bwMode="auto">
          <a:xfrm>
            <a:off x="6139857" y="2422296"/>
            <a:ext cx="5547318" cy="1865089"/>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dirty="0">
              <a:solidFill>
                <a:schemeClr val="bg2"/>
              </a:solidFill>
              <a:latin typeface="+mn-lt" panose="020B0604020202020204" pitchFamily="34" charset="0"/>
            </a:endParaRPr>
          </a:p>
        </p:txBody>
      </p:sp>
      <p:sp>
        <p:nvSpPr>
          <p:cNvPr id="20" name="Text Placeholder 3">
            <a:extLst>
              <a:ext uri="{FF2B5EF4-FFF2-40B4-BE49-F238E27FC236}">
                <a16:creationId xmlns:a16="http://schemas.microsoft.com/office/drawing/2014/main" id="{48BF683B-0736-8D0D-4034-F4323CBBA125}"/>
              </a:ext>
            </a:extLst>
          </p:cNvPr>
          <p:cNvSpPr>
            <a:spLocks noGrp="1"/>
          </p:cNvSpPr>
          <p:nvPr>
            <p:ph type="body" sz="quarter" idx="24" hasCustomPrompt="1"/>
          </p:nvPr>
        </p:nvSpPr>
        <p:spPr>
          <a:xfrm>
            <a:off x="6354065" y="318069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21" name="Text Placeholder 2">
            <a:extLst>
              <a:ext uri="{FF2B5EF4-FFF2-40B4-BE49-F238E27FC236}">
                <a16:creationId xmlns:a16="http://schemas.microsoft.com/office/drawing/2014/main" id="{D224BD05-E422-FDFD-F3E0-4AE0B761EC65}"/>
              </a:ext>
            </a:extLst>
          </p:cNvPr>
          <p:cNvSpPr>
            <a:spLocks noGrp="1"/>
          </p:cNvSpPr>
          <p:nvPr>
            <p:ph type="body" sz="quarter" idx="25"/>
          </p:nvPr>
        </p:nvSpPr>
        <p:spPr>
          <a:xfrm>
            <a:off x="6354065" y="350150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2" name="Text Placeholder 2">
            <a:extLst>
              <a:ext uri="{FF2B5EF4-FFF2-40B4-BE49-F238E27FC236}">
                <a16:creationId xmlns:a16="http://schemas.microsoft.com/office/drawing/2014/main" id="{71DC63EA-EF31-E18F-9A5B-E677A57CEAA2}"/>
              </a:ext>
            </a:extLst>
          </p:cNvPr>
          <p:cNvSpPr txBox="1">
            <a:spLocks/>
          </p:cNvSpPr>
          <p:nvPr/>
        </p:nvSpPr>
        <p:spPr bwMode="auto">
          <a:xfrm>
            <a:off x="6142529" y="4454204"/>
            <a:ext cx="5547318" cy="155085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dirty="0">
              <a:solidFill>
                <a:schemeClr val="bg2"/>
              </a:solidFill>
              <a:latin typeface="+mn-lt" panose="020B0604020202020204" pitchFamily="34" charset="0"/>
            </a:endParaRPr>
          </a:p>
        </p:txBody>
      </p:sp>
      <p:sp>
        <p:nvSpPr>
          <p:cNvPr id="23" name="Text Placeholder 3">
            <a:extLst>
              <a:ext uri="{FF2B5EF4-FFF2-40B4-BE49-F238E27FC236}">
                <a16:creationId xmlns:a16="http://schemas.microsoft.com/office/drawing/2014/main" id="{8BE6E7AB-2F08-ADF7-1919-2509388A7236}"/>
              </a:ext>
            </a:extLst>
          </p:cNvPr>
          <p:cNvSpPr>
            <a:spLocks noGrp="1"/>
          </p:cNvSpPr>
          <p:nvPr>
            <p:ph type="body" sz="quarter" idx="26" hasCustomPrompt="1"/>
          </p:nvPr>
        </p:nvSpPr>
        <p:spPr>
          <a:xfrm>
            <a:off x="6354065" y="463452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24" name="Text Placeholder 2">
            <a:extLst>
              <a:ext uri="{FF2B5EF4-FFF2-40B4-BE49-F238E27FC236}">
                <a16:creationId xmlns:a16="http://schemas.microsoft.com/office/drawing/2014/main" id="{76E2E437-8398-6DF2-ACFB-CBA97EDEC4FE}"/>
              </a:ext>
            </a:extLst>
          </p:cNvPr>
          <p:cNvSpPr>
            <a:spLocks noGrp="1"/>
          </p:cNvSpPr>
          <p:nvPr>
            <p:ph type="body" sz="quarter" idx="27"/>
          </p:nvPr>
        </p:nvSpPr>
        <p:spPr>
          <a:xfrm>
            <a:off x="6354065" y="495533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4" name="Title 3">
            <a:extLst>
              <a:ext uri="{FF2B5EF4-FFF2-40B4-BE49-F238E27FC236}">
                <a16:creationId xmlns:a16="http://schemas.microsoft.com/office/drawing/2014/main" id="{929BF6F3-5A3B-64D1-ABA9-7C829D0B73E4}"/>
              </a:ext>
            </a:extLst>
          </p:cNvPr>
          <p:cNvSpPr>
            <a:spLocks noGrp="1"/>
          </p:cNvSpPr>
          <p:nvPr>
            <p:ph type="title"/>
          </p:nvPr>
        </p:nvSpPr>
        <p:spPr/>
        <p:txBody>
          <a:bodyPr/>
          <a:lstStyle/>
          <a:p>
            <a:r>
              <a:rPr lang="en-US"/>
              <a:t>Click to edit Master title style</a:t>
            </a:r>
          </a:p>
        </p:txBody>
      </p:sp>
      <p:sp>
        <p:nvSpPr>
          <p:cNvPr id="2" name="Text Placeholder 3">
            <a:extLst>
              <a:ext uri="{FF2B5EF4-FFF2-40B4-BE49-F238E27FC236}">
                <a16:creationId xmlns:a16="http://schemas.microsoft.com/office/drawing/2014/main" id="{F6E16ABD-62D3-BF5A-C4C6-35960E4542B2}"/>
              </a:ext>
            </a:extLst>
          </p:cNvPr>
          <p:cNvSpPr>
            <a:spLocks noGrp="1"/>
          </p:cNvSpPr>
          <p:nvPr>
            <p:ph type="body" sz="half" idx="2"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5" name="Footer Placeholder 4">
            <a:extLst>
              <a:ext uri="{FF2B5EF4-FFF2-40B4-BE49-F238E27FC236}">
                <a16:creationId xmlns:a16="http://schemas.microsoft.com/office/drawing/2014/main" id="{34AFBB27-D331-5833-0388-5A80BB9E76B7}"/>
              </a:ext>
            </a:extLst>
          </p:cNvPr>
          <p:cNvSpPr>
            <a:spLocks noGrp="1"/>
          </p:cNvSpPr>
          <p:nvPr>
            <p:ph type="ftr" sz="quarter" idx="28"/>
          </p:nvPr>
        </p:nvSpPr>
        <p:spPr/>
        <p:txBody>
          <a:bodyPr/>
          <a:lstStyle/>
          <a:p>
            <a:r>
              <a:rPr lang="en-US"/>
              <a:t>XXXXXXX.X.X.GBL.INST</a:t>
            </a:r>
            <a:endParaRPr lang="en-US" dirty="0"/>
          </a:p>
        </p:txBody>
      </p:sp>
    </p:spTree>
    <p:extLst>
      <p:ext uri="{BB962C8B-B14F-4D97-AF65-F5344CB8AC3E}">
        <p14:creationId xmlns:p14="http://schemas.microsoft.com/office/powerpoint/2010/main" val="3899931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Four Stats">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3"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0" y="3429000"/>
            <a:ext cx="260985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1</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6"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6"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2</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9"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9"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3</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0"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0"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4</a:t>
            </a:r>
          </a:p>
        </p:txBody>
      </p:sp>
      <p:sp>
        <p:nvSpPr>
          <p:cNvPr id="3" name="Text Placeholder 3">
            <a:extLst>
              <a:ext uri="{FF2B5EF4-FFF2-40B4-BE49-F238E27FC236}">
                <a16:creationId xmlns:a16="http://schemas.microsoft.com/office/drawing/2014/main" id="{18F6FE20-0F6F-3852-458C-FE40B0466172}"/>
              </a:ext>
            </a:extLst>
          </p:cNvPr>
          <p:cNvSpPr>
            <a:spLocks noGrp="1"/>
          </p:cNvSpPr>
          <p:nvPr>
            <p:ph type="body" sz="half" idx="2"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4" name="Footer Placeholder 3">
            <a:extLst>
              <a:ext uri="{FF2B5EF4-FFF2-40B4-BE49-F238E27FC236}">
                <a16:creationId xmlns:a16="http://schemas.microsoft.com/office/drawing/2014/main" id="{0CFDAE69-4BC4-C716-BDE3-91CEF2F5BFBF}"/>
              </a:ext>
            </a:extLst>
          </p:cNvPr>
          <p:cNvSpPr>
            <a:spLocks noGrp="1"/>
          </p:cNvSpPr>
          <p:nvPr>
            <p:ph type="ftr" sz="quarter" idx="19"/>
          </p:nvPr>
        </p:nvSpPr>
        <p:spPr/>
        <p:txBody>
          <a:bodyPr/>
          <a:lstStyle/>
          <a:p>
            <a:r>
              <a:rPr lang="en-US"/>
              <a:t>XXXXXXX.X.X.GBL.INST</a:t>
            </a:r>
            <a:endParaRPr lang="en-US" dirty="0"/>
          </a:p>
        </p:txBody>
      </p:sp>
    </p:spTree>
    <p:extLst>
      <p:ext uri="{BB962C8B-B14F-4D97-AF65-F5344CB8AC3E}">
        <p14:creationId xmlns:p14="http://schemas.microsoft.com/office/powerpoint/2010/main" val="2460773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Four Stats Bottom">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3"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0" y="3429000"/>
            <a:ext cx="260985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6"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6"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9"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9"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0"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0"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3" name="Text Placeholder 3">
            <a:extLst>
              <a:ext uri="{FF2B5EF4-FFF2-40B4-BE49-F238E27FC236}">
                <a16:creationId xmlns:a16="http://schemas.microsoft.com/office/drawing/2014/main" id="{8B0D0FA1-47CF-C4AC-A8CE-3B4E698AD8D1}"/>
              </a:ext>
            </a:extLst>
          </p:cNvPr>
          <p:cNvSpPr>
            <a:spLocks noGrp="1"/>
          </p:cNvSpPr>
          <p:nvPr>
            <p:ph type="body" sz="half" idx="2"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4" name="Footer Placeholder 3">
            <a:extLst>
              <a:ext uri="{FF2B5EF4-FFF2-40B4-BE49-F238E27FC236}">
                <a16:creationId xmlns:a16="http://schemas.microsoft.com/office/drawing/2014/main" id="{EB28BEB7-D5BA-28A5-148F-7D11A1A86E6C}"/>
              </a:ext>
            </a:extLst>
          </p:cNvPr>
          <p:cNvSpPr>
            <a:spLocks noGrp="1"/>
          </p:cNvSpPr>
          <p:nvPr>
            <p:ph type="ftr" sz="quarter" idx="19"/>
          </p:nvPr>
        </p:nvSpPr>
        <p:spPr/>
        <p:txBody>
          <a:bodyPr/>
          <a:lstStyle/>
          <a:p>
            <a:r>
              <a:rPr lang="en-US"/>
              <a:t>XXXXXXX.X.X.GBL.INST</a:t>
            </a:r>
            <a:endParaRPr lang="en-US" dirty="0"/>
          </a:p>
        </p:txBody>
      </p:sp>
    </p:spTree>
    <p:extLst>
      <p:ext uri="{BB962C8B-B14F-4D97-AF65-F5344CB8AC3E}">
        <p14:creationId xmlns:p14="http://schemas.microsoft.com/office/powerpoint/2010/main" val="3344883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Bio - Shor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5" y="1286262"/>
            <a:ext cx="3100148" cy="4285863"/>
          </a:xfrm>
          <a:solidFill>
            <a:schemeClr val="bg1">
              <a:lumMod val="95000"/>
            </a:schemeClr>
          </a:solidFill>
        </p:spPr>
        <p:txBody>
          <a:bodyPr/>
          <a:lstStyle>
            <a:lvl1pPr>
              <a:defRPr sz="1200" b="0"/>
            </a:lvl1pPr>
          </a:lstStyle>
          <a:p>
            <a:r>
              <a:rPr lang="en-US"/>
              <a:t>Click icon to add picture</a:t>
            </a:r>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4543425" y="1615827"/>
            <a:ext cx="7145338" cy="568211"/>
          </a:xfrm>
        </p:spPr>
        <p:txBody>
          <a:bodyPr/>
          <a:lstStyle>
            <a:lvl1pPr>
              <a:spcBef>
                <a:spcPts val="0"/>
              </a:spcBef>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4543425" y="2234195"/>
            <a:ext cx="7145338" cy="337555"/>
          </a:xfrm>
        </p:spPr>
        <p:txBody>
          <a:bodyPr/>
          <a:lstStyle>
            <a:lvl1pPr>
              <a:spcBef>
                <a:spcPts val="0"/>
              </a:spcBef>
              <a:defRPr b="0"/>
            </a:lvl1pPr>
            <a:lvl2pPr marL="0" indent="0">
              <a:buNone/>
              <a:defRPr/>
            </a:lvl2pPr>
          </a:lstStyle>
          <a:p>
            <a:pPr lvl="0"/>
            <a:r>
              <a:rPr lang="en-US" dirty="0"/>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4556736" y="2747313"/>
            <a:ext cx="6217920" cy="2834640"/>
          </a:xfrm>
        </p:spPr>
        <p:txBody>
          <a:bodyPr numCol="2"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br>
              <a:rPr lang="en-US" dirty="0"/>
            </a:b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br>
              <a:rPr lang="en-US" dirty="0"/>
            </a:br>
            <a:br>
              <a:rPr lang="en-US" dirty="0"/>
            </a:br>
            <a:r>
              <a:rPr lang="en-US" dirty="0"/>
              <a:t>Cras sed </a:t>
            </a:r>
            <a:r>
              <a:rPr lang="en-US" dirty="0" err="1"/>
              <a:t>felis</a:t>
            </a:r>
            <a:r>
              <a:rPr lang="en-US" dirty="0"/>
              <a:t> </a:t>
            </a:r>
            <a:r>
              <a:rPr lang="en-US" dirty="0" err="1"/>
              <a:t>eget</a:t>
            </a:r>
            <a:r>
              <a:rPr lang="en-US" dirty="0"/>
              <a:t> </a:t>
            </a:r>
            <a:r>
              <a:rPr lang="en-US" dirty="0" err="1"/>
              <a:t>velit</a:t>
            </a:r>
            <a:r>
              <a:rPr lang="en-US" dirty="0"/>
              <a:t> </a:t>
            </a:r>
            <a:r>
              <a:rPr lang="en-US" dirty="0" err="1"/>
              <a:t>aliquet</a:t>
            </a:r>
            <a:r>
              <a:rPr lang="en-US" dirty="0"/>
              <a:t> </a:t>
            </a:r>
            <a:r>
              <a:rPr lang="en-US" dirty="0" err="1"/>
              <a:t>sagittis</a:t>
            </a:r>
            <a:r>
              <a:rPr lang="en-US" dirty="0"/>
              <a:t> id </a:t>
            </a:r>
            <a:r>
              <a:rPr lang="en-US" dirty="0" err="1"/>
              <a:t>consectetur</a:t>
            </a:r>
            <a:r>
              <a:rPr lang="en-US" dirty="0"/>
              <a:t>. Sem </a:t>
            </a:r>
            <a:r>
              <a:rPr lang="en-US" dirty="0" err="1"/>
              <a:t>viverra</a:t>
            </a:r>
            <a:r>
              <a:rPr lang="en-US" dirty="0"/>
              <a:t> </a:t>
            </a:r>
            <a:r>
              <a:rPr lang="en-US" dirty="0" err="1"/>
              <a:t>aliquet</a:t>
            </a:r>
            <a:r>
              <a:rPr lang="en-US" dirty="0"/>
              <a:t> </a:t>
            </a:r>
            <a:r>
              <a:rPr lang="en-US" dirty="0" err="1"/>
              <a:t>eget</a:t>
            </a:r>
            <a:r>
              <a:rPr lang="en-US" dirty="0"/>
              <a:t> sit </a:t>
            </a:r>
            <a:r>
              <a:rPr lang="en-US" dirty="0" err="1"/>
              <a:t>amet</a:t>
            </a:r>
            <a:r>
              <a:rPr lang="en-US" dirty="0"/>
              <a:t> </a:t>
            </a:r>
            <a:r>
              <a:rPr lang="en-US" dirty="0" err="1"/>
              <a:t>tellus</a:t>
            </a:r>
            <a:r>
              <a:rPr lang="en-US" dirty="0"/>
              <a:t> </a:t>
            </a:r>
            <a:r>
              <a:rPr lang="en-US" dirty="0" err="1"/>
              <a:t>cras</a:t>
            </a:r>
            <a:r>
              <a:rPr lang="en-US" dirty="0"/>
              <a:t>. </a:t>
            </a:r>
            <a:r>
              <a:rPr lang="en-US" dirty="0" err="1"/>
              <a:t>Elementum</a:t>
            </a:r>
            <a:r>
              <a:rPr lang="en-US" dirty="0"/>
              <a:t> </a:t>
            </a:r>
            <a:r>
              <a:rPr lang="en-US" dirty="0" err="1"/>
              <a:t>sagittis</a:t>
            </a:r>
            <a:r>
              <a:rPr lang="en-US" dirty="0"/>
              <a:t> vitae et </a:t>
            </a:r>
            <a:r>
              <a:rPr lang="en-US" dirty="0" err="1"/>
              <a:t>leo</a:t>
            </a:r>
            <a:r>
              <a:rPr lang="en-US" dirty="0"/>
              <a:t>. Eu </a:t>
            </a:r>
            <a:r>
              <a:rPr lang="en-US" dirty="0" err="1"/>
              <a:t>feugiat</a:t>
            </a:r>
            <a:r>
              <a:rPr lang="en-US" dirty="0"/>
              <a:t> </a:t>
            </a:r>
            <a:r>
              <a:rPr lang="en-US" dirty="0" err="1"/>
              <a:t>pretium</a:t>
            </a:r>
            <a:r>
              <a:rPr lang="en-US" dirty="0"/>
              <a:t> </a:t>
            </a:r>
            <a:r>
              <a:rPr lang="en-US" dirty="0" err="1"/>
              <a:t>nibh</a:t>
            </a:r>
            <a:r>
              <a:rPr lang="en-US" dirty="0"/>
              <a:t> ipsum </a:t>
            </a:r>
            <a:r>
              <a:rPr lang="en-US" dirty="0" err="1"/>
              <a:t>consequat</a:t>
            </a:r>
            <a:r>
              <a:rPr lang="en-US" dirty="0"/>
              <a:t> </a:t>
            </a:r>
            <a:r>
              <a:rPr lang="en-US" dirty="0" err="1"/>
              <a:t>nisl</a:t>
            </a:r>
            <a:r>
              <a:rPr lang="en-US" dirty="0"/>
              <a:t> vel. Mi tempus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Nunc non </a:t>
            </a:r>
            <a:r>
              <a:rPr lang="en-US" dirty="0" err="1"/>
              <a:t>blandit</a:t>
            </a:r>
            <a:r>
              <a:rPr lang="en-US" dirty="0"/>
              <a:t> </a:t>
            </a:r>
            <a:r>
              <a:rPr lang="en-US" dirty="0" err="1"/>
              <a:t>massa</a:t>
            </a:r>
            <a:r>
              <a:rPr lang="en-US" dirty="0"/>
              <a:t> </a:t>
            </a:r>
            <a:r>
              <a:rPr lang="en-US" dirty="0" err="1"/>
              <a:t>enim</a:t>
            </a:r>
            <a:r>
              <a:rPr lang="en-US" dirty="0"/>
              <a:t> </a:t>
            </a:r>
            <a:r>
              <a:rPr lang="en-US" dirty="0" err="1"/>
              <a:t>nec</a:t>
            </a:r>
            <a:r>
              <a:rPr lang="en-US" dirty="0"/>
              <a:t> dui. Id </a:t>
            </a:r>
            <a:r>
              <a:rPr lang="en-US" dirty="0" err="1"/>
              <a:t>consectetur</a:t>
            </a:r>
            <a:r>
              <a:rPr lang="en-US" dirty="0"/>
              <a:t> </a:t>
            </a:r>
            <a:r>
              <a:rPr lang="en-US" dirty="0" err="1"/>
              <a:t>purus</a:t>
            </a:r>
            <a:r>
              <a:rPr lang="en-US" dirty="0"/>
              <a:t> </a:t>
            </a:r>
            <a:r>
              <a:rPr lang="en-US" dirty="0" err="1"/>
              <a:t>ut</a:t>
            </a:r>
            <a:r>
              <a:rPr lang="en-US" dirty="0"/>
              <a:t> </a:t>
            </a:r>
            <a:r>
              <a:rPr lang="en-US" dirty="0" err="1"/>
              <a:t>faucibus</a:t>
            </a:r>
            <a:r>
              <a:rPr lang="en-US" dirty="0"/>
              <a:t>. At </a:t>
            </a:r>
            <a:r>
              <a:rPr lang="en-US" dirty="0" err="1"/>
              <a:t>consectetur</a:t>
            </a:r>
            <a:r>
              <a:rPr lang="en-US" dirty="0"/>
              <a:t> lorem </a:t>
            </a:r>
            <a:r>
              <a:rPr lang="en-US" dirty="0" err="1"/>
              <a:t>donec</a:t>
            </a:r>
            <a:r>
              <a:rPr lang="en-US" dirty="0"/>
              <a:t> </a:t>
            </a:r>
            <a:r>
              <a:rPr lang="en-US" dirty="0" err="1"/>
              <a:t>massa</a:t>
            </a:r>
            <a:r>
              <a:rPr lang="en-US" dirty="0"/>
              <a:t> </a:t>
            </a:r>
            <a:r>
              <a:rPr lang="en-US" dirty="0" err="1"/>
              <a:t>risus</a:t>
            </a:r>
            <a:r>
              <a:rPr lang="en-US" dirty="0"/>
              <a:t> </a:t>
            </a:r>
            <a:r>
              <a:rPr lang="en-US" dirty="0" err="1"/>
              <a:t>feugiat</a:t>
            </a:r>
            <a:r>
              <a:rPr lang="en-US" dirty="0"/>
              <a:t> in ante.</a:t>
            </a:r>
            <a:br>
              <a:rPr lang="en-US" dirty="0"/>
            </a:b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magna.</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A77A88A-3C3C-B82E-4089-24A694A58894}"/>
              </a:ext>
            </a:extLst>
          </p:cNvPr>
          <p:cNvSpPr>
            <a:spLocks noGrp="1"/>
          </p:cNvSpPr>
          <p:nvPr>
            <p:ph type="ftr" sz="quarter" idx="14"/>
          </p:nvPr>
        </p:nvSpPr>
        <p:spPr/>
        <p:txBody>
          <a:bodyPr/>
          <a:lstStyle/>
          <a:p>
            <a:r>
              <a:rPr lang="en-US"/>
              <a:t>XXXXXXX.X.X.GBL.INST</a:t>
            </a:r>
            <a:endParaRPr lang="en-US" dirty="0"/>
          </a:p>
        </p:txBody>
      </p:sp>
    </p:spTree>
    <p:extLst>
      <p:ext uri="{BB962C8B-B14F-4D97-AF65-F5344CB8AC3E}">
        <p14:creationId xmlns:p14="http://schemas.microsoft.com/office/powerpoint/2010/main" val="2296234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Bio - Lon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5" y="1714500"/>
            <a:ext cx="2037959" cy="2807396"/>
          </a:xfrm>
          <a:solidFill>
            <a:schemeClr val="bg1">
              <a:lumMod val="95000"/>
            </a:schemeClr>
          </a:solidFill>
        </p:spPr>
        <p:txBody>
          <a:bodyPr/>
          <a:lstStyle>
            <a:lvl1pPr>
              <a:defRPr sz="1200" b="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504825" y="4797426"/>
            <a:ext cx="2609849" cy="499563"/>
          </a:xfrm>
        </p:spPr>
        <p:txBody>
          <a:bodyPr/>
          <a:lstStyle>
            <a:lvl1pPr>
              <a:spcBef>
                <a:spcPts val="0"/>
              </a:spcBef>
              <a:defRPr sz="20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504825" y="5277396"/>
            <a:ext cx="2609848" cy="337555"/>
          </a:xfrm>
        </p:spPr>
        <p:txBody>
          <a:bodyPr/>
          <a:lstStyle>
            <a:lvl1pPr>
              <a:spcBef>
                <a:spcPts val="0"/>
              </a:spcBef>
              <a:defRPr sz="1400" b="0"/>
            </a:lvl1pPr>
            <a:lvl2pPr marL="0" indent="0">
              <a:buNone/>
              <a:defRPr/>
            </a:lvl2pPr>
          </a:lstStyle>
          <a:p>
            <a:pPr lvl="0"/>
            <a:r>
              <a:rPr lang="en-US" dirty="0"/>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3362325" y="1714500"/>
            <a:ext cx="8324849" cy="4286250"/>
          </a:xfrm>
        </p:spPr>
        <p:txBody>
          <a:bodyPr numCol="2" spcCol="256032">
            <a:normAutofit/>
          </a:bodyPr>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br>
              <a:rPr lang="en-US" dirty="0"/>
            </a:br>
            <a:br>
              <a:rPr lang="en-US" dirty="0"/>
            </a:br>
            <a:r>
              <a:rPr lang="en-US" dirty="0"/>
              <a:t>Cras sed </a:t>
            </a:r>
            <a:r>
              <a:rPr lang="en-US" dirty="0" err="1"/>
              <a:t>felis</a:t>
            </a:r>
            <a:r>
              <a:rPr lang="en-US" dirty="0"/>
              <a:t> </a:t>
            </a:r>
            <a:r>
              <a:rPr lang="en-US" dirty="0" err="1"/>
              <a:t>eget</a:t>
            </a:r>
            <a:r>
              <a:rPr lang="en-US" dirty="0"/>
              <a:t> </a:t>
            </a:r>
            <a:r>
              <a:rPr lang="en-US" dirty="0" err="1"/>
              <a:t>velit</a:t>
            </a:r>
            <a:r>
              <a:rPr lang="en-US" dirty="0"/>
              <a:t> </a:t>
            </a:r>
            <a:r>
              <a:rPr lang="en-US" dirty="0" err="1"/>
              <a:t>aliquet</a:t>
            </a:r>
            <a:r>
              <a:rPr lang="en-US" dirty="0"/>
              <a:t> </a:t>
            </a:r>
            <a:r>
              <a:rPr lang="en-US" dirty="0" err="1"/>
              <a:t>sagittis</a:t>
            </a:r>
            <a:r>
              <a:rPr lang="en-US" dirty="0"/>
              <a:t> id </a:t>
            </a:r>
            <a:r>
              <a:rPr lang="en-US" dirty="0" err="1"/>
              <a:t>consectetur</a:t>
            </a:r>
            <a:r>
              <a:rPr lang="en-US" dirty="0"/>
              <a:t>. Sem </a:t>
            </a:r>
            <a:r>
              <a:rPr lang="en-US" dirty="0" err="1"/>
              <a:t>viverra</a:t>
            </a:r>
            <a:r>
              <a:rPr lang="en-US" dirty="0"/>
              <a:t> </a:t>
            </a:r>
            <a:r>
              <a:rPr lang="en-US" dirty="0" err="1"/>
              <a:t>aliquet</a:t>
            </a:r>
            <a:r>
              <a:rPr lang="en-US" dirty="0"/>
              <a:t> </a:t>
            </a:r>
            <a:r>
              <a:rPr lang="en-US" dirty="0" err="1"/>
              <a:t>eget</a:t>
            </a:r>
            <a:r>
              <a:rPr lang="en-US" dirty="0"/>
              <a:t> sit </a:t>
            </a:r>
            <a:r>
              <a:rPr lang="en-US" dirty="0" err="1"/>
              <a:t>amet</a:t>
            </a:r>
            <a:r>
              <a:rPr lang="en-US" dirty="0"/>
              <a:t> </a:t>
            </a:r>
            <a:r>
              <a:rPr lang="en-US" dirty="0" err="1"/>
              <a:t>tellus</a:t>
            </a:r>
            <a:r>
              <a:rPr lang="en-US" dirty="0"/>
              <a:t> </a:t>
            </a:r>
            <a:r>
              <a:rPr lang="en-US" dirty="0" err="1"/>
              <a:t>cras</a:t>
            </a:r>
            <a:r>
              <a:rPr lang="en-US" dirty="0"/>
              <a:t>. </a:t>
            </a:r>
            <a:r>
              <a:rPr lang="en-US" dirty="0" err="1"/>
              <a:t>Elementum</a:t>
            </a:r>
            <a:r>
              <a:rPr lang="en-US" dirty="0"/>
              <a:t> </a:t>
            </a:r>
            <a:r>
              <a:rPr lang="en-US" dirty="0" err="1"/>
              <a:t>sagittis</a:t>
            </a:r>
            <a:r>
              <a:rPr lang="en-US" dirty="0"/>
              <a:t> vitae et </a:t>
            </a:r>
            <a:r>
              <a:rPr lang="en-US" dirty="0" err="1"/>
              <a:t>leo</a:t>
            </a:r>
            <a:r>
              <a:rPr lang="en-US" dirty="0"/>
              <a:t>. Eu </a:t>
            </a:r>
            <a:r>
              <a:rPr lang="en-US" dirty="0" err="1"/>
              <a:t>feugiat</a:t>
            </a:r>
            <a:r>
              <a:rPr lang="en-US" dirty="0"/>
              <a:t> </a:t>
            </a:r>
            <a:r>
              <a:rPr lang="en-US" dirty="0" err="1"/>
              <a:t>pretium</a:t>
            </a:r>
            <a:r>
              <a:rPr lang="en-US" dirty="0"/>
              <a:t> </a:t>
            </a:r>
            <a:r>
              <a:rPr lang="en-US" dirty="0" err="1"/>
              <a:t>nibh</a:t>
            </a:r>
            <a:r>
              <a:rPr lang="en-US" dirty="0"/>
              <a:t> ipsum </a:t>
            </a:r>
            <a:r>
              <a:rPr lang="en-US" dirty="0" err="1"/>
              <a:t>consequat</a:t>
            </a:r>
            <a:r>
              <a:rPr lang="en-US" dirty="0"/>
              <a:t> </a:t>
            </a:r>
            <a:r>
              <a:rPr lang="en-US" dirty="0" err="1"/>
              <a:t>nisl</a:t>
            </a:r>
            <a:r>
              <a:rPr lang="en-US" dirty="0"/>
              <a:t> vel. Mi tempus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Nunc non </a:t>
            </a:r>
            <a:r>
              <a:rPr lang="en-US" dirty="0" err="1"/>
              <a:t>blandit</a:t>
            </a:r>
            <a:r>
              <a:rPr lang="en-US" dirty="0"/>
              <a:t> </a:t>
            </a:r>
            <a:r>
              <a:rPr lang="en-US" dirty="0" err="1"/>
              <a:t>massa</a:t>
            </a:r>
            <a:r>
              <a:rPr lang="en-US" dirty="0"/>
              <a:t> </a:t>
            </a:r>
            <a:r>
              <a:rPr lang="en-US" dirty="0" err="1"/>
              <a:t>enim</a:t>
            </a:r>
            <a:r>
              <a:rPr lang="en-US" dirty="0"/>
              <a:t> </a:t>
            </a:r>
            <a:r>
              <a:rPr lang="en-US" dirty="0" err="1"/>
              <a:t>nec</a:t>
            </a:r>
            <a:r>
              <a:rPr lang="en-US" dirty="0"/>
              <a:t> dui. Id </a:t>
            </a:r>
            <a:r>
              <a:rPr lang="en-US" dirty="0" err="1"/>
              <a:t>consectetur</a:t>
            </a:r>
            <a:r>
              <a:rPr lang="en-US" dirty="0"/>
              <a:t> </a:t>
            </a:r>
            <a:r>
              <a:rPr lang="en-US" dirty="0" err="1"/>
              <a:t>purus</a:t>
            </a:r>
            <a:r>
              <a:rPr lang="en-US" dirty="0"/>
              <a:t> </a:t>
            </a:r>
            <a:r>
              <a:rPr lang="en-US" dirty="0" err="1"/>
              <a:t>ut</a:t>
            </a:r>
            <a:r>
              <a:rPr lang="en-US" dirty="0"/>
              <a:t> </a:t>
            </a:r>
            <a:r>
              <a:rPr lang="en-US" dirty="0" err="1"/>
              <a:t>faucibus</a:t>
            </a:r>
            <a:r>
              <a:rPr lang="en-US" dirty="0"/>
              <a:t>. At </a:t>
            </a:r>
            <a:r>
              <a:rPr lang="en-US" dirty="0" err="1"/>
              <a:t>consectetur</a:t>
            </a:r>
            <a:r>
              <a:rPr lang="en-US" dirty="0"/>
              <a:t> lorem </a:t>
            </a:r>
            <a:r>
              <a:rPr lang="en-US" dirty="0" err="1"/>
              <a:t>donec</a:t>
            </a:r>
            <a:r>
              <a:rPr lang="en-US" dirty="0"/>
              <a:t> </a:t>
            </a:r>
            <a:r>
              <a:rPr lang="en-US" dirty="0" err="1"/>
              <a:t>massa</a:t>
            </a:r>
            <a:r>
              <a:rPr lang="en-US" dirty="0"/>
              <a:t> </a:t>
            </a:r>
            <a:r>
              <a:rPr lang="en-US" dirty="0" err="1"/>
              <a:t>risus</a:t>
            </a:r>
            <a:r>
              <a:rPr lang="en-US" dirty="0"/>
              <a:t> </a:t>
            </a:r>
            <a:r>
              <a:rPr lang="en-US" dirty="0" err="1"/>
              <a:t>feugiat</a:t>
            </a:r>
            <a:r>
              <a:rPr lang="en-US" dirty="0"/>
              <a:t> in ante.</a:t>
            </a:r>
            <a:br>
              <a:rPr lang="en-US" dirty="0"/>
            </a:b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18F8CB1A-D110-C687-FA81-D7266FDF1C12}"/>
              </a:ext>
            </a:extLst>
          </p:cNvPr>
          <p:cNvSpPr>
            <a:spLocks noGrp="1"/>
          </p:cNvSpPr>
          <p:nvPr>
            <p:ph type="ftr" sz="quarter" idx="14"/>
          </p:nvPr>
        </p:nvSpPr>
        <p:spPr/>
        <p:txBody>
          <a:bodyPr/>
          <a:lstStyle/>
          <a:p>
            <a:r>
              <a:rPr lang="en-US"/>
              <a:t>XXXXXXX.X.X.GBL.INST</a:t>
            </a:r>
            <a:endParaRPr lang="en-US" dirty="0"/>
          </a:p>
        </p:txBody>
      </p:sp>
    </p:spTree>
    <p:extLst>
      <p:ext uri="{BB962C8B-B14F-4D97-AF65-F5344CB8AC3E}">
        <p14:creationId xmlns:p14="http://schemas.microsoft.com/office/powerpoint/2010/main" val="354463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ios - Short Intro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4" y="914400"/>
            <a:ext cx="11183937"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714500"/>
            <a:ext cx="2609850" cy="1463040"/>
          </a:xfrm>
          <a:solidFill>
            <a:schemeClr val="bg1">
              <a:lumMod val="95000"/>
            </a:schemeClr>
          </a:solidFill>
        </p:spPr>
        <p:txBody>
          <a:bodyPr/>
          <a:lstStyle>
            <a:lvl1pPr>
              <a:defRPr sz="1200" b="0"/>
            </a:lvl1pPr>
          </a:lstStyle>
          <a:p>
            <a:r>
              <a:rPr lang="en-US"/>
              <a:t>Click icon to add picture</a:t>
            </a:r>
          </a:p>
        </p:txBody>
      </p:sp>
      <p:sp>
        <p:nvSpPr>
          <p:cNvPr id="20" name="Picture Placeholder 4">
            <a:extLst>
              <a:ext uri="{FF2B5EF4-FFF2-40B4-BE49-F238E27FC236}">
                <a16:creationId xmlns:a16="http://schemas.microsoft.com/office/drawing/2014/main" id="{0671090B-CE3B-FA15-AC77-3D086DF90A36}"/>
              </a:ext>
            </a:extLst>
          </p:cNvPr>
          <p:cNvSpPr>
            <a:spLocks noGrp="1"/>
          </p:cNvSpPr>
          <p:nvPr>
            <p:ph type="pic" sz="quarter" idx="26"/>
          </p:nvPr>
        </p:nvSpPr>
        <p:spPr>
          <a:xfrm>
            <a:off x="3362325" y="1714500"/>
            <a:ext cx="2609850" cy="1465898"/>
          </a:xfrm>
          <a:solidFill>
            <a:schemeClr val="bg1">
              <a:lumMod val="95000"/>
            </a:schemeClr>
          </a:solidFill>
        </p:spPr>
        <p:txBody>
          <a:bodyPr/>
          <a:lstStyle>
            <a:lvl1pPr>
              <a:defRPr sz="1200" b="0"/>
            </a:lvl1pPr>
          </a:lstStyle>
          <a:p>
            <a:r>
              <a:rPr lang="en-US"/>
              <a:t>Click icon to add picture</a:t>
            </a:r>
          </a:p>
        </p:txBody>
      </p:sp>
      <p:sp>
        <p:nvSpPr>
          <p:cNvPr id="21" name="Picture Placeholder 4">
            <a:extLst>
              <a:ext uri="{FF2B5EF4-FFF2-40B4-BE49-F238E27FC236}">
                <a16:creationId xmlns:a16="http://schemas.microsoft.com/office/drawing/2014/main" id="{E2D91C14-C2D1-BE60-A621-CFEE18C77E9C}"/>
              </a:ext>
            </a:extLst>
          </p:cNvPr>
          <p:cNvSpPr>
            <a:spLocks noGrp="1"/>
          </p:cNvSpPr>
          <p:nvPr>
            <p:ph type="pic" sz="quarter" idx="27"/>
          </p:nvPr>
        </p:nvSpPr>
        <p:spPr>
          <a:xfrm>
            <a:off x="6219825" y="1714500"/>
            <a:ext cx="2609850" cy="1463040"/>
          </a:xfrm>
          <a:solidFill>
            <a:schemeClr val="bg1">
              <a:lumMod val="95000"/>
            </a:schemeClr>
          </a:solidFill>
        </p:spPr>
        <p:txBody>
          <a:bodyPr/>
          <a:lstStyle>
            <a:lvl1pPr>
              <a:defRPr sz="1200" b="0"/>
            </a:lvl1pPr>
          </a:lstStyle>
          <a:p>
            <a:r>
              <a:rPr lang="en-US"/>
              <a:t>Click icon to add picture</a:t>
            </a:r>
          </a:p>
        </p:txBody>
      </p:sp>
      <p:sp>
        <p:nvSpPr>
          <p:cNvPr id="22" name="Picture Placeholder 4">
            <a:extLst>
              <a:ext uri="{FF2B5EF4-FFF2-40B4-BE49-F238E27FC236}">
                <a16:creationId xmlns:a16="http://schemas.microsoft.com/office/drawing/2014/main" id="{C09825F1-2D02-90C6-CF68-C606232A14B0}"/>
              </a:ext>
            </a:extLst>
          </p:cNvPr>
          <p:cNvSpPr>
            <a:spLocks noGrp="1"/>
          </p:cNvSpPr>
          <p:nvPr>
            <p:ph type="pic" sz="quarter" idx="28"/>
          </p:nvPr>
        </p:nvSpPr>
        <p:spPr>
          <a:xfrm>
            <a:off x="9088015" y="1714500"/>
            <a:ext cx="2609850" cy="1463040"/>
          </a:xfrm>
          <a:solidFill>
            <a:schemeClr val="bg1">
              <a:lumMod val="95000"/>
            </a:schemeClr>
          </a:solidFill>
        </p:spPr>
        <p:txBody>
          <a:bodyPr/>
          <a:lstStyle>
            <a:lvl1pPr>
              <a:defRPr sz="1200" b="0"/>
            </a:lvl1pPr>
          </a:lstStyle>
          <a:p>
            <a:r>
              <a:rPr lang="en-US"/>
              <a:t>Click icon to add picture</a:t>
            </a:r>
          </a:p>
        </p:txBody>
      </p:sp>
      <p:sp>
        <p:nvSpPr>
          <p:cNvPr id="23" name="Text Placeholder 6">
            <a:extLst>
              <a:ext uri="{FF2B5EF4-FFF2-40B4-BE49-F238E27FC236}">
                <a16:creationId xmlns:a16="http://schemas.microsoft.com/office/drawing/2014/main" id="{1A27F20D-C248-412D-50D5-87889427FC1B}"/>
              </a:ext>
            </a:extLst>
          </p:cNvPr>
          <p:cNvSpPr>
            <a:spLocks noGrp="1"/>
          </p:cNvSpPr>
          <p:nvPr>
            <p:ph type="body" sz="quarter" idx="13" hasCustomPrompt="1"/>
          </p:nvPr>
        </p:nvSpPr>
        <p:spPr>
          <a:xfrm>
            <a:off x="5048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4" name="Text Placeholder 6">
            <a:extLst>
              <a:ext uri="{FF2B5EF4-FFF2-40B4-BE49-F238E27FC236}">
                <a16:creationId xmlns:a16="http://schemas.microsoft.com/office/drawing/2014/main" id="{BE4AAD78-93E6-189E-929B-B1A6CF5CC36F}"/>
              </a:ext>
            </a:extLst>
          </p:cNvPr>
          <p:cNvSpPr>
            <a:spLocks noGrp="1"/>
          </p:cNvSpPr>
          <p:nvPr>
            <p:ph type="body" sz="quarter" idx="29" hasCustomPrompt="1"/>
          </p:nvPr>
        </p:nvSpPr>
        <p:spPr>
          <a:xfrm>
            <a:off x="33623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5" name="Text Placeholder 6">
            <a:extLst>
              <a:ext uri="{FF2B5EF4-FFF2-40B4-BE49-F238E27FC236}">
                <a16:creationId xmlns:a16="http://schemas.microsoft.com/office/drawing/2014/main" id="{05DD3E24-41D0-F6A5-F4C1-72F89B740714}"/>
              </a:ext>
            </a:extLst>
          </p:cNvPr>
          <p:cNvSpPr>
            <a:spLocks noGrp="1"/>
          </p:cNvSpPr>
          <p:nvPr>
            <p:ph type="body" sz="quarter" idx="30" hasCustomPrompt="1"/>
          </p:nvPr>
        </p:nvSpPr>
        <p:spPr>
          <a:xfrm>
            <a:off x="62198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6" name="Text Placeholder 6">
            <a:extLst>
              <a:ext uri="{FF2B5EF4-FFF2-40B4-BE49-F238E27FC236}">
                <a16:creationId xmlns:a16="http://schemas.microsoft.com/office/drawing/2014/main" id="{A6A5B8F8-1CD4-77FD-00CC-C8B90F4F6099}"/>
              </a:ext>
            </a:extLst>
          </p:cNvPr>
          <p:cNvSpPr>
            <a:spLocks noGrp="1"/>
          </p:cNvSpPr>
          <p:nvPr>
            <p:ph type="body" sz="quarter" idx="31" hasCustomPrompt="1"/>
          </p:nvPr>
        </p:nvSpPr>
        <p:spPr>
          <a:xfrm>
            <a:off x="908801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3" name="Title 2">
            <a:extLst>
              <a:ext uri="{FF2B5EF4-FFF2-40B4-BE49-F238E27FC236}">
                <a16:creationId xmlns:a16="http://schemas.microsoft.com/office/drawing/2014/main" id="{F02A43F5-5319-262A-870C-A5C9C3995B1A}"/>
              </a:ext>
            </a:extLst>
          </p:cNvPr>
          <p:cNvSpPr>
            <a:spLocks noGrp="1"/>
          </p:cNvSpPr>
          <p:nvPr>
            <p:ph type="title"/>
          </p:nvPr>
        </p:nvSpPr>
        <p:spPr/>
        <p:txBody>
          <a:bodyPr/>
          <a:lstStyle/>
          <a:p>
            <a:r>
              <a:rPr lang="en-US"/>
              <a:t>Click to edit Master title style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4"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4"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3362325"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3362325"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6219825"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6219825"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9088015" y="3429000"/>
            <a:ext cx="2599161"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9088015" y="3699312"/>
            <a:ext cx="2599161" cy="274320"/>
          </a:xfrm>
        </p:spPr>
        <p:txBody>
          <a:bodyPr/>
          <a:lstStyle>
            <a:lvl1pPr>
              <a:spcBef>
                <a:spcPts val="0"/>
              </a:spcBef>
              <a:defRPr sz="1100" b="0"/>
            </a:lvl1pPr>
            <a:lvl2pPr marL="0" indent="0">
              <a:buNone/>
              <a:defRPr/>
            </a:lvl2pPr>
          </a:lstStyle>
          <a:p>
            <a:pPr lvl="0"/>
            <a:r>
              <a:rPr lang="en-US" dirty="0"/>
              <a:t>Position title</a:t>
            </a:r>
          </a:p>
        </p:txBody>
      </p:sp>
      <p:sp>
        <p:nvSpPr>
          <p:cNvPr id="2" name="Footer Placeholder 1">
            <a:extLst>
              <a:ext uri="{FF2B5EF4-FFF2-40B4-BE49-F238E27FC236}">
                <a16:creationId xmlns:a16="http://schemas.microsoft.com/office/drawing/2014/main" id="{67F015DD-FB98-57E1-5699-75DE9D7B91B7}"/>
              </a:ext>
            </a:extLst>
          </p:cNvPr>
          <p:cNvSpPr>
            <a:spLocks noGrp="1"/>
          </p:cNvSpPr>
          <p:nvPr>
            <p:ph type="ftr" sz="quarter" idx="32"/>
          </p:nvPr>
        </p:nvSpPr>
        <p:spPr/>
        <p:txBody>
          <a:bodyPr/>
          <a:lstStyle/>
          <a:p>
            <a:r>
              <a:rPr lang="en-US"/>
              <a:t>XXXXXXX.X.X.GBL.INST</a:t>
            </a:r>
            <a:endParaRPr lang="en-US" dirty="0"/>
          </a:p>
        </p:txBody>
      </p:sp>
    </p:spTree>
    <p:extLst>
      <p:ext uri="{BB962C8B-B14F-4D97-AF65-F5344CB8AC3E}">
        <p14:creationId xmlns:p14="http://schemas.microsoft.com/office/powerpoint/2010/main" val="180697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Bio - Pic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4" y="914400"/>
            <a:ext cx="11183937"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880899"/>
            <a:ext cx="2139696" cy="3044952"/>
          </a:xfrm>
          <a:solidFill>
            <a:schemeClr val="bg1">
              <a:lumMod val="95000"/>
            </a:schemeClr>
          </a:solidFill>
        </p:spPr>
        <p:txBody>
          <a:bodyPr/>
          <a:lstStyle>
            <a:lvl1pPr>
              <a:defRPr sz="1200" b="0"/>
            </a:lvl1pPr>
          </a:lstStyle>
          <a:p>
            <a:r>
              <a:rPr lang="en-US"/>
              <a:t>Click icon to add picture</a:t>
            </a:r>
          </a:p>
        </p:txBody>
      </p:sp>
      <p:sp>
        <p:nvSpPr>
          <p:cNvPr id="6" name="Picture Placeholder 4">
            <a:extLst>
              <a:ext uri="{FF2B5EF4-FFF2-40B4-BE49-F238E27FC236}">
                <a16:creationId xmlns:a16="http://schemas.microsoft.com/office/drawing/2014/main" id="{3CD04B3B-9CB0-795F-3985-566A7A773B6D}"/>
              </a:ext>
            </a:extLst>
          </p:cNvPr>
          <p:cNvSpPr>
            <a:spLocks noGrp="1"/>
          </p:cNvSpPr>
          <p:nvPr>
            <p:ph type="pic" sz="quarter" idx="12"/>
          </p:nvPr>
        </p:nvSpPr>
        <p:spPr>
          <a:xfrm>
            <a:off x="2765885" y="1880899"/>
            <a:ext cx="2139696" cy="3044952"/>
          </a:xfrm>
          <a:solidFill>
            <a:schemeClr val="bg1">
              <a:lumMod val="95000"/>
            </a:schemeClr>
          </a:solidFill>
        </p:spPr>
        <p:txBody>
          <a:bodyPr/>
          <a:lstStyle>
            <a:lvl1pPr>
              <a:defRPr sz="1200" b="0"/>
            </a:lvl1pPr>
          </a:lstStyle>
          <a:p>
            <a:r>
              <a:rPr lang="en-US"/>
              <a:t>Click icon to add picture</a:t>
            </a:r>
          </a:p>
        </p:txBody>
      </p:sp>
      <p:sp>
        <p:nvSpPr>
          <p:cNvPr id="7" name="Picture Placeholder 4">
            <a:extLst>
              <a:ext uri="{FF2B5EF4-FFF2-40B4-BE49-F238E27FC236}">
                <a16:creationId xmlns:a16="http://schemas.microsoft.com/office/drawing/2014/main" id="{D6D0E272-2965-66E3-5153-F0CFCAF49416}"/>
              </a:ext>
            </a:extLst>
          </p:cNvPr>
          <p:cNvSpPr>
            <a:spLocks noGrp="1"/>
          </p:cNvSpPr>
          <p:nvPr>
            <p:ph type="pic" sz="quarter" idx="13"/>
          </p:nvPr>
        </p:nvSpPr>
        <p:spPr>
          <a:xfrm>
            <a:off x="5026946" y="1880899"/>
            <a:ext cx="2139696" cy="3044952"/>
          </a:xfrm>
          <a:solidFill>
            <a:schemeClr val="bg1">
              <a:lumMod val="95000"/>
            </a:schemeClr>
          </a:solidFill>
        </p:spPr>
        <p:txBody>
          <a:bodyPr/>
          <a:lstStyle>
            <a:lvl1pPr>
              <a:defRPr sz="1200" b="0"/>
            </a:lvl1pPr>
          </a:lstStyle>
          <a:p>
            <a:r>
              <a:rPr lang="en-US"/>
              <a:t>Click icon to add picture</a:t>
            </a:r>
          </a:p>
        </p:txBody>
      </p:sp>
      <p:sp>
        <p:nvSpPr>
          <p:cNvPr id="8" name="Picture Placeholder 4">
            <a:extLst>
              <a:ext uri="{FF2B5EF4-FFF2-40B4-BE49-F238E27FC236}">
                <a16:creationId xmlns:a16="http://schemas.microsoft.com/office/drawing/2014/main" id="{43A621D3-E82B-1016-EDE1-85CDB0352D04}"/>
              </a:ext>
            </a:extLst>
          </p:cNvPr>
          <p:cNvSpPr>
            <a:spLocks noGrp="1"/>
          </p:cNvSpPr>
          <p:nvPr>
            <p:ph type="pic" sz="quarter" idx="14"/>
          </p:nvPr>
        </p:nvSpPr>
        <p:spPr>
          <a:xfrm>
            <a:off x="7288007" y="1880899"/>
            <a:ext cx="2139696" cy="3044952"/>
          </a:xfrm>
          <a:solidFill>
            <a:schemeClr val="bg1">
              <a:lumMod val="95000"/>
            </a:schemeClr>
          </a:solidFill>
        </p:spPr>
        <p:txBody>
          <a:bodyPr/>
          <a:lstStyle>
            <a:lvl1pPr>
              <a:defRPr sz="1200" b="0"/>
            </a:lvl1pPr>
          </a:lstStyle>
          <a:p>
            <a:r>
              <a:rPr lang="en-US"/>
              <a:t>Click icon to add picture</a:t>
            </a:r>
          </a:p>
        </p:txBody>
      </p:sp>
      <p:sp>
        <p:nvSpPr>
          <p:cNvPr id="9" name="Picture Placeholder 4">
            <a:extLst>
              <a:ext uri="{FF2B5EF4-FFF2-40B4-BE49-F238E27FC236}">
                <a16:creationId xmlns:a16="http://schemas.microsoft.com/office/drawing/2014/main" id="{2646D5ED-0FCB-4F11-0C88-B1069268926D}"/>
              </a:ext>
            </a:extLst>
          </p:cNvPr>
          <p:cNvSpPr>
            <a:spLocks noGrp="1"/>
          </p:cNvSpPr>
          <p:nvPr>
            <p:ph type="pic" sz="quarter" idx="15"/>
          </p:nvPr>
        </p:nvSpPr>
        <p:spPr>
          <a:xfrm>
            <a:off x="9549067" y="1880899"/>
            <a:ext cx="2139696" cy="3044952"/>
          </a:xfrm>
          <a:solidFill>
            <a:schemeClr val="bg1">
              <a:lumMod val="95000"/>
            </a:schemeClr>
          </a:solidFill>
        </p:spPr>
        <p:txBody>
          <a:bodyPr/>
          <a:lstStyle>
            <a:lvl1pPr>
              <a:defRPr sz="1200" b="0"/>
            </a:lvl1pPr>
          </a:lstStyle>
          <a:p>
            <a:r>
              <a:rPr lang="en-US"/>
              <a:t>Click icon to add picture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4"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4"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2765885"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2765885"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5026946"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5026946"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7288007"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7288007"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8" name="Text Placeholder 6">
            <a:extLst>
              <a:ext uri="{FF2B5EF4-FFF2-40B4-BE49-F238E27FC236}">
                <a16:creationId xmlns:a16="http://schemas.microsoft.com/office/drawing/2014/main" id="{4D3983D9-6553-1831-26D4-B4ACE3A1E86A}"/>
              </a:ext>
            </a:extLst>
          </p:cNvPr>
          <p:cNvSpPr>
            <a:spLocks noGrp="1"/>
          </p:cNvSpPr>
          <p:nvPr>
            <p:ph type="body" sz="quarter" idx="24" hasCustomPrompt="1"/>
          </p:nvPr>
        </p:nvSpPr>
        <p:spPr>
          <a:xfrm>
            <a:off x="9549067"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9" name="Text Placeholder 6">
            <a:extLst>
              <a:ext uri="{FF2B5EF4-FFF2-40B4-BE49-F238E27FC236}">
                <a16:creationId xmlns:a16="http://schemas.microsoft.com/office/drawing/2014/main" id="{FA97E8F0-E1CE-E1AD-BFFD-7E72C7AFA21E}"/>
              </a:ext>
            </a:extLst>
          </p:cNvPr>
          <p:cNvSpPr>
            <a:spLocks noGrp="1"/>
          </p:cNvSpPr>
          <p:nvPr>
            <p:ph type="body" sz="quarter" idx="25" hasCustomPrompt="1"/>
          </p:nvPr>
        </p:nvSpPr>
        <p:spPr>
          <a:xfrm>
            <a:off x="9549067"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3" name="Title 2">
            <a:extLst>
              <a:ext uri="{FF2B5EF4-FFF2-40B4-BE49-F238E27FC236}">
                <a16:creationId xmlns:a16="http://schemas.microsoft.com/office/drawing/2014/main" id="{97387FD8-5F13-DE79-3CF9-D1A5189D837A}"/>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06657D7-9967-0A33-EA10-87708751FF9F}"/>
              </a:ext>
            </a:extLst>
          </p:cNvPr>
          <p:cNvSpPr>
            <a:spLocks noGrp="1"/>
          </p:cNvSpPr>
          <p:nvPr>
            <p:ph type="ftr" sz="quarter" idx="26"/>
          </p:nvPr>
        </p:nvSpPr>
        <p:spPr/>
        <p:txBody>
          <a:bodyPr/>
          <a:lstStyle/>
          <a:p>
            <a:r>
              <a:rPr lang="en-US"/>
              <a:t>XXXXXXX.X.X.GBL.INST</a:t>
            </a:r>
            <a:endParaRPr lang="en-US" dirty="0"/>
          </a:p>
        </p:txBody>
      </p:sp>
    </p:spTree>
    <p:extLst>
      <p:ext uri="{BB962C8B-B14F-4D97-AF65-F5344CB8AC3E}">
        <p14:creationId xmlns:p14="http://schemas.microsoft.com/office/powerpoint/2010/main" val="2725093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90D72-CCA6-644A-7C49-E6F104306B33}"/>
              </a:ext>
            </a:extLst>
          </p:cNvPr>
          <p:cNvSpPr>
            <a:spLocks noGrp="1"/>
          </p:cNvSpPr>
          <p:nvPr>
            <p:ph type="title" hasCustomPrompt="1"/>
          </p:nvPr>
        </p:nvSpPr>
        <p:spPr>
          <a:xfrm>
            <a:off x="504825" y="310896"/>
            <a:ext cx="11183938" cy="546354"/>
          </a:xfrm>
        </p:spPr>
        <p:txBody>
          <a:bodyPr/>
          <a:lstStyle/>
          <a:p>
            <a:r>
              <a:rPr lang="en-US" dirty="0"/>
              <a:t>Click to add Disclaimer</a:t>
            </a:r>
          </a:p>
        </p:txBody>
      </p:sp>
      <p:sp>
        <p:nvSpPr>
          <p:cNvPr id="4" name="Text Placeholder 3">
            <a:extLst>
              <a:ext uri="{FF2B5EF4-FFF2-40B4-BE49-F238E27FC236}">
                <a16:creationId xmlns:a16="http://schemas.microsoft.com/office/drawing/2014/main" id="{1AB141D5-B3CD-A333-AD2B-F98B2A8AE7EE}"/>
              </a:ext>
            </a:extLst>
          </p:cNvPr>
          <p:cNvSpPr>
            <a:spLocks noGrp="1"/>
          </p:cNvSpPr>
          <p:nvPr>
            <p:ph type="body" sz="quarter" idx="10"/>
          </p:nvPr>
        </p:nvSpPr>
        <p:spPr>
          <a:xfrm>
            <a:off x="504824" y="1285876"/>
            <a:ext cx="11181959" cy="3429000"/>
          </a:xfrm>
        </p:spPr>
        <p:txBody>
          <a:bodyPr/>
          <a:lstStyle>
            <a:lvl1pPr>
              <a:defRPr sz="900"/>
            </a:lvl1pPr>
            <a:lvl2pPr marL="0" indent="0">
              <a:buNone/>
              <a:defRPr/>
            </a:lvl2pPr>
          </a:lstStyle>
          <a:p>
            <a:pPr lvl="0"/>
            <a:r>
              <a:rPr lang="en-US"/>
              <a:t>Click to edit Master text styles</a:t>
            </a:r>
          </a:p>
        </p:txBody>
      </p:sp>
      <p:sp>
        <p:nvSpPr>
          <p:cNvPr id="5" name="Text Placeholder 3">
            <a:extLst>
              <a:ext uri="{FF2B5EF4-FFF2-40B4-BE49-F238E27FC236}">
                <a16:creationId xmlns:a16="http://schemas.microsoft.com/office/drawing/2014/main" id="{102D895C-5063-8070-FCFD-8146FD0078AE}"/>
              </a:ext>
            </a:extLst>
          </p:cNvPr>
          <p:cNvSpPr>
            <a:spLocks noGrp="1"/>
          </p:cNvSpPr>
          <p:nvPr>
            <p:ph type="body" sz="quarter" idx="11" hasCustomPrompt="1"/>
          </p:nvPr>
        </p:nvSpPr>
        <p:spPr>
          <a:xfrm>
            <a:off x="504824" y="5143503"/>
            <a:ext cx="4038601" cy="857248"/>
          </a:xfrm>
        </p:spPr>
        <p:txBody>
          <a:bodyPr/>
          <a:lstStyle>
            <a:lvl1pPr>
              <a:spcBef>
                <a:spcPts val="0"/>
              </a:spcBef>
              <a:defRPr sz="800">
                <a:latin typeface="Arial" panose="020B0604020202020204" pitchFamily="34" charset="0"/>
                <a:cs typeface="Arial" panose="020B0604020202020204" pitchFamily="34" charset="0"/>
              </a:defRPr>
            </a:lvl1pPr>
            <a:lvl2pPr marL="0" indent="0">
              <a:buNone/>
              <a:defRPr/>
            </a:lvl2pPr>
          </a:lstStyle>
          <a:p>
            <a:r>
              <a:rPr lang="en-US" dirty="0"/>
              <a:t>State Street Corporation</a:t>
            </a:r>
            <a:br>
              <a:rPr lang="en-US" dirty="0"/>
            </a:br>
            <a:r>
              <a:rPr lang="en-US" b="0" dirty="0"/>
              <a:t>One Lincoln Street, Boston, MA 02111-2900</a:t>
            </a:r>
            <a:br>
              <a:rPr lang="en-US" b="0" dirty="0"/>
            </a:br>
            <a:r>
              <a:rPr lang="en-US" b="0" dirty="0"/>
              <a:t>© 2023 State Street Corporation and/or its applicable third-party licensor</a:t>
            </a:r>
            <a:br>
              <a:rPr lang="en-US" b="0" dirty="0"/>
            </a:br>
            <a:r>
              <a:rPr lang="en-US" b="0" dirty="0"/>
              <a:t>All Rights Reserved</a:t>
            </a:r>
            <a:br>
              <a:rPr lang="en-US" b="0" dirty="0"/>
            </a:br>
            <a:r>
              <a:rPr lang="en-US" b="0" dirty="0"/>
              <a:t>Expiration date: [date]</a:t>
            </a:r>
          </a:p>
        </p:txBody>
      </p:sp>
      <p:sp>
        <p:nvSpPr>
          <p:cNvPr id="3" name="Footer Placeholder 2">
            <a:extLst>
              <a:ext uri="{FF2B5EF4-FFF2-40B4-BE49-F238E27FC236}">
                <a16:creationId xmlns:a16="http://schemas.microsoft.com/office/drawing/2014/main" id="{2C18E9EA-2F83-10FA-2A20-566C0973B728}"/>
              </a:ext>
            </a:extLst>
          </p:cNvPr>
          <p:cNvSpPr>
            <a:spLocks noGrp="1"/>
          </p:cNvSpPr>
          <p:nvPr>
            <p:ph type="ftr" sz="quarter" idx="12"/>
          </p:nvPr>
        </p:nvSpPr>
        <p:spPr/>
        <p:txBody>
          <a:bodyPr/>
          <a:lstStyle/>
          <a:p>
            <a:r>
              <a:rPr lang="en-US" dirty="0"/>
              <a:t>XXXXXXX.X.X.GBL.INST</a:t>
            </a:r>
          </a:p>
        </p:txBody>
      </p:sp>
    </p:spTree>
    <p:extLst>
      <p:ext uri="{BB962C8B-B14F-4D97-AF65-F5344CB8AC3E}">
        <p14:creationId xmlns:p14="http://schemas.microsoft.com/office/powerpoint/2010/main" val="2068603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End Page">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89D7CBE-6B34-7B1D-333E-E258C6E011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9824" y="2820924"/>
            <a:ext cx="4452353" cy="1216152"/>
          </a:xfrm>
          <a:prstGeom prst="rect">
            <a:avLst/>
          </a:prstGeom>
        </p:spPr>
      </p:pic>
      <p:sp useBgFill="1">
        <p:nvSpPr>
          <p:cNvPr id="2" name="Rectangle 1">
            <a:extLst>
              <a:ext uri="{FF2B5EF4-FFF2-40B4-BE49-F238E27FC236}">
                <a16:creationId xmlns:a16="http://schemas.microsoft.com/office/drawing/2014/main" id="{AD2AF3E4-D688-E99D-B778-6DA5BAB6BE02}"/>
              </a:ext>
            </a:extLst>
          </p:cNvPr>
          <p:cNvSpPr/>
          <p:nvPr/>
        </p:nvSpPr>
        <p:spPr>
          <a:xfrm>
            <a:off x="9926877" y="6365379"/>
            <a:ext cx="2265122"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A3C619D0-8BCA-CEC7-2874-F7AEECBC9D65}"/>
              </a:ext>
            </a:extLst>
          </p:cNvPr>
          <p:cNvSpPr>
            <a:spLocks noGrp="1"/>
          </p:cNvSpPr>
          <p:nvPr>
            <p:ph type="ftr" sz="quarter" idx="10"/>
          </p:nvPr>
        </p:nvSpPr>
        <p:spPr/>
        <p:txBody>
          <a:bodyPr/>
          <a:lstStyle/>
          <a:p>
            <a:r>
              <a:rPr lang="en-US"/>
              <a:t>XXXXXXX.X.X.GBL.INST</a:t>
            </a:r>
            <a:endParaRPr lang="en-US" dirty="0"/>
          </a:p>
        </p:txBody>
      </p:sp>
    </p:spTree>
    <p:extLst>
      <p:ext uri="{BB962C8B-B14F-4D97-AF65-F5344CB8AC3E}">
        <p14:creationId xmlns:p14="http://schemas.microsoft.com/office/powerpoint/2010/main" val="325784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803861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cSld name="Block Text - 4-up">
    <p:bg>
      <p:bgPr>
        <a:solidFill>
          <a:schemeClr val="bg1"/>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7C3F3B29-6F20-4E0D-8CDA-809E1EDACB6B}"/>
              </a:ext>
            </a:extLst>
          </p:cNvPr>
          <p:cNvSpPr txBox="1">
            <a:spLocks/>
          </p:cNvSpPr>
          <p:nvPr userDrawn="1"/>
        </p:nvSpPr>
        <p:spPr bwMode="auto">
          <a:xfrm>
            <a:off x="6229551" y="2338947"/>
            <a:ext cx="5347551" cy="1663185"/>
          </a:xfrm>
          <a:prstGeom prst="rect">
            <a:avLst/>
          </a:prstGeom>
          <a:solidFill>
            <a:schemeClr val="accent2">
              <a:lumMod val="20000"/>
              <a:lumOff val="80000"/>
            </a:schemeClr>
          </a:solidFill>
          <a:ln>
            <a:noFill/>
          </a:ln>
        </p:spPr>
        <p:txBody>
          <a:bodyPr vert="horz" wrap="square" lIns="102870" tIns="77153" rIns="102870" bIns="77153"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38"/>
              </a:spcAft>
            </a:pPr>
            <a:endParaRPr lang="en-US" sz="788" b="0" dirty="0">
              <a:solidFill>
                <a:schemeClr val="bg2"/>
              </a:solidFill>
              <a:latin typeface="Arial" panose="020B0604020202020204" pitchFamily="34" charset="0"/>
            </a:endParaRPr>
          </a:p>
        </p:txBody>
      </p:sp>
      <p:sp>
        <p:nvSpPr>
          <p:cNvPr id="24" name="Text Placeholder 2">
            <a:extLst>
              <a:ext uri="{FF2B5EF4-FFF2-40B4-BE49-F238E27FC236}">
                <a16:creationId xmlns:a16="http://schemas.microsoft.com/office/drawing/2014/main" id="{FAFF0236-84CD-4B06-97C7-A18CC8039500}"/>
              </a:ext>
            </a:extLst>
          </p:cNvPr>
          <p:cNvSpPr txBox="1">
            <a:spLocks/>
          </p:cNvSpPr>
          <p:nvPr userDrawn="1"/>
        </p:nvSpPr>
        <p:spPr bwMode="auto">
          <a:xfrm>
            <a:off x="624053" y="4312661"/>
            <a:ext cx="5347551" cy="1663185"/>
          </a:xfrm>
          <a:prstGeom prst="rect">
            <a:avLst/>
          </a:prstGeom>
          <a:solidFill>
            <a:schemeClr val="accent2">
              <a:lumMod val="20000"/>
              <a:lumOff val="80000"/>
            </a:schemeClr>
          </a:solidFill>
          <a:ln>
            <a:noFill/>
          </a:ln>
        </p:spPr>
        <p:txBody>
          <a:bodyPr vert="horz" wrap="square" lIns="102870" tIns="77153" rIns="102870" bIns="77153"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38"/>
              </a:spcAft>
            </a:pPr>
            <a:endParaRPr lang="en-US" sz="788" b="0" dirty="0">
              <a:solidFill>
                <a:schemeClr val="bg2"/>
              </a:solidFill>
              <a:latin typeface="Arial" panose="020B0604020202020204" pitchFamily="34" charset="0"/>
            </a:endParaRPr>
          </a:p>
        </p:txBody>
      </p:sp>
      <p:sp>
        <p:nvSpPr>
          <p:cNvPr id="25" name="Text Placeholder 2">
            <a:extLst>
              <a:ext uri="{FF2B5EF4-FFF2-40B4-BE49-F238E27FC236}">
                <a16:creationId xmlns:a16="http://schemas.microsoft.com/office/drawing/2014/main" id="{3D711AFA-523B-44F5-8EE8-3CBC98823D7F}"/>
              </a:ext>
            </a:extLst>
          </p:cNvPr>
          <p:cNvSpPr txBox="1">
            <a:spLocks/>
          </p:cNvSpPr>
          <p:nvPr userDrawn="1"/>
        </p:nvSpPr>
        <p:spPr bwMode="auto">
          <a:xfrm>
            <a:off x="6229551" y="4312661"/>
            <a:ext cx="5347551" cy="1663185"/>
          </a:xfrm>
          <a:prstGeom prst="rect">
            <a:avLst/>
          </a:prstGeom>
          <a:solidFill>
            <a:schemeClr val="accent2">
              <a:lumMod val="20000"/>
              <a:lumOff val="80000"/>
            </a:schemeClr>
          </a:solidFill>
          <a:ln>
            <a:noFill/>
          </a:ln>
        </p:spPr>
        <p:txBody>
          <a:bodyPr vert="horz" wrap="square" lIns="102870" tIns="77153" rIns="102870" bIns="77153"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38"/>
              </a:spcAft>
            </a:pPr>
            <a:endParaRPr lang="en-US" sz="788" b="0" dirty="0">
              <a:solidFill>
                <a:schemeClr val="bg2"/>
              </a:solidFill>
              <a:latin typeface="Arial" panose="020B0604020202020204" pitchFamily="34" charset="0"/>
            </a:endParaRPr>
          </a:p>
        </p:txBody>
      </p:sp>
      <p:sp>
        <p:nvSpPr>
          <p:cNvPr id="6" name="Title 4"/>
          <p:cNvSpPr>
            <a:spLocks noGrp="1"/>
          </p:cNvSpPr>
          <p:nvPr>
            <p:ph type="title"/>
          </p:nvPr>
        </p:nvSpPr>
        <p:spPr>
          <a:xfrm>
            <a:off x="624419" y="531941"/>
            <a:ext cx="10943168" cy="330728"/>
          </a:xfrm>
        </p:spPr>
        <p:txBody>
          <a:bodyPr>
            <a:noAutofit/>
          </a:bodyPr>
          <a:lstStyle>
            <a:lvl1pPr>
              <a:defRPr sz="1350"/>
            </a:lvl1pPr>
          </a:lstStyle>
          <a:p>
            <a:r>
              <a:rPr lang="en-US"/>
              <a:t>Click to edit Master title style</a:t>
            </a:r>
            <a:endParaRPr lang="en-US" dirty="0"/>
          </a:p>
        </p:txBody>
      </p:sp>
      <p:sp>
        <p:nvSpPr>
          <p:cNvPr id="7" name="Text Placeholder 3"/>
          <p:cNvSpPr>
            <a:spLocks noGrp="1"/>
          </p:cNvSpPr>
          <p:nvPr>
            <p:ph type="body" sz="quarter" idx="11"/>
          </p:nvPr>
        </p:nvSpPr>
        <p:spPr>
          <a:xfrm>
            <a:off x="624419" y="919921"/>
            <a:ext cx="10943168" cy="216559"/>
          </a:xfrm>
          <a:prstGeom prst="rect">
            <a:avLst/>
          </a:prstGeom>
        </p:spPr>
        <p:txBody>
          <a:bodyPr>
            <a:noAutofit/>
          </a:bodyPr>
          <a:lstStyle>
            <a:lvl1pPr marL="0" indent="0">
              <a:spcBef>
                <a:spcPts val="0"/>
              </a:spcBef>
              <a:buFontTx/>
              <a:buNone/>
              <a:defRPr sz="900" b="0" i="0">
                <a:solidFill>
                  <a:schemeClr val="accent1"/>
                </a:solidFill>
              </a:defRPr>
            </a:lvl1pPr>
            <a:lvl2pPr marL="0" indent="0">
              <a:spcBef>
                <a:spcPts val="0"/>
              </a:spcBef>
              <a:buFontTx/>
              <a:buNone/>
              <a:defRPr sz="1400" b="1" i="0">
                <a:solidFill>
                  <a:schemeClr val="bg2"/>
                </a:solidFill>
              </a:defRPr>
            </a:lvl2pPr>
            <a:lvl3pPr marL="0" indent="0">
              <a:spcBef>
                <a:spcPts val="0"/>
              </a:spcBef>
              <a:buFontTx/>
              <a:buNone/>
              <a:defRPr sz="1400" b="1" i="0">
                <a:solidFill>
                  <a:schemeClr val="bg2"/>
                </a:solidFill>
              </a:defRPr>
            </a:lvl3pPr>
            <a:lvl4pPr marL="0" indent="0">
              <a:spcBef>
                <a:spcPts val="0"/>
              </a:spcBef>
              <a:buFontTx/>
              <a:buNone/>
              <a:defRPr sz="1400" b="1" i="0">
                <a:solidFill>
                  <a:schemeClr val="bg2"/>
                </a:solidFill>
              </a:defRPr>
            </a:lvl4pPr>
            <a:lvl5pPr marL="0" indent="0">
              <a:spcBef>
                <a:spcPts val="0"/>
              </a:spcBef>
              <a:buFontTx/>
              <a:buNone/>
              <a:defRPr sz="1400" b="1" i="0">
                <a:solidFill>
                  <a:schemeClr val="bg2"/>
                </a:solidFill>
              </a:defRPr>
            </a:lvl5pPr>
          </a:lstStyle>
          <a:p>
            <a:pPr lvl="0"/>
            <a:r>
              <a:rPr lang="en-US"/>
              <a:t>Click to edit Master text styles</a:t>
            </a:r>
          </a:p>
        </p:txBody>
      </p:sp>
      <p:sp>
        <p:nvSpPr>
          <p:cNvPr id="3" name="Text Placeholder 2">
            <a:extLst>
              <a:ext uri="{FF2B5EF4-FFF2-40B4-BE49-F238E27FC236}">
                <a16:creationId xmlns:a16="http://schemas.microsoft.com/office/drawing/2014/main" id="{8C35FE9E-D1FB-EF48-E96B-79870C00DB30}"/>
              </a:ext>
            </a:extLst>
          </p:cNvPr>
          <p:cNvSpPr txBox="1">
            <a:spLocks/>
          </p:cNvSpPr>
          <p:nvPr/>
        </p:nvSpPr>
        <p:spPr bwMode="auto">
          <a:xfrm>
            <a:off x="624053" y="2293076"/>
            <a:ext cx="5347551" cy="1874524"/>
          </a:xfrm>
          <a:prstGeom prst="rect">
            <a:avLst/>
          </a:prstGeom>
          <a:solidFill>
            <a:srgbClr val="E7F5FF"/>
          </a:solidFill>
          <a:ln>
            <a:noFill/>
          </a:ln>
        </p:spPr>
        <p:txBody>
          <a:bodyPr vert="horz" wrap="square" lIns="102870" tIns="77153" rIns="102870" bIns="77153"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38"/>
              </a:spcAft>
            </a:pPr>
            <a:endParaRPr lang="en-US" sz="788" b="0" dirty="0">
              <a:solidFill>
                <a:schemeClr val="bg2"/>
              </a:solidFill>
              <a:latin typeface="Arial" panose="020B0604020202020204" pitchFamily="34" charset="0"/>
            </a:endParaRPr>
          </a:p>
        </p:txBody>
      </p:sp>
      <p:sp>
        <p:nvSpPr>
          <p:cNvPr id="10" name="Text Placeholder 9">
            <a:extLst>
              <a:ext uri="{FF2B5EF4-FFF2-40B4-BE49-F238E27FC236}">
                <a16:creationId xmlns:a16="http://schemas.microsoft.com/office/drawing/2014/main" id="{E8FDF5FF-2731-A724-F995-E588C9081B74}"/>
              </a:ext>
            </a:extLst>
          </p:cNvPr>
          <p:cNvSpPr>
            <a:spLocks noGrp="1"/>
          </p:cNvSpPr>
          <p:nvPr>
            <p:ph type="body" sz="quarter" idx="12"/>
          </p:nvPr>
        </p:nvSpPr>
        <p:spPr>
          <a:xfrm>
            <a:off x="624051" y="1509713"/>
            <a:ext cx="10943900" cy="140488"/>
          </a:xfrm>
        </p:spPr>
        <p:txBody>
          <a:bodyPr>
            <a:spAutoFit/>
          </a:bodyPr>
          <a:lstStyle>
            <a:lvl1pPr>
              <a:spcAft>
                <a:spcPts val="675"/>
              </a:spcAft>
              <a:defRPr sz="900"/>
            </a:lvl1pPr>
            <a:lvl2pPr>
              <a:defRPr sz="900"/>
            </a:lvl2pPr>
            <a:lvl3pPr>
              <a:defRPr sz="900"/>
            </a:lvl3pPr>
            <a:lvl4pPr>
              <a:defRPr sz="900"/>
            </a:lvl4pPr>
            <a:lvl5pPr>
              <a:defRPr sz="900"/>
            </a:lvl5pPr>
          </a:lstStyle>
          <a:p>
            <a:pPr lvl="0"/>
            <a:r>
              <a:rPr lang="en-US"/>
              <a:t>Click to edit Master text styles</a:t>
            </a:r>
          </a:p>
        </p:txBody>
      </p:sp>
      <p:sp>
        <p:nvSpPr>
          <p:cNvPr id="11" name="Text Placeholder 3">
            <a:extLst>
              <a:ext uri="{FF2B5EF4-FFF2-40B4-BE49-F238E27FC236}">
                <a16:creationId xmlns:a16="http://schemas.microsoft.com/office/drawing/2014/main" id="{D2DA3C9B-CF5C-E870-2D19-AC1DFB94E32E}"/>
              </a:ext>
            </a:extLst>
          </p:cNvPr>
          <p:cNvSpPr>
            <a:spLocks noGrp="1"/>
          </p:cNvSpPr>
          <p:nvPr>
            <p:ph type="body" sz="quarter" idx="13"/>
          </p:nvPr>
        </p:nvSpPr>
        <p:spPr>
          <a:xfrm>
            <a:off x="802695" y="2482228"/>
            <a:ext cx="3066224" cy="140488"/>
          </a:xfrm>
          <a:prstGeom prst="rect">
            <a:avLst/>
          </a:prstGeom>
        </p:spPr>
        <p:txBody>
          <a:bodyPr anchor="t">
            <a:spAutoFit/>
          </a:bodyPr>
          <a:lstStyle>
            <a:lvl1pPr marL="0" indent="0" algn="l">
              <a:spcBef>
                <a:spcPts val="0"/>
              </a:spcBef>
              <a:buFontTx/>
              <a:buNone/>
              <a:defRPr sz="900" b="1" i="0">
                <a:solidFill>
                  <a:schemeClr val="accent1"/>
                </a:solidFill>
              </a:defRPr>
            </a:lvl1pPr>
            <a:lvl2pPr marL="0" indent="0">
              <a:spcBef>
                <a:spcPts val="0"/>
              </a:spcBef>
              <a:buFontTx/>
              <a:buNone/>
              <a:defRPr sz="1400" b="1" i="0">
                <a:solidFill>
                  <a:schemeClr val="bg2"/>
                </a:solidFill>
              </a:defRPr>
            </a:lvl2pPr>
            <a:lvl3pPr marL="0" indent="0">
              <a:spcBef>
                <a:spcPts val="0"/>
              </a:spcBef>
              <a:buFontTx/>
              <a:buNone/>
              <a:defRPr sz="1400" b="1" i="0">
                <a:solidFill>
                  <a:schemeClr val="bg2"/>
                </a:solidFill>
              </a:defRPr>
            </a:lvl3pPr>
            <a:lvl4pPr marL="0" indent="0">
              <a:spcBef>
                <a:spcPts val="0"/>
              </a:spcBef>
              <a:buFontTx/>
              <a:buNone/>
              <a:defRPr sz="1400" b="1" i="0">
                <a:solidFill>
                  <a:schemeClr val="bg2"/>
                </a:solidFill>
              </a:defRPr>
            </a:lvl4pPr>
            <a:lvl5pPr marL="0" indent="0">
              <a:spcBef>
                <a:spcPts val="0"/>
              </a:spcBef>
              <a:buFontTx/>
              <a:buNone/>
              <a:defRPr sz="1400" b="1" i="0">
                <a:solidFill>
                  <a:schemeClr val="bg2"/>
                </a:solidFill>
              </a:defRPr>
            </a:lvl5pPr>
          </a:lstStyle>
          <a:p>
            <a:pPr lvl="0"/>
            <a:r>
              <a:rPr lang="en-US"/>
              <a:t>Click to edit Master text styles</a:t>
            </a:r>
          </a:p>
        </p:txBody>
      </p:sp>
      <p:sp>
        <p:nvSpPr>
          <p:cNvPr id="12" name="Text Placeholder 2">
            <a:extLst>
              <a:ext uri="{FF2B5EF4-FFF2-40B4-BE49-F238E27FC236}">
                <a16:creationId xmlns:a16="http://schemas.microsoft.com/office/drawing/2014/main" id="{042A0570-EA15-C75C-F4A8-252BE0A34302}"/>
              </a:ext>
            </a:extLst>
          </p:cNvPr>
          <p:cNvSpPr>
            <a:spLocks noGrp="1"/>
          </p:cNvSpPr>
          <p:nvPr>
            <p:ph type="body" sz="quarter" idx="21"/>
          </p:nvPr>
        </p:nvSpPr>
        <p:spPr>
          <a:xfrm>
            <a:off x="802696" y="2816353"/>
            <a:ext cx="5005893" cy="123047"/>
          </a:xfrm>
        </p:spPr>
        <p:txBody>
          <a:bodyPr wrap="square">
            <a:spAutoFit/>
          </a:bodyPr>
          <a:lstStyle>
            <a:lvl1pPr>
              <a:defRPr sz="788" b="0"/>
            </a:lvl1pPr>
            <a:lvl2pPr marL="0" indent="0">
              <a:buClrTx/>
              <a:buNone/>
              <a:defRPr sz="675"/>
            </a:lvl2pPr>
            <a:lvl3pPr>
              <a:buClrTx/>
              <a:defRPr sz="675"/>
            </a:lvl3pPr>
            <a:lvl4pPr>
              <a:buClrTx/>
              <a:defRPr sz="675"/>
            </a:lvl4pPr>
            <a:lvl5pPr>
              <a:buClrTx/>
              <a:defRPr sz="675"/>
            </a:lvl5pPr>
          </a:lstStyle>
          <a:p>
            <a:pPr lvl="0"/>
            <a:r>
              <a:rPr lang="en-US"/>
              <a:t>Click to edit Master text styles</a:t>
            </a:r>
          </a:p>
        </p:txBody>
      </p:sp>
      <p:sp>
        <p:nvSpPr>
          <p:cNvPr id="14" name="Text Placeholder 2">
            <a:extLst>
              <a:ext uri="{FF2B5EF4-FFF2-40B4-BE49-F238E27FC236}">
                <a16:creationId xmlns:a16="http://schemas.microsoft.com/office/drawing/2014/main" id="{175D713B-8996-F2EA-E8ED-3D198D97B0E8}"/>
              </a:ext>
            </a:extLst>
          </p:cNvPr>
          <p:cNvSpPr txBox="1">
            <a:spLocks/>
          </p:cNvSpPr>
          <p:nvPr/>
        </p:nvSpPr>
        <p:spPr bwMode="auto">
          <a:xfrm>
            <a:off x="6229551" y="2293077"/>
            <a:ext cx="5347551" cy="1874523"/>
          </a:xfrm>
          <a:prstGeom prst="rect">
            <a:avLst/>
          </a:prstGeom>
          <a:solidFill>
            <a:srgbClr val="E7F5FF"/>
          </a:solidFill>
          <a:ln>
            <a:noFill/>
          </a:ln>
        </p:spPr>
        <p:txBody>
          <a:bodyPr vert="horz" wrap="square" lIns="102870" tIns="77153" rIns="102870" bIns="77153"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38"/>
              </a:spcAft>
            </a:pPr>
            <a:endParaRPr lang="en-US" sz="788" b="0" dirty="0">
              <a:solidFill>
                <a:schemeClr val="bg2"/>
              </a:solidFill>
              <a:latin typeface="Arial" panose="020B0604020202020204" pitchFamily="34" charset="0"/>
            </a:endParaRPr>
          </a:p>
        </p:txBody>
      </p:sp>
      <p:sp>
        <p:nvSpPr>
          <p:cNvPr id="15" name="Text Placeholder 3">
            <a:extLst>
              <a:ext uri="{FF2B5EF4-FFF2-40B4-BE49-F238E27FC236}">
                <a16:creationId xmlns:a16="http://schemas.microsoft.com/office/drawing/2014/main" id="{C45F35E8-FD75-E4DC-BA0A-68BD38FF456F}"/>
              </a:ext>
            </a:extLst>
          </p:cNvPr>
          <p:cNvSpPr>
            <a:spLocks noGrp="1"/>
          </p:cNvSpPr>
          <p:nvPr>
            <p:ph type="body" sz="quarter" idx="22"/>
          </p:nvPr>
        </p:nvSpPr>
        <p:spPr>
          <a:xfrm>
            <a:off x="6408195" y="2482228"/>
            <a:ext cx="3066224" cy="140488"/>
          </a:xfrm>
          <a:prstGeom prst="rect">
            <a:avLst/>
          </a:prstGeom>
        </p:spPr>
        <p:txBody>
          <a:bodyPr anchor="t">
            <a:spAutoFit/>
          </a:bodyPr>
          <a:lstStyle>
            <a:lvl1pPr marL="0" indent="0" algn="l">
              <a:spcBef>
                <a:spcPts val="0"/>
              </a:spcBef>
              <a:buFontTx/>
              <a:buNone/>
              <a:defRPr sz="900" b="1" i="0">
                <a:solidFill>
                  <a:schemeClr val="accent1"/>
                </a:solidFill>
              </a:defRPr>
            </a:lvl1pPr>
            <a:lvl2pPr marL="0" indent="0">
              <a:spcBef>
                <a:spcPts val="0"/>
              </a:spcBef>
              <a:buFontTx/>
              <a:buNone/>
              <a:defRPr sz="1400" b="1" i="0">
                <a:solidFill>
                  <a:schemeClr val="bg2"/>
                </a:solidFill>
              </a:defRPr>
            </a:lvl2pPr>
            <a:lvl3pPr marL="0" indent="0">
              <a:spcBef>
                <a:spcPts val="0"/>
              </a:spcBef>
              <a:buFontTx/>
              <a:buNone/>
              <a:defRPr sz="1400" b="1" i="0">
                <a:solidFill>
                  <a:schemeClr val="bg2"/>
                </a:solidFill>
              </a:defRPr>
            </a:lvl3pPr>
            <a:lvl4pPr marL="0" indent="0">
              <a:spcBef>
                <a:spcPts val="0"/>
              </a:spcBef>
              <a:buFontTx/>
              <a:buNone/>
              <a:defRPr sz="1400" b="1" i="0">
                <a:solidFill>
                  <a:schemeClr val="bg2"/>
                </a:solidFill>
              </a:defRPr>
            </a:lvl4pPr>
            <a:lvl5pPr marL="0" indent="0">
              <a:spcBef>
                <a:spcPts val="0"/>
              </a:spcBef>
              <a:buFontTx/>
              <a:buNone/>
              <a:defRPr sz="1400" b="1" i="0">
                <a:solidFill>
                  <a:schemeClr val="bg2"/>
                </a:solidFill>
              </a:defRPr>
            </a:lvl5pPr>
          </a:lstStyle>
          <a:p>
            <a:pPr lvl="0"/>
            <a:r>
              <a:rPr lang="en-US"/>
              <a:t>Click to edit Master text styles</a:t>
            </a:r>
          </a:p>
        </p:txBody>
      </p:sp>
      <p:sp>
        <p:nvSpPr>
          <p:cNvPr id="16" name="Text Placeholder 2">
            <a:extLst>
              <a:ext uri="{FF2B5EF4-FFF2-40B4-BE49-F238E27FC236}">
                <a16:creationId xmlns:a16="http://schemas.microsoft.com/office/drawing/2014/main" id="{DBAA03FD-E895-CDFD-7CF3-B3EBFB60440B}"/>
              </a:ext>
            </a:extLst>
          </p:cNvPr>
          <p:cNvSpPr>
            <a:spLocks noGrp="1"/>
          </p:cNvSpPr>
          <p:nvPr>
            <p:ph type="body" sz="quarter" idx="23"/>
          </p:nvPr>
        </p:nvSpPr>
        <p:spPr>
          <a:xfrm>
            <a:off x="6408196" y="2816353"/>
            <a:ext cx="5005893" cy="123047"/>
          </a:xfrm>
        </p:spPr>
        <p:txBody>
          <a:bodyPr wrap="square">
            <a:spAutoFit/>
          </a:bodyPr>
          <a:lstStyle>
            <a:lvl1pPr>
              <a:defRPr sz="788" b="0"/>
            </a:lvl1pPr>
            <a:lvl2pPr marL="0" indent="0">
              <a:buClrTx/>
              <a:buNone/>
              <a:defRPr sz="675"/>
            </a:lvl2pPr>
            <a:lvl3pPr>
              <a:buClrTx/>
              <a:defRPr sz="675"/>
            </a:lvl3pPr>
            <a:lvl4pPr>
              <a:buClrTx/>
              <a:defRPr sz="675"/>
            </a:lvl4pPr>
            <a:lvl5pPr>
              <a:buClrTx/>
              <a:defRPr sz="675"/>
            </a:lvl5pPr>
          </a:lstStyle>
          <a:p>
            <a:pPr lvl="0"/>
            <a:r>
              <a:rPr lang="en-US"/>
              <a:t>Click to edit Master text styles</a:t>
            </a:r>
          </a:p>
        </p:txBody>
      </p:sp>
      <p:sp>
        <p:nvSpPr>
          <p:cNvPr id="17" name="Text Placeholder 2">
            <a:extLst>
              <a:ext uri="{FF2B5EF4-FFF2-40B4-BE49-F238E27FC236}">
                <a16:creationId xmlns:a16="http://schemas.microsoft.com/office/drawing/2014/main" id="{442DD563-84BF-6BB6-5563-9C31E9AE5A9C}"/>
              </a:ext>
            </a:extLst>
          </p:cNvPr>
          <p:cNvSpPr txBox="1">
            <a:spLocks/>
          </p:cNvSpPr>
          <p:nvPr/>
        </p:nvSpPr>
        <p:spPr bwMode="auto">
          <a:xfrm>
            <a:off x="624053" y="4312660"/>
            <a:ext cx="5347551" cy="1874524"/>
          </a:xfrm>
          <a:prstGeom prst="rect">
            <a:avLst/>
          </a:prstGeom>
          <a:solidFill>
            <a:srgbClr val="E7F5FF"/>
          </a:solidFill>
          <a:ln>
            <a:noFill/>
          </a:ln>
        </p:spPr>
        <p:txBody>
          <a:bodyPr vert="horz" wrap="square" lIns="102870" tIns="77153" rIns="102870" bIns="77153"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38"/>
              </a:spcAft>
            </a:pPr>
            <a:endParaRPr lang="en-US" sz="788" b="0" dirty="0">
              <a:solidFill>
                <a:schemeClr val="bg2"/>
              </a:solidFill>
              <a:latin typeface="Arial" panose="020B0604020202020204" pitchFamily="34" charset="0"/>
            </a:endParaRPr>
          </a:p>
        </p:txBody>
      </p:sp>
      <p:sp>
        <p:nvSpPr>
          <p:cNvPr id="18" name="Text Placeholder 3">
            <a:extLst>
              <a:ext uri="{FF2B5EF4-FFF2-40B4-BE49-F238E27FC236}">
                <a16:creationId xmlns:a16="http://schemas.microsoft.com/office/drawing/2014/main" id="{6C021ADB-162F-C241-A951-AC319AA2A893}"/>
              </a:ext>
            </a:extLst>
          </p:cNvPr>
          <p:cNvSpPr>
            <a:spLocks noGrp="1"/>
          </p:cNvSpPr>
          <p:nvPr>
            <p:ph type="body" sz="quarter" idx="24"/>
          </p:nvPr>
        </p:nvSpPr>
        <p:spPr>
          <a:xfrm>
            <a:off x="802695" y="4455942"/>
            <a:ext cx="3066224" cy="140488"/>
          </a:xfrm>
          <a:prstGeom prst="rect">
            <a:avLst/>
          </a:prstGeom>
        </p:spPr>
        <p:txBody>
          <a:bodyPr anchor="t">
            <a:spAutoFit/>
          </a:bodyPr>
          <a:lstStyle>
            <a:lvl1pPr marL="0" indent="0" algn="l">
              <a:spcBef>
                <a:spcPts val="0"/>
              </a:spcBef>
              <a:buFontTx/>
              <a:buNone/>
              <a:defRPr sz="900" b="1" i="0">
                <a:solidFill>
                  <a:schemeClr val="accent1"/>
                </a:solidFill>
              </a:defRPr>
            </a:lvl1pPr>
            <a:lvl2pPr marL="0" indent="0">
              <a:spcBef>
                <a:spcPts val="0"/>
              </a:spcBef>
              <a:buFontTx/>
              <a:buNone/>
              <a:defRPr sz="1400" b="1" i="0">
                <a:solidFill>
                  <a:schemeClr val="bg2"/>
                </a:solidFill>
              </a:defRPr>
            </a:lvl2pPr>
            <a:lvl3pPr marL="0" indent="0">
              <a:spcBef>
                <a:spcPts val="0"/>
              </a:spcBef>
              <a:buFontTx/>
              <a:buNone/>
              <a:defRPr sz="1400" b="1" i="0">
                <a:solidFill>
                  <a:schemeClr val="bg2"/>
                </a:solidFill>
              </a:defRPr>
            </a:lvl3pPr>
            <a:lvl4pPr marL="0" indent="0">
              <a:spcBef>
                <a:spcPts val="0"/>
              </a:spcBef>
              <a:buFontTx/>
              <a:buNone/>
              <a:defRPr sz="1400" b="1" i="0">
                <a:solidFill>
                  <a:schemeClr val="bg2"/>
                </a:solidFill>
              </a:defRPr>
            </a:lvl4pPr>
            <a:lvl5pPr marL="0" indent="0">
              <a:spcBef>
                <a:spcPts val="0"/>
              </a:spcBef>
              <a:buFontTx/>
              <a:buNone/>
              <a:defRPr sz="1400" b="1" i="0">
                <a:solidFill>
                  <a:schemeClr val="bg2"/>
                </a:solidFill>
              </a:defRPr>
            </a:lvl5pPr>
          </a:lstStyle>
          <a:p>
            <a:pPr lvl="0"/>
            <a:r>
              <a:rPr lang="en-US"/>
              <a:t>Click to edit Master text styles</a:t>
            </a:r>
          </a:p>
        </p:txBody>
      </p:sp>
      <p:sp>
        <p:nvSpPr>
          <p:cNvPr id="19" name="Text Placeholder 2">
            <a:extLst>
              <a:ext uri="{FF2B5EF4-FFF2-40B4-BE49-F238E27FC236}">
                <a16:creationId xmlns:a16="http://schemas.microsoft.com/office/drawing/2014/main" id="{1E20F425-91F9-29F3-3027-99803845DC7F}"/>
              </a:ext>
            </a:extLst>
          </p:cNvPr>
          <p:cNvSpPr>
            <a:spLocks noGrp="1"/>
          </p:cNvSpPr>
          <p:nvPr>
            <p:ph type="body" sz="quarter" idx="25"/>
          </p:nvPr>
        </p:nvSpPr>
        <p:spPr>
          <a:xfrm>
            <a:off x="802696" y="4790067"/>
            <a:ext cx="5005893" cy="123047"/>
          </a:xfrm>
        </p:spPr>
        <p:txBody>
          <a:bodyPr wrap="square">
            <a:spAutoFit/>
          </a:bodyPr>
          <a:lstStyle>
            <a:lvl1pPr>
              <a:defRPr sz="788" b="0"/>
            </a:lvl1pPr>
            <a:lvl2pPr marL="0" indent="0">
              <a:buClrTx/>
              <a:buNone/>
              <a:defRPr sz="675"/>
            </a:lvl2pPr>
            <a:lvl3pPr>
              <a:buClrTx/>
              <a:defRPr sz="675"/>
            </a:lvl3pPr>
            <a:lvl4pPr>
              <a:buClrTx/>
              <a:defRPr sz="675"/>
            </a:lvl4pPr>
            <a:lvl5pPr>
              <a:buClrTx/>
              <a:defRPr sz="675"/>
            </a:lvl5pPr>
          </a:lstStyle>
          <a:p>
            <a:pPr lvl="0"/>
            <a:r>
              <a:rPr lang="en-US"/>
              <a:t>Click to edit Master text styles</a:t>
            </a:r>
          </a:p>
        </p:txBody>
      </p:sp>
      <p:sp>
        <p:nvSpPr>
          <p:cNvPr id="20" name="Text Placeholder 2">
            <a:extLst>
              <a:ext uri="{FF2B5EF4-FFF2-40B4-BE49-F238E27FC236}">
                <a16:creationId xmlns:a16="http://schemas.microsoft.com/office/drawing/2014/main" id="{D7767D7B-DDB9-6E4B-270D-CE875662AE50}"/>
              </a:ext>
            </a:extLst>
          </p:cNvPr>
          <p:cNvSpPr txBox="1">
            <a:spLocks/>
          </p:cNvSpPr>
          <p:nvPr/>
        </p:nvSpPr>
        <p:spPr bwMode="auto">
          <a:xfrm>
            <a:off x="6229551" y="4312661"/>
            <a:ext cx="5347551" cy="1874523"/>
          </a:xfrm>
          <a:prstGeom prst="rect">
            <a:avLst/>
          </a:prstGeom>
          <a:solidFill>
            <a:srgbClr val="E7F5FF"/>
          </a:solidFill>
          <a:ln>
            <a:noFill/>
          </a:ln>
        </p:spPr>
        <p:txBody>
          <a:bodyPr vert="horz" wrap="square" lIns="102870" tIns="77153" rIns="102870" bIns="77153" numCol="1" anchor="t" anchorCtr="0" compatLnSpc="1">
            <a:prstTxWarp prst="textNoShape">
              <a:avLst/>
            </a:prstTxWarp>
            <a:noAutofit/>
          </a:bodyPr>
          <a:lstStyle>
            <a:lvl1pPr marL="0" indent="0" algn="l" rtl="0" fontAlgn="base">
              <a:lnSpc>
                <a:spcPct val="100000"/>
              </a:lnSpc>
              <a:spcBef>
                <a:spcPts val="0"/>
              </a:spcBef>
              <a:spcAft>
                <a:spcPct val="0"/>
              </a:spcAft>
              <a:buFont typeface="Arial" charset="0"/>
              <a:buNone/>
              <a:defRPr sz="2000" b="1" kern="1200">
                <a:solidFill>
                  <a:schemeClr val="tx2"/>
                </a:solidFill>
                <a:latin typeface="Arial" charset="0"/>
                <a:ea typeface="Arial" charset="0"/>
                <a:cs typeface="Arial" charset="0"/>
              </a:defRPr>
            </a:lvl1pPr>
            <a:lvl2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kern="1200">
                <a:solidFill>
                  <a:schemeClr val="tx2"/>
                </a:solidFill>
                <a:latin typeface="Arial" charset="0"/>
                <a:ea typeface="Arial" charset="0"/>
                <a:cs typeface="Arial" charset="0"/>
              </a:defRPr>
            </a:lvl2pPr>
            <a:lvl3pPr marL="274320" indent="-274320" algn="l" rtl="0" fontAlgn="base">
              <a:lnSpc>
                <a:spcPct val="100000"/>
              </a:lnSpc>
              <a:spcBef>
                <a:spcPts val="600"/>
              </a:spcBef>
              <a:spcAft>
                <a:spcPct val="0"/>
              </a:spcAft>
              <a:buFont typeface="Arial" charset="0"/>
              <a:buChar char="•"/>
              <a:defRPr sz="1400" kern="1200">
                <a:solidFill>
                  <a:schemeClr val="tx2"/>
                </a:solidFill>
                <a:latin typeface="Arial" charset="0"/>
                <a:ea typeface="Arial" charset="0"/>
                <a:cs typeface="Arial" charset="0"/>
              </a:defRPr>
            </a:lvl3pPr>
            <a:lvl4pPr marL="16002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4pPr>
            <a:lvl5pPr marL="2057400" indent="-228600" algn="l" rtl="0" fontAlgn="base">
              <a:lnSpc>
                <a:spcPct val="90000"/>
              </a:lnSpc>
              <a:spcBef>
                <a:spcPts val="500"/>
              </a:spcBef>
              <a:spcAft>
                <a:spcPct val="0"/>
              </a:spcAft>
              <a:buFont typeface="Arial" charset="0"/>
              <a:buChar char="•"/>
              <a:defRPr kern="1200">
                <a:solidFill>
                  <a:schemeClr val="tx2"/>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38"/>
              </a:spcAft>
            </a:pPr>
            <a:endParaRPr lang="en-US" sz="788" b="0" dirty="0">
              <a:solidFill>
                <a:schemeClr val="bg2"/>
              </a:solidFill>
              <a:latin typeface="Arial" panose="020B0604020202020204" pitchFamily="34" charset="0"/>
            </a:endParaRPr>
          </a:p>
        </p:txBody>
      </p:sp>
      <p:sp>
        <p:nvSpPr>
          <p:cNvPr id="21" name="Text Placeholder 3">
            <a:extLst>
              <a:ext uri="{FF2B5EF4-FFF2-40B4-BE49-F238E27FC236}">
                <a16:creationId xmlns:a16="http://schemas.microsoft.com/office/drawing/2014/main" id="{8DF9DF40-CCAB-FC93-60A9-4AB3AD68E342}"/>
              </a:ext>
            </a:extLst>
          </p:cNvPr>
          <p:cNvSpPr>
            <a:spLocks noGrp="1"/>
          </p:cNvSpPr>
          <p:nvPr>
            <p:ph type="body" sz="quarter" idx="26"/>
          </p:nvPr>
        </p:nvSpPr>
        <p:spPr>
          <a:xfrm>
            <a:off x="6408195" y="4455942"/>
            <a:ext cx="3066224" cy="140488"/>
          </a:xfrm>
          <a:prstGeom prst="rect">
            <a:avLst/>
          </a:prstGeom>
        </p:spPr>
        <p:txBody>
          <a:bodyPr anchor="t">
            <a:spAutoFit/>
          </a:bodyPr>
          <a:lstStyle>
            <a:lvl1pPr marL="0" indent="0" algn="l">
              <a:spcBef>
                <a:spcPts val="0"/>
              </a:spcBef>
              <a:buFontTx/>
              <a:buNone/>
              <a:defRPr sz="900" b="1" i="0">
                <a:solidFill>
                  <a:schemeClr val="accent1"/>
                </a:solidFill>
              </a:defRPr>
            </a:lvl1pPr>
            <a:lvl2pPr marL="0" indent="0">
              <a:spcBef>
                <a:spcPts val="0"/>
              </a:spcBef>
              <a:buFontTx/>
              <a:buNone/>
              <a:defRPr sz="1400" b="1" i="0">
                <a:solidFill>
                  <a:schemeClr val="bg2"/>
                </a:solidFill>
              </a:defRPr>
            </a:lvl2pPr>
            <a:lvl3pPr marL="0" indent="0">
              <a:spcBef>
                <a:spcPts val="0"/>
              </a:spcBef>
              <a:buFontTx/>
              <a:buNone/>
              <a:defRPr sz="1400" b="1" i="0">
                <a:solidFill>
                  <a:schemeClr val="bg2"/>
                </a:solidFill>
              </a:defRPr>
            </a:lvl3pPr>
            <a:lvl4pPr marL="0" indent="0">
              <a:spcBef>
                <a:spcPts val="0"/>
              </a:spcBef>
              <a:buFontTx/>
              <a:buNone/>
              <a:defRPr sz="1400" b="1" i="0">
                <a:solidFill>
                  <a:schemeClr val="bg2"/>
                </a:solidFill>
              </a:defRPr>
            </a:lvl4pPr>
            <a:lvl5pPr marL="0" indent="0">
              <a:spcBef>
                <a:spcPts val="0"/>
              </a:spcBef>
              <a:buFontTx/>
              <a:buNone/>
              <a:defRPr sz="1400" b="1" i="0">
                <a:solidFill>
                  <a:schemeClr val="bg2"/>
                </a:solidFill>
              </a:defRPr>
            </a:lvl5pPr>
          </a:lstStyle>
          <a:p>
            <a:pPr lvl="0"/>
            <a:r>
              <a:rPr lang="en-US"/>
              <a:t>Click to edit Master text styles</a:t>
            </a:r>
          </a:p>
        </p:txBody>
      </p:sp>
      <p:sp>
        <p:nvSpPr>
          <p:cNvPr id="22" name="Text Placeholder 2">
            <a:extLst>
              <a:ext uri="{FF2B5EF4-FFF2-40B4-BE49-F238E27FC236}">
                <a16:creationId xmlns:a16="http://schemas.microsoft.com/office/drawing/2014/main" id="{9696C578-8027-C2B7-5B49-01AC381B12B5}"/>
              </a:ext>
            </a:extLst>
          </p:cNvPr>
          <p:cNvSpPr>
            <a:spLocks noGrp="1"/>
          </p:cNvSpPr>
          <p:nvPr>
            <p:ph type="body" sz="quarter" idx="27"/>
          </p:nvPr>
        </p:nvSpPr>
        <p:spPr>
          <a:xfrm>
            <a:off x="6408196" y="4790067"/>
            <a:ext cx="5005893" cy="123047"/>
          </a:xfrm>
        </p:spPr>
        <p:txBody>
          <a:bodyPr wrap="square">
            <a:spAutoFit/>
          </a:bodyPr>
          <a:lstStyle>
            <a:lvl1pPr>
              <a:defRPr sz="788" b="0"/>
            </a:lvl1pPr>
            <a:lvl2pPr marL="0" indent="0">
              <a:buClrTx/>
              <a:buNone/>
              <a:defRPr sz="675"/>
            </a:lvl2pPr>
            <a:lvl3pPr>
              <a:buClrTx/>
              <a:defRPr sz="675"/>
            </a:lvl3pPr>
            <a:lvl4pPr>
              <a:buClrTx/>
              <a:defRPr sz="675"/>
            </a:lvl4pPr>
            <a:lvl5pPr>
              <a:buClrTx/>
              <a:defRPr sz="675"/>
            </a:lvl5pPr>
          </a:lstStyle>
          <a:p>
            <a:pPr lvl="0"/>
            <a:r>
              <a:rPr lang="en-US"/>
              <a:t>Click to edit Master text styles</a:t>
            </a:r>
          </a:p>
        </p:txBody>
      </p:sp>
    </p:spTree>
    <p:extLst>
      <p:ext uri="{BB962C8B-B14F-4D97-AF65-F5344CB8AC3E}">
        <p14:creationId xmlns:p14="http://schemas.microsoft.com/office/powerpoint/2010/main" val="405110875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tle Slide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D3C4E71-4AC6-0E8C-4C97-E14713F914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1403" y="561107"/>
            <a:ext cx="2276391" cy="621792"/>
          </a:xfrm>
          <a:prstGeom prst="rect">
            <a:avLst/>
          </a:prstGeom>
        </p:spPr>
      </p:pic>
      <p:sp useBgFill="1">
        <p:nvSpPr>
          <p:cNvPr id="4" name="Rectangle 3">
            <a:extLst>
              <a:ext uri="{FF2B5EF4-FFF2-40B4-BE49-F238E27FC236}">
                <a16:creationId xmlns:a16="http://schemas.microsoft.com/office/drawing/2014/main" id="{246D5555-422E-C626-52E5-3EA335AFD2B8}"/>
              </a:ext>
            </a:extLst>
          </p:cNvPr>
          <p:cNvSpPr/>
          <p:nvPr/>
        </p:nvSpPr>
        <p:spPr>
          <a:xfrm>
            <a:off x="9394520" y="6365379"/>
            <a:ext cx="2797479"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r"/>
              <a:ea typeface="+mn-ea"/>
              <a:cs typeface="+mn-cs"/>
            </a:endParaRPr>
          </a:p>
        </p:txBody>
      </p:sp>
      <p:sp>
        <p:nvSpPr>
          <p:cNvPr id="2" name="Title 1">
            <a:extLst>
              <a:ext uri="{FF2B5EF4-FFF2-40B4-BE49-F238E27FC236}">
                <a16:creationId xmlns:a16="http://schemas.microsoft.com/office/drawing/2014/main" id="{B9757527-F68B-452C-85A9-A7EB38F0EA5E}"/>
              </a:ext>
            </a:extLst>
          </p:cNvPr>
          <p:cNvSpPr>
            <a:spLocks noGrp="1"/>
          </p:cNvSpPr>
          <p:nvPr>
            <p:ph type="ctrTitle"/>
          </p:nvPr>
        </p:nvSpPr>
        <p:spPr>
          <a:xfrm>
            <a:off x="511403" y="2034727"/>
            <a:ext cx="5760720" cy="3108960"/>
          </a:xfrm>
        </p:spPr>
        <p:txBody>
          <a:bodyPr anchor="t">
            <a:normAutofit/>
          </a:bodyPr>
          <a:lstStyle>
            <a:lvl1pPr algn="l">
              <a:lnSpc>
                <a:spcPct val="100000"/>
              </a:lnSpc>
              <a:defRPr sz="4800">
                <a:solidFill>
                  <a:schemeClr val="tx2"/>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CC0A3912-2609-473F-95E6-4D6F5BBB7B8B}"/>
              </a:ext>
            </a:extLst>
          </p:cNvPr>
          <p:cNvSpPr>
            <a:spLocks noGrp="1"/>
          </p:cNvSpPr>
          <p:nvPr>
            <p:ph type="subTitle" idx="1"/>
          </p:nvPr>
        </p:nvSpPr>
        <p:spPr>
          <a:xfrm>
            <a:off x="511404" y="5287505"/>
            <a:ext cx="5760720" cy="457200"/>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10" name="Text Placeholder 2">
            <a:extLst>
              <a:ext uri="{FF2B5EF4-FFF2-40B4-BE49-F238E27FC236}">
                <a16:creationId xmlns:a16="http://schemas.microsoft.com/office/drawing/2014/main" id="{0E63434A-9FBF-5C34-D829-DD738B61DF43}"/>
              </a:ext>
            </a:extLst>
          </p:cNvPr>
          <p:cNvSpPr>
            <a:spLocks noGrp="1"/>
          </p:cNvSpPr>
          <p:nvPr>
            <p:ph type="body" idx="10" hasCustomPrompt="1"/>
          </p:nvPr>
        </p:nvSpPr>
        <p:spPr>
          <a:xfrm>
            <a:off x="511404" y="6080760"/>
            <a:ext cx="5760720" cy="284619"/>
          </a:xfrm>
        </p:spPr>
        <p:txBody>
          <a:bodyPr/>
          <a:lstStyle>
            <a:lvl1pPr marL="0" indent="0">
              <a:spcBef>
                <a:spcPts val="0"/>
              </a:spcBef>
              <a:buNone/>
              <a:defRPr sz="1600" b="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date</a:t>
            </a:r>
          </a:p>
        </p:txBody>
      </p:sp>
    </p:spTree>
    <p:extLst>
      <p:ext uri="{BB962C8B-B14F-4D97-AF65-F5344CB8AC3E}">
        <p14:creationId xmlns:p14="http://schemas.microsoft.com/office/powerpoint/2010/main" val="3701587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3F7FB6-810E-4116-8A6F-C39CE82A8C55}"/>
              </a:ext>
            </a:extLst>
          </p:cNvPr>
          <p:cNvSpPr>
            <a:spLocks noGrp="1"/>
          </p:cNvSpPr>
          <p:nvPr>
            <p:ph type="body" idx="1"/>
          </p:nvPr>
        </p:nvSpPr>
        <p:spPr>
          <a:xfrm>
            <a:off x="513567" y="4164905"/>
            <a:ext cx="9744859" cy="557407"/>
          </a:xfrm>
        </p:spPr>
        <p:txBody>
          <a:bodyPr/>
          <a:lstStyle>
            <a:lvl1pPr marL="0" indent="0">
              <a:spcBef>
                <a:spcPts val="0"/>
              </a:spcBef>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Title 3">
            <a:extLst>
              <a:ext uri="{FF2B5EF4-FFF2-40B4-BE49-F238E27FC236}">
                <a16:creationId xmlns:a16="http://schemas.microsoft.com/office/drawing/2014/main" id="{74B3BCE2-BF3E-F2AB-5767-7CE77503C055}"/>
              </a:ext>
            </a:extLst>
          </p:cNvPr>
          <p:cNvSpPr>
            <a:spLocks noGrp="1"/>
          </p:cNvSpPr>
          <p:nvPr>
            <p:ph type="title" hasCustomPrompt="1"/>
          </p:nvPr>
        </p:nvSpPr>
        <p:spPr>
          <a:xfrm>
            <a:off x="512064" y="0"/>
            <a:ext cx="9747504" cy="3587750"/>
          </a:xfrm>
        </p:spPr>
        <p:txBody>
          <a:bodyPr anchor="b" anchorCtr="0"/>
          <a:lstStyle>
            <a:lvl1pPr>
              <a:lnSpc>
                <a:spcPct val="104000"/>
              </a:lnSpc>
              <a:defRPr sz="5400"/>
            </a:lvl1pPr>
          </a:lstStyle>
          <a:p>
            <a:r>
              <a:rPr lang="en-US" dirty="0"/>
              <a:t>Divider </a:t>
            </a:r>
            <a:br>
              <a:rPr lang="en-US" dirty="0"/>
            </a:br>
            <a:r>
              <a:rPr lang="en-US" dirty="0"/>
              <a:t>title</a:t>
            </a:r>
          </a:p>
        </p:txBody>
      </p:sp>
    </p:spTree>
    <p:extLst>
      <p:ext uri="{BB962C8B-B14F-4D97-AF65-F5344CB8AC3E}">
        <p14:creationId xmlns:p14="http://schemas.microsoft.com/office/powerpoint/2010/main" val="3022451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6="http://schemas.microsoft.com/office/drawing/2014/main">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1AEF-69B2-CA82-551F-9DE3C21AD455}"/>
              </a:ext>
            </a:extLst>
          </p:cNvPr>
          <p:cNvSpPr>
            <a:spLocks noGrp="1"/>
          </p:cNvSpPr>
          <p:nvPr>
            <p:ph type="title" hasCustomPrompt="1"/>
          </p:nvPr>
        </p:nvSpPr>
        <p:spPr>
          <a:xfrm>
            <a:off x="504825" y="2635250"/>
            <a:ext cx="4038600" cy="1285875"/>
          </a:xfrm>
        </p:spPr>
        <p:txBody>
          <a:bodyPr anchor="ctr"/>
          <a:lstStyle>
            <a:lvl1pPr>
              <a:defRPr sz="8000">
                <a:solidFill>
                  <a:schemeClr val="tx2"/>
                </a:solidFill>
              </a:defRPr>
            </a:lvl1pPr>
          </a:lstStyle>
          <a:p>
            <a:r>
              <a:rPr lang="en-US" dirty="0"/>
              <a:t>Agenda</a:t>
            </a:r>
          </a:p>
        </p:txBody>
      </p:sp>
      <p:sp>
        <p:nvSpPr>
          <p:cNvPr id="4" name="Text Placeholder 4">
            <a:extLst>
              <a:ext uri="{FF2B5EF4-FFF2-40B4-BE49-F238E27FC236}">
                <a16:creationId xmlns:a16="http://schemas.microsoft.com/office/drawing/2014/main" id="{4032E69C-4E35-2824-60E7-2A7B276C2703}"/>
              </a:ext>
            </a:extLst>
          </p:cNvPr>
          <p:cNvSpPr>
            <a:spLocks noGrp="1"/>
          </p:cNvSpPr>
          <p:nvPr>
            <p:ph type="body" sz="quarter" idx="10" hasCustomPrompt="1"/>
          </p:nvPr>
        </p:nvSpPr>
        <p:spPr>
          <a:xfrm>
            <a:off x="4789488" y="857250"/>
            <a:ext cx="6897687" cy="5143499"/>
          </a:xfrm>
        </p:spPr>
        <p:txBody>
          <a:bodyPr anchor="ctr">
            <a:normAutofit/>
          </a:bodyPr>
          <a:lstStyle>
            <a:lvl1pPr>
              <a:spcBef>
                <a:spcPts val="600"/>
              </a:spcBef>
              <a:defRPr sz="2000" b="0">
                <a:solidFill>
                  <a:schemeClr val="tx2"/>
                </a:solidFill>
              </a:defRPr>
            </a:lvl1pPr>
            <a:lvl2pPr marL="0" indent="0">
              <a:buNone/>
              <a:defRPr/>
            </a:lvl2pPr>
          </a:lstStyle>
          <a:p>
            <a:r>
              <a:rPr lang="en-US" dirty="0"/>
              <a:t>This is for presentations with many sections</a:t>
            </a:r>
            <a:br>
              <a:rPr lang="en-US" dirty="0"/>
            </a:br>
            <a:r>
              <a:rPr lang="en-US" dirty="0"/>
              <a:t>Keep your section names short (one line)</a:t>
            </a:r>
            <a:br>
              <a:rPr lang="en-US" dirty="0"/>
            </a:br>
            <a:r>
              <a:rPr lang="en-US" dirty="0"/>
              <a:t>Line item three</a:t>
            </a:r>
            <a:br>
              <a:rPr lang="en-US" dirty="0"/>
            </a:br>
            <a:r>
              <a:rPr lang="en-US" dirty="0"/>
              <a:t>Line item four</a:t>
            </a:r>
            <a:br>
              <a:rPr lang="en-US" dirty="0"/>
            </a:br>
            <a:r>
              <a:rPr lang="en-US" dirty="0"/>
              <a:t>Line item five</a:t>
            </a:r>
            <a:br>
              <a:rPr lang="en-US" dirty="0"/>
            </a:br>
            <a:r>
              <a:rPr lang="en-US" dirty="0"/>
              <a:t>Line item six</a:t>
            </a:r>
            <a:br>
              <a:rPr lang="en-US" dirty="0"/>
            </a:br>
            <a:r>
              <a:rPr lang="en-US" dirty="0"/>
              <a:t>Line item seven</a:t>
            </a:r>
            <a:br>
              <a:rPr lang="en-US" dirty="0"/>
            </a:br>
            <a:r>
              <a:rPr lang="en-US" dirty="0"/>
              <a:t>Line item eight</a:t>
            </a:r>
          </a:p>
        </p:txBody>
      </p:sp>
    </p:spTree>
    <p:extLst>
      <p:ext uri="{BB962C8B-B14F-4D97-AF65-F5344CB8AC3E}">
        <p14:creationId xmlns:p14="http://schemas.microsoft.com/office/powerpoint/2010/main" val="199409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Agenda Intr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8" cy="683128"/>
          </a:xfrm>
        </p:spPr>
        <p:txBody>
          <a:bodyPr/>
          <a:lstStyle>
            <a:lvl1pPr>
              <a:defRPr sz="4000"/>
            </a:lvl1pPr>
          </a:lstStyle>
          <a:p>
            <a:r>
              <a:rPr lang="en-US" dirty="0"/>
              <a:t>Click to add agenda</a:t>
            </a:r>
          </a:p>
        </p:txBody>
      </p:sp>
      <p:sp>
        <p:nvSpPr>
          <p:cNvPr id="5" name="Text Placeholder 4">
            <a:extLst>
              <a:ext uri="{FF2B5EF4-FFF2-40B4-BE49-F238E27FC236}">
                <a16:creationId xmlns:a16="http://schemas.microsoft.com/office/drawing/2014/main" id="{638A5F80-900F-76AF-4129-332041060194}"/>
              </a:ext>
            </a:extLst>
          </p:cNvPr>
          <p:cNvSpPr>
            <a:spLocks noGrp="1"/>
          </p:cNvSpPr>
          <p:nvPr>
            <p:ph type="body" sz="quarter" idx="10" hasCustomPrompt="1"/>
          </p:nvPr>
        </p:nvSpPr>
        <p:spPr>
          <a:xfrm>
            <a:off x="504825" y="1285875"/>
            <a:ext cx="8324850" cy="1714500"/>
          </a:xfrm>
        </p:spPr>
        <p:txBody>
          <a:bodyPr/>
          <a:lstStyle>
            <a:lvl1pPr>
              <a:spcBef>
                <a:spcPts val="600"/>
              </a:spcBef>
              <a:defRPr sz="2000" b="0">
                <a:solidFill>
                  <a:schemeClr val="tx2"/>
                </a:solidFill>
              </a:defRPr>
            </a:lvl1pPr>
            <a:lvl2pPr marL="0" indent="0">
              <a:buNone/>
              <a:defRPr/>
            </a:lvl2pPr>
          </a:lstStyle>
          <a:p>
            <a:r>
              <a:rPr lang="en-US" dirty="0"/>
              <a:t>This is a combined agenda</a:t>
            </a:r>
            <a:br>
              <a:rPr lang="en-US" dirty="0"/>
            </a:br>
            <a:r>
              <a:rPr lang="en-US" dirty="0"/>
              <a:t>Large lines are for presentation sections</a:t>
            </a:r>
            <a:br>
              <a:rPr lang="en-US" dirty="0"/>
            </a:br>
            <a:r>
              <a:rPr lang="en-US" dirty="0"/>
              <a:t>Keep your section names short (one line)</a:t>
            </a:r>
            <a:br>
              <a:rPr lang="en-US" dirty="0"/>
            </a:br>
            <a:r>
              <a:rPr lang="en-US" dirty="0"/>
              <a:t>Maximum four sections</a:t>
            </a:r>
          </a:p>
        </p:txBody>
      </p:sp>
    </p:spTree>
    <p:extLst>
      <p:ext uri="{BB962C8B-B14F-4D97-AF65-F5344CB8AC3E}">
        <p14:creationId xmlns:p14="http://schemas.microsoft.com/office/powerpoint/2010/main" val="360144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Agenda Lo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8" cy="683128"/>
          </a:xfrm>
        </p:spPr>
        <p:txBody>
          <a:bodyPr/>
          <a:lstStyle>
            <a:lvl1pPr>
              <a:defRPr sz="4000"/>
            </a:lvl1pPr>
          </a:lstStyle>
          <a:p>
            <a:r>
              <a:rPr lang="en-US" dirty="0"/>
              <a:t>Click to add agenda</a:t>
            </a:r>
          </a:p>
        </p:txBody>
      </p:sp>
      <p:sp>
        <p:nvSpPr>
          <p:cNvPr id="6" name="Table Placeholder 5">
            <a:extLst>
              <a:ext uri="{FF2B5EF4-FFF2-40B4-BE49-F238E27FC236}">
                <a16:creationId xmlns:a16="http://schemas.microsoft.com/office/drawing/2014/main" id="{63A86495-008D-CE05-04FB-E43BCCB8C6A0}"/>
              </a:ext>
            </a:extLst>
          </p:cNvPr>
          <p:cNvSpPr>
            <a:spLocks noGrp="1"/>
          </p:cNvSpPr>
          <p:nvPr>
            <p:ph type="tbl" sz="quarter" idx="10"/>
          </p:nvPr>
        </p:nvSpPr>
        <p:spPr>
          <a:xfrm>
            <a:off x="504824" y="1714499"/>
            <a:ext cx="11183937" cy="3857625"/>
          </a:xfrm>
        </p:spPr>
        <p:txBody>
          <a:bodyPr/>
          <a:lstStyle>
            <a:lvl1pPr>
              <a:defRPr b="0">
                <a:solidFill>
                  <a:schemeClr val="tx2"/>
                </a:solidFill>
              </a:defRPr>
            </a:lvl1pPr>
          </a:lstStyle>
          <a:p>
            <a:r>
              <a:rPr lang="en-US"/>
              <a:t>Click icon to add table</a:t>
            </a:r>
            <a:endParaRPr lang="en-US" dirty="0"/>
          </a:p>
        </p:txBody>
      </p:sp>
    </p:spTree>
    <p:extLst>
      <p:ext uri="{BB962C8B-B14F-4D97-AF65-F5344CB8AC3E}">
        <p14:creationId xmlns:p14="http://schemas.microsoft.com/office/powerpoint/2010/main" val="4029795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C087C-ADC7-471D-9779-65728514A9D9}"/>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F329DDF-1E90-40B7-97C4-3D8294054120}"/>
              </a:ext>
            </a:extLst>
          </p:cNvPr>
          <p:cNvSpPr>
            <a:spLocks noGrp="1"/>
          </p:cNvSpPr>
          <p:nvPr>
            <p:ph idx="1"/>
          </p:nvPr>
        </p:nvSpPr>
        <p:spPr>
          <a:xfrm>
            <a:off x="504825" y="1828800"/>
            <a:ext cx="832485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E3B2E980-01D0-B782-7A89-5A8F604732F6}"/>
              </a:ext>
            </a:extLst>
          </p:cNvPr>
          <p:cNvSpPr>
            <a:spLocks noGrp="1"/>
          </p:cNvSpPr>
          <p:nvPr>
            <p:ph type="subTitle" idx="10"/>
          </p:nvPr>
        </p:nvSpPr>
        <p:spPr>
          <a:xfrm>
            <a:off x="504825" y="1285875"/>
            <a:ext cx="11183938" cy="299434"/>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2122732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6" y="1828799"/>
            <a:ext cx="5467350"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38" y="1828799"/>
            <a:ext cx="5467350"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1671906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2642B4-0CC8-4104-857F-4836973BD33E}"/>
              </a:ext>
            </a:extLst>
          </p:cNvPr>
          <p:cNvSpPr>
            <a:spLocks noGrp="1"/>
          </p:cNvSpPr>
          <p:nvPr>
            <p:ph type="body" idx="1"/>
          </p:nvPr>
        </p:nvSpPr>
        <p:spPr>
          <a:xfrm>
            <a:off x="504826" y="1828800"/>
            <a:ext cx="5467349" cy="361950"/>
          </a:xfrm>
        </p:spPr>
        <p:txBody>
          <a:bodyPr anchor="t"/>
          <a:lstStyle>
            <a:lvl1pPr marL="0" indent="0">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8BF76D-D5E1-4698-9C97-D58273F22DF9}"/>
              </a:ext>
            </a:extLst>
          </p:cNvPr>
          <p:cNvSpPr>
            <a:spLocks noGrp="1"/>
          </p:cNvSpPr>
          <p:nvPr>
            <p:ph sz="half" idx="2"/>
          </p:nvPr>
        </p:nvSpPr>
        <p:spPr>
          <a:xfrm>
            <a:off x="504826" y="2263302"/>
            <a:ext cx="5467350"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CFAA2066-1D7A-4CFB-A042-5BC8A31E9675}"/>
              </a:ext>
            </a:extLst>
          </p:cNvPr>
          <p:cNvSpPr>
            <a:spLocks noGrp="1"/>
          </p:cNvSpPr>
          <p:nvPr>
            <p:ph type="body" sz="quarter" idx="3"/>
          </p:nvPr>
        </p:nvSpPr>
        <p:spPr>
          <a:xfrm>
            <a:off x="6219826" y="1828800"/>
            <a:ext cx="5467348" cy="361950"/>
          </a:xfrm>
        </p:spPr>
        <p:txBody>
          <a:bodyPr anchor="t"/>
          <a:lstStyle>
            <a:lvl1pPr marL="0" indent="0">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6676E0-66A1-4897-A9E9-A45BA6558473}"/>
              </a:ext>
            </a:extLst>
          </p:cNvPr>
          <p:cNvSpPr>
            <a:spLocks noGrp="1"/>
          </p:cNvSpPr>
          <p:nvPr>
            <p:ph sz="quarter" idx="4"/>
          </p:nvPr>
        </p:nvSpPr>
        <p:spPr>
          <a:xfrm>
            <a:off x="6219826" y="2263302"/>
            <a:ext cx="5467348"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itle 6">
            <a:extLst>
              <a:ext uri="{FF2B5EF4-FFF2-40B4-BE49-F238E27FC236}">
                <a16:creationId xmlns:a16="http://schemas.microsoft.com/office/drawing/2014/main" id="{57025606-624F-386A-F3F1-DDEF7049F912}"/>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E8F851E7-8143-E09D-9CBA-C39D2AFD816C}"/>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293818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4313239"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8121652" y="1828800"/>
            <a:ext cx="3567112"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3">
            <a:extLst>
              <a:ext uri="{FF2B5EF4-FFF2-40B4-BE49-F238E27FC236}">
                <a16:creationId xmlns:a16="http://schemas.microsoft.com/office/drawing/2014/main" id="{A605323A-761D-AC55-FFA5-1A9B9A30BEBC}"/>
              </a:ext>
            </a:extLst>
          </p:cNvPr>
          <p:cNvSpPr>
            <a:spLocks noGrp="1"/>
          </p:cNvSpPr>
          <p:nvPr>
            <p:ph type="body" sz="half" idx="12"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8" name="Footer Placeholder 7">
            <a:extLst>
              <a:ext uri="{FF2B5EF4-FFF2-40B4-BE49-F238E27FC236}">
                <a16:creationId xmlns:a16="http://schemas.microsoft.com/office/drawing/2014/main" id="{6EADC917-1F4D-9AA2-10B4-34ECA961C6F8}"/>
              </a:ext>
            </a:extLst>
          </p:cNvPr>
          <p:cNvSpPr>
            <a:spLocks noGrp="1"/>
          </p:cNvSpPr>
          <p:nvPr>
            <p:ph type="ftr" sz="quarter" idx="13"/>
          </p:nvPr>
        </p:nvSpPr>
        <p:spPr>
          <a:xfrm>
            <a:off x="3279862" y="6572103"/>
            <a:ext cx="4114800" cy="13849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20B5B"/>
                </a:solidFill>
                <a:effectLst/>
                <a:uLnTx/>
                <a:uFillTx/>
                <a:latin typeface="Arial" panose="020B0604020202020204" pitchFamily="34" charset="0"/>
                <a:ea typeface="+mn-ea"/>
                <a:cs typeface="Arial" panose="020B0604020202020204" pitchFamily="34" charset="0"/>
              </a:rPr>
              <a:t>XXXXXXX.X.X.GBL.INST</a:t>
            </a:r>
            <a:endParaRPr kumimoji="0" lang="en-US" sz="900" b="0" i="0" u="none" strike="noStrike" kern="1200" cap="none" spc="0" normalizeH="0" baseline="0" noProof="0" dirty="0">
              <a:ln>
                <a:noFill/>
              </a:ln>
              <a:solidFill>
                <a:srgbClr val="020B5B"/>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99733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3362325" y="1828800"/>
            <a:ext cx="2609850"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6218238" y="1828800"/>
            <a:ext cx="2609850"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3">
            <a:extLst>
              <a:ext uri="{FF2B5EF4-FFF2-40B4-BE49-F238E27FC236}">
                <a16:creationId xmlns:a16="http://schemas.microsoft.com/office/drawing/2014/main" id="{4A1C3E2B-A6B8-CD6F-8EE4-ACF923A19FAF}"/>
              </a:ext>
            </a:extLst>
          </p:cNvPr>
          <p:cNvSpPr>
            <a:spLocks noGrp="1"/>
          </p:cNvSpPr>
          <p:nvPr>
            <p:ph sz="half" idx="12"/>
          </p:nvPr>
        </p:nvSpPr>
        <p:spPr>
          <a:xfrm>
            <a:off x="9077325"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218180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 + Char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6" y="1828800"/>
            <a:ext cx="546735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38" y="428625"/>
            <a:ext cx="5467350" cy="557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5467350"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Title 5">
            <a:extLst>
              <a:ext uri="{FF2B5EF4-FFF2-40B4-BE49-F238E27FC236}">
                <a16:creationId xmlns:a16="http://schemas.microsoft.com/office/drawing/2014/main" id="{2A817094-1331-B2E1-2BF4-B435B1DD7B46}"/>
              </a:ext>
            </a:extLst>
          </p:cNvPr>
          <p:cNvSpPr>
            <a:spLocks noGrp="1"/>
          </p:cNvSpPr>
          <p:nvPr>
            <p:ph type="title"/>
          </p:nvPr>
        </p:nvSpPr>
        <p:spPr>
          <a:xfrm>
            <a:off x="504825" y="310896"/>
            <a:ext cx="5467350" cy="822960"/>
          </a:xfrm>
        </p:spPr>
        <p:txBody>
          <a:bodyPr/>
          <a:lstStyle/>
          <a:p>
            <a:r>
              <a:rPr lang="en-US"/>
              <a:t>Click to edit Master title style</a:t>
            </a:r>
            <a:endParaRPr lang="en-US" dirty="0"/>
          </a:p>
        </p:txBody>
      </p:sp>
    </p:spTree>
    <p:extLst>
      <p:ext uri="{BB962C8B-B14F-4D97-AF65-F5344CB8AC3E}">
        <p14:creationId xmlns:p14="http://schemas.microsoft.com/office/powerpoint/2010/main" val="2198318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8922F-BA9F-4562-A612-00FB61040E0C}"/>
              </a:ext>
            </a:extLst>
          </p:cNvPr>
          <p:cNvSpPr>
            <a:spLocks noGrp="1"/>
          </p:cNvSpPr>
          <p:nvPr>
            <p:ph type="title"/>
          </p:nvPr>
        </p:nvSpPr>
        <p:spPr/>
        <p:txBody>
          <a:bodyPr/>
          <a:lstStyle/>
          <a:p>
            <a:r>
              <a:rPr lang="en-US"/>
              <a:t>Click to edit Master title style</a:t>
            </a:r>
            <a:endParaRPr lang="en-GB" dirty="0"/>
          </a:p>
        </p:txBody>
      </p:sp>
      <p:sp>
        <p:nvSpPr>
          <p:cNvPr id="3" name="Subtitle 2">
            <a:extLst>
              <a:ext uri="{FF2B5EF4-FFF2-40B4-BE49-F238E27FC236}">
                <a16:creationId xmlns:a16="http://schemas.microsoft.com/office/drawing/2014/main" id="{C191D88D-9FEA-1ECD-113E-E4DB8761DEBC}"/>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151207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479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allout">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65010C54-BA64-0887-CBC2-4BB6EB368A37}"/>
              </a:ext>
            </a:extLst>
          </p:cNvPr>
          <p:cNvSpPr>
            <a:spLocks noGrp="1"/>
          </p:cNvSpPr>
          <p:nvPr>
            <p:ph type="body" sz="quarter" idx="10" hasCustomPrompt="1"/>
          </p:nvPr>
        </p:nvSpPr>
        <p:spPr>
          <a:xfrm>
            <a:off x="504826" y="1285875"/>
            <a:ext cx="8324850" cy="4286250"/>
          </a:xfrm>
        </p:spPr>
        <p:txBody>
          <a:bodyPr anchor="ctr"/>
          <a:lstStyle>
            <a:lvl1pPr>
              <a:spcBef>
                <a:spcPts val="0"/>
              </a:spcBef>
              <a:defRPr sz="4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text block should always align to the center vertically. Lorem ipsum dolor sit amet, consectetuer adipiscing </a:t>
            </a:r>
            <a:r>
              <a:rPr lang="en-US" dirty="0" err="1"/>
              <a:t>elit</a:t>
            </a:r>
            <a:r>
              <a:rPr lang="en-US" dirty="0"/>
              <a:t>.</a:t>
            </a:r>
          </a:p>
        </p:txBody>
      </p:sp>
    </p:spTree>
    <p:extLst>
      <p:ext uri="{BB962C8B-B14F-4D97-AF65-F5344CB8AC3E}">
        <p14:creationId xmlns:p14="http://schemas.microsoft.com/office/powerpoint/2010/main" val="198335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Callout w/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hasCustomPrompt="1"/>
          </p:nvPr>
        </p:nvSpPr>
        <p:spPr>
          <a:xfrm>
            <a:off x="0" y="857250"/>
            <a:ext cx="12192000" cy="5143500"/>
          </a:xfrm>
          <a:solidFill>
            <a:schemeClr val="bg1">
              <a:lumMod val="95000"/>
            </a:schemeClr>
          </a:solidFill>
        </p:spPr>
        <p:txBody>
          <a:bodyPr/>
          <a:lstStyle>
            <a:lvl1pPr>
              <a:defRPr sz="1200" b="0">
                <a:solidFill>
                  <a:srgbClr val="FF0000"/>
                </a:solidFill>
              </a:defRPr>
            </a:lvl1pPr>
          </a:lstStyle>
          <a:p>
            <a:r>
              <a:rPr lang="en-US" dirty="0"/>
              <a:t>Right click picture placeholder &gt; Bring </a:t>
            </a:r>
            <a:r>
              <a:rPr lang="en-US"/>
              <a:t>to Front. </a:t>
            </a:r>
            <a:r>
              <a:rPr lang="en-US" dirty="0"/>
              <a:t>Drag picture to placeholder or click icon </a:t>
            </a:r>
            <a:r>
              <a:rPr lang="en-US"/>
              <a:t>to add. </a:t>
            </a:r>
            <a:r>
              <a:rPr lang="en-US" dirty="0"/>
              <a:t>Right click picture placeholder &gt;Sent </a:t>
            </a:r>
            <a:r>
              <a:rPr lang="en-US"/>
              <a:t>to Back. </a:t>
            </a:r>
            <a:br>
              <a:rPr lang="en-US" dirty="0"/>
            </a:br>
            <a:r>
              <a:rPr lang="en-US" dirty="0"/>
              <a:t>NOTE: Select an image that relates to the presentation subject and aligns with the State Street </a:t>
            </a:r>
            <a:r>
              <a:rPr lang="en-US"/>
              <a:t>image guidelines. </a:t>
            </a:r>
            <a:r>
              <a:rPr lang="en-US" dirty="0"/>
              <a:t>Do not use more than </a:t>
            </a:r>
            <a:r>
              <a:rPr lang="en-US"/>
              <a:t>one image.</a:t>
            </a:r>
            <a:endParaRPr lang="en-US" dirty="0"/>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5" y="1285875"/>
            <a:ext cx="8572499" cy="4286249"/>
          </a:xfrm>
        </p:spPr>
        <p:txBody>
          <a:bodyPr anchor="ctr"/>
          <a:lstStyle>
            <a:lvl1pPr>
              <a:spcBef>
                <a:spcPts val="0"/>
              </a:spcBef>
              <a:defRPr sz="4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with background image. Text block should always align to the center vertically.</a:t>
            </a:r>
          </a:p>
        </p:txBody>
      </p:sp>
    </p:spTree>
    <p:extLst>
      <p:ext uri="{BB962C8B-B14F-4D97-AF65-F5344CB8AC3E}">
        <p14:creationId xmlns:p14="http://schemas.microsoft.com/office/powerpoint/2010/main" val="233309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Callout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6" y="1285875"/>
            <a:ext cx="6896099" cy="4286249"/>
          </a:xfrm>
        </p:spPr>
        <p:txBody>
          <a:bodyPr anchor="ctr"/>
          <a:lstStyle>
            <a:lvl1pPr>
              <a:spcBef>
                <a:spcPts val="0"/>
              </a:spcBef>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with image on right side.  Lorem ipsum dolor sit amet, consectetuer adipiscing elit. Maecenas porttitor congue </a:t>
            </a:r>
            <a:r>
              <a:rPr lang="en-US" dirty="0" err="1"/>
              <a:t>massa</a:t>
            </a:r>
            <a:r>
              <a:rPr lang="en-US" dirty="0"/>
              <a:t>.</a:t>
            </a:r>
          </a:p>
        </p:txBody>
      </p:sp>
    </p:spTree>
    <p:extLst>
      <p:ext uri="{BB962C8B-B14F-4D97-AF65-F5344CB8AC3E}">
        <p14:creationId xmlns:p14="http://schemas.microsoft.com/office/powerpoint/2010/main" val="2428929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Quote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342900" y="1663399"/>
            <a:ext cx="7058025" cy="2622851"/>
          </a:xfrm>
        </p:spPr>
        <p:txBody>
          <a:bodyPr anchor="t"/>
          <a:lstStyle>
            <a:lvl1pPr marL="165100" indent="-165100">
              <a:spcBef>
                <a:spcPts val="0"/>
              </a:spcBef>
              <a:tabLst/>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“Quote with image. Lorem ipsum dolor sit </a:t>
            </a:r>
            <a:r>
              <a:rPr lang="en-US" dirty="0" err="1"/>
              <a:t>amet</a:t>
            </a:r>
            <a:r>
              <a:rPr lang="en-US" dirty="0"/>
              <a:t>, </a:t>
            </a:r>
            <a:r>
              <a:rPr lang="en-US" dirty="0" err="1"/>
              <a:t>consectetur</a:t>
            </a:r>
            <a:r>
              <a:rPr lang="en-US" dirty="0"/>
              <a:t> </a:t>
            </a:r>
            <a:r>
              <a:rPr lang="en-US" dirty="0" err="1"/>
              <a:t>adipicing</a:t>
            </a:r>
            <a:r>
              <a:rPr lang="en-US" dirty="0"/>
              <a:t> </a:t>
            </a:r>
            <a:r>
              <a:rPr lang="en-US" dirty="0" err="1"/>
              <a:t>elit</a:t>
            </a:r>
            <a:r>
              <a:rPr lang="en-US" dirty="0"/>
              <a:t>, sed do </a:t>
            </a:r>
            <a:r>
              <a:rPr lang="en-US" dirty="0" err="1"/>
              <a:t>eismod</a:t>
            </a:r>
            <a:r>
              <a:rPr lang="en-US" dirty="0"/>
              <a:t> </a:t>
            </a:r>
            <a:r>
              <a:rPr lang="en-US" dirty="0" err="1"/>
              <a:t>inciduntan</a:t>
            </a:r>
            <a:r>
              <a:rPr lang="en-US" dirty="0"/>
              <a:t> </a:t>
            </a:r>
            <a:r>
              <a:rPr lang="en-US" dirty="0" err="1"/>
              <a:t>tempor</a:t>
            </a:r>
            <a:r>
              <a:rPr lang="en-US" dirty="0"/>
              <a:t> </a:t>
            </a:r>
            <a:r>
              <a:rPr lang="en-US" dirty="0" err="1"/>
              <a:t>ut</a:t>
            </a:r>
            <a:r>
              <a:rPr lang="en-US" dirty="0"/>
              <a:t> labore et dolore magna.”</a:t>
            </a:r>
          </a:p>
        </p:txBody>
      </p:sp>
      <p:sp>
        <p:nvSpPr>
          <p:cNvPr id="3" name="Text Placeholder 2">
            <a:extLst>
              <a:ext uri="{FF2B5EF4-FFF2-40B4-BE49-F238E27FC236}">
                <a16:creationId xmlns:a16="http://schemas.microsoft.com/office/drawing/2014/main" id="{0B066D84-C89D-7D31-2383-E5EF5EBDEB34}"/>
              </a:ext>
            </a:extLst>
          </p:cNvPr>
          <p:cNvSpPr>
            <a:spLocks noGrp="1"/>
          </p:cNvSpPr>
          <p:nvPr>
            <p:ph type="body" idx="12" hasCustomPrompt="1"/>
          </p:nvPr>
        </p:nvSpPr>
        <p:spPr>
          <a:xfrm>
            <a:off x="511403" y="5024282"/>
            <a:ext cx="6040701" cy="284619"/>
          </a:xfrm>
        </p:spPr>
        <p:txBody>
          <a:bodyPr/>
          <a:lstStyle>
            <a:lvl1pPr marL="0" indent="0">
              <a:spcBef>
                <a:spcPts val="0"/>
              </a:spcBef>
              <a:buNone/>
              <a:defRPr sz="1600" b="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title</a:t>
            </a:r>
          </a:p>
        </p:txBody>
      </p:sp>
      <p:sp>
        <p:nvSpPr>
          <p:cNvPr id="4" name="Text Placeholder 2">
            <a:extLst>
              <a:ext uri="{FF2B5EF4-FFF2-40B4-BE49-F238E27FC236}">
                <a16:creationId xmlns:a16="http://schemas.microsoft.com/office/drawing/2014/main" id="{F41C9D69-2D05-1B4F-0DC9-5D046EAF8FE3}"/>
              </a:ext>
            </a:extLst>
          </p:cNvPr>
          <p:cNvSpPr>
            <a:spLocks noGrp="1"/>
          </p:cNvSpPr>
          <p:nvPr>
            <p:ph type="body" idx="13" hasCustomPrompt="1"/>
          </p:nvPr>
        </p:nvSpPr>
        <p:spPr>
          <a:xfrm>
            <a:off x="511403" y="4694082"/>
            <a:ext cx="6040701" cy="284619"/>
          </a:xfrm>
        </p:spPr>
        <p:txBody>
          <a:bodyPr/>
          <a:lstStyle>
            <a:lvl1pPr marL="0" indent="0">
              <a:spcBef>
                <a:spcPts val="0"/>
              </a:spcBef>
              <a:buNone/>
              <a:defRPr sz="1600" b="1">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Attribution name</a:t>
            </a:r>
          </a:p>
        </p:txBody>
      </p:sp>
    </p:spTree>
    <p:extLst>
      <p:ext uri="{BB962C8B-B14F-4D97-AF65-F5344CB8AC3E}">
        <p14:creationId xmlns:p14="http://schemas.microsoft.com/office/powerpoint/2010/main" val="283067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Block Text - 4 up">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D5BF3EDC-D80D-3ACB-5DE7-D2694E706519}"/>
              </a:ext>
            </a:extLst>
          </p:cNvPr>
          <p:cNvSpPr txBox="1">
            <a:spLocks/>
          </p:cNvSpPr>
          <p:nvPr/>
        </p:nvSpPr>
        <p:spPr bwMode="auto">
          <a:xfrm>
            <a:off x="511404" y="300037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3" name="Subtitle 2">
            <a:extLst>
              <a:ext uri="{FF2B5EF4-FFF2-40B4-BE49-F238E27FC236}">
                <a16:creationId xmlns:a16="http://schemas.microsoft.com/office/drawing/2014/main" id="{44AEFDEC-E4CE-0138-55D6-504E2BFC40C8}"/>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Text Placeholder 5">
            <a:extLst>
              <a:ext uri="{FF2B5EF4-FFF2-40B4-BE49-F238E27FC236}">
                <a16:creationId xmlns:a16="http://schemas.microsoft.com/office/drawing/2014/main" id="{38B390A4-9C43-93C3-A1DF-825A2E7338D4}"/>
              </a:ext>
            </a:extLst>
          </p:cNvPr>
          <p:cNvSpPr>
            <a:spLocks noGrp="1"/>
          </p:cNvSpPr>
          <p:nvPr>
            <p:ph type="body" sz="quarter" idx="11"/>
          </p:nvPr>
        </p:nvSpPr>
        <p:spPr>
          <a:xfrm>
            <a:off x="504825" y="1828800"/>
            <a:ext cx="8324850" cy="593497"/>
          </a:xfrm>
        </p:spPr>
        <p:txBody>
          <a:bodyPr/>
          <a:lstStyle>
            <a:lvl1pPr>
              <a:defRPr b="0"/>
            </a:lvl1pPr>
            <a:lvl2pPr marL="0" indent="0">
              <a:buNone/>
              <a:defRPr b="0"/>
            </a:lvl2pPr>
            <a:lvl3pPr>
              <a:defRPr b="0"/>
            </a:lvl3pPr>
            <a:lvl4pPr>
              <a:defRPr b="0"/>
            </a:lvl4pPr>
            <a:lvl5pPr>
              <a:defRPr b="0"/>
            </a:lvl5pPr>
          </a:lstStyle>
          <a:p>
            <a:pPr lvl="0"/>
            <a:r>
              <a:rPr lang="en-US"/>
              <a:t>Click to edit Master text styles</a:t>
            </a:r>
          </a:p>
        </p:txBody>
      </p:sp>
      <p:sp>
        <p:nvSpPr>
          <p:cNvPr id="8" name="Text Placeholder 3">
            <a:extLst>
              <a:ext uri="{FF2B5EF4-FFF2-40B4-BE49-F238E27FC236}">
                <a16:creationId xmlns:a16="http://schemas.microsoft.com/office/drawing/2014/main" id="{B15B4A93-785F-E9FF-3152-C074B0811718}"/>
              </a:ext>
            </a:extLst>
          </p:cNvPr>
          <p:cNvSpPr>
            <a:spLocks noGrp="1"/>
          </p:cNvSpPr>
          <p:nvPr>
            <p:ph type="body" sz="quarter" idx="13" hasCustomPrompt="1"/>
          </p:nvPr>
        </p:nvSpPr>
        <p:spPr>
          <a:xfrm>
            <a:off x="722940" y="318069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9" name="Text Placeholder 2">
            <a:extLst>
              <a:ext uri="{FF2B5EF4-FFF2-40B4-BE49-F238E27FC236}">
                <a16:creationId xmlns:a16="http://schemas.microsoft.com/office/drawing/2014/main" id="{762E66E7-8CFE-B1C0-51ED-6BF6E42C2F67}"/>
              </a:ext>
            </a:extLst>
          </p:cNvPr>
          <p:cNvSpPr>
            <a:spLocks noGrp="1"/>
          </p:cNvSpPr>
          <p:nvPr>
            <p:ph type="body" sz="quarter" idx="21"/>
          </p:nvPr>
        </p:nvSpPr>
        <p:spPr>
          <a:xfrm>
            <a:off x="722940" y="350150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6" name="Text Placeholder 2">
            <a:extLst>
              <a:ext uri="{FF2B5EF4-FFF2-40B4-BE49-F238E27FC236}">
                <a16:creationId xmlns:a16="http://schemas.microsoft.com/office/drawing/2014/main" id="{417DD9D1-DE16-2363-937D-01452D7DCD92}"/>
              </a:ext>
            </a:extLst>
          </p:cNvPr>
          <p:cNvSpPr txBox="1">
            <a:spLocks/>
          </p:cNvSpPr>
          <p:nvPr/>
        </p:nvSpPr>
        <p:spPr bwMode="auto">
          <a:xfrm>
            <a:off x="511404" y="445420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17" name="Text Placeholder 3">
            <a:extLst>
              <a:ext uri="{FF2B5EF4-FFF2-40B4-BE49-F238E27FC236}">
                <a16:creationId xmlns:a16="http://schemas.microsoft.com/office/drawing/2014/main" id="{DA17F1E8-A13E-473D-F6F0-F65E6FEBDF29}"/>
              </a:ext>
            </a:extLst>
          </p:cNvPr>
          <p:cNvSpPr>
            <a:spLocks noGrp="1"/>
          </p:cNvSpPr>
          <p:nvPr>
            <p:ph type="body" sz="quarter" idx="22" hasCustomPrompt="1"/>
          </p:nvPr>
        </p:nvSpPr>
        <p:spPr>
          <a:xfrm>
            <a:off x="722940" y="463452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18" name="Text Placeholder 2">
            <a:extLst>
              <a:ext uri="{FF2B5EF4-FFF2-40B4-BE49-F238E27FC236}">
                <a16:creationId xmlns:a16="http://schemas.microsoft.com/office/drawing/2014/main" id="{808461B3-FCEF-1D1F-C76B-BF7F0FB4DAE3}"/>
              </a:ext>
            </a:extLst>
          </p:cNvPr>
          <p:cNvSpPr>
            <a:spLocks noGrp="1"/>
          </p:cNvSpPr>
          <p:nvPr>
            <p:ph type="body" sz="quarter" idx="23"/>
          </p:nvPr>
        </p:nvSpPr>
        <p:spPr>
          <a:xfrm>
            <a:off x="722940" y="495533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9" name="Text Placeholder 2">
            <a:extLst>
              <a:ext uri="{FF2B5EF4-FFF2-40B4-BE49-F238E27FC236}">
                <a16:creationId xmlns:a16="http://schemas.microsoft.com/office/drawing/2014/main" id="{9529F24D-FF3E-4E2F-B14D-06332C959561}"/>
              </a:ext>
            </a:extLst>
          </p:cNvPr>
          <p:cNvSpPr txBox="1">
            <a:spLocks/>
          </p:cNvSpPr>
          <p:nvPr/>
        </p:nvSpPr>
        <p:spPr bwMode="auto">
          <a:xfrm>
            <a:off x="6142529" y="300037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20" name="Text Placeholder 3">
            <a:extLst>
              <a:ext uri="{FF2B5EF4-FFF2-40B4-BE49-F238E27FC236}">
                <a16:creationId xmlns:a16="http://schemas.microsoft.com/office/drawing/2014/main" id="{48BF683B-0736-8D0D-4034-F4323CBBA125}"/>
              </a:ext>
            </a:extLst>
          </p:cNvPr>
          <p:cNvSpPr>
            <a:spLocks noGrp="1"/>
          </p:cNvSpPr>
          <p:nvPr>
            <p:ph type="body" sz="quarter" idx="24" hasCustomPrompt="1"/>
          </p:nvPr>
        </p:nvSpPr>
        <p:spPr>
          <a:xfrm>
            <a:off x="6354065" y="318069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21" name="Text Placeholder 2">
            <a:extLst>
              <a:ext uri="{FF2B5EF4-FFF2-40B4-BE49-F238E27FC236}">
                <a16:creationId xmlns:a16="http://schemas.microsoft.com/office/drawing/2014/main" id="{D224BD05-E422-FDFD-F3E0-4AE0B761EC65}"/>
              </a:ext>
            </a:extLst>
          </p:cNvPr>
          <p:cNvSpPr>
            <a:spLocks noGrp="1"/>
          </p:cNvSpPr>
          <p:nvPr>
            <p:ph type="body" sz="quarter" idx="25"/>
          </p:nvPr>
        </p:nvSpPr>
        <p:spPr>
          <a:xfrm>
            <a:off x="6354065" y="350150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2" name="Text Placeholder 2">
            <a:extLst>
              <a:ext uri="{FF2B5EF4-FFF2-40B4-BE49-F238E27FC236}">
                <a16:creationId xmlns:a16="http://schemas.microsoft.com/office/drawing/2014/main" id="{71DC63EA-EF31-E18F-9A5B-E677A57CEAA2}"/>
              </a:ext>
            </a:extLst>
          </p:cNvPr>
          <p:cNvSpPr txBox="1">
            <a:spLocks/>
          </p:cNvSpPr>
          <p:nvPr/>
        </p:nvSpPr>
        <p:spPr bwMode="auto">
          <a:xfrm>
            <a:off x="6142529" y="445420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23" name="Text Placeholder 3">
            <a:extLst>
              <a:ext uri="{FF2B5EF4-FFF2-40B4-BE49-F238E27FC236}">
                <a16:creationId xmlns:a16="http://schemas.microsoft.com/office/drawing/2014/main" id="{8BE6E7AB-2F08-ADF7-1919-2509388A7236}"/>
              </a:ext>
            </a:extLst>
          </p:cNvPr>
          <p:cNvSpPr>
            <a:spLocks noGrp="1"/>
          </p:cNvSpPr>
          <p:nvPr>
            <p:ph type="body" sz="quarter" idx="26" hasCustomPrompt="1"/>
          </p:nvPr>
        </p:nvSpPr>
        <p:spPr>
          <a:xfrm>
            <a:off x="6354065" y="463452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24" name="Text Placeholder 2">
            <a:extLst>
              <a:ext uri="{FF2B5EF4-FFF2-40B4-BE49-F238E27FC236}">
                <a16:creationId xmlns:a16="http://schemas.microsoft.com/office/drawing/2014/main" id="{76E2E437-8398-6DF2-ACFB-CBA97EDEC4FE}"/>
              </a:ext>
            </a:extLst>
          </p:cNvPr>
          <p:cNvSpPr>
            <a:spLocks noGrp="1"/>
          </p:cNvSpPr>
          <p:nvPr>
            <p:ph type="body" sz="quarter" idx="27"/>
          </p:nvPr>
        </p:nvSpPr>
        <p:spPr>
          <a:xfrm>
            <a:off x="6354065" y="495533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4" name="Title 3">
            <a:extLst>
              <a:ext uri="{FF2B5EF4-FFF2-40B4-BE49-F238E27FC236}">
                <a16:creationId xmlns:a16="http://schemas.microsoft.com/office/drawing/2014/main" id="{929BF6F3-5A3B-64D1-ABA9-7C829D0B73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07685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Four Stats">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3"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0" y="3429000"/>
            <a:ext cx="260985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1</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6"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6"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2</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9"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9"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3</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0"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0"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4</a:t>
            </a:r>
          </a:p>
        </p:txBody>
      </p:sp>
    </p:spTree>
    <p:extLst>
      <p:ext uri="{BB962C8B-B14F-4D97-AF65-F5344CB8AC3E}">
        <p14:creationId xmlns:p14="http://schemas.microsoft.com/office/powerpoint/2010/main" val="2780333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Four Stats Bottom">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3"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0" y="3429000"/>
            <a:ext cx="260985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6"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6"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9"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9"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0"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0"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Tree>
    <p:extLst>
      <p:ext uri="{BB962C8B-B14F-4D97-AF65-F5344CB8AC3E}">
        <p14:creationId xmlns:p14="http://schemas.microsoft.com/office/powerpoint/2010/main" val="1572526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Bio - Shor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5" y="1286262"/>
            <a:ext cx="3100148" cy="4285863"/>
          </a:xfrm>
          <a:solidFill>
            <a:schemeClr val="bg1">
              <a:lumMod val="95000"/>
            </a:schemeClr>
          </a:solidFill>
        </p:spPr>
        <p:txBody>
          <a:bodyPr/>
          <a:lstStyle>
            <a:lvl1pPr>
              <a:defRPr sz="1200" b="0"/>
            </a:lvl1pPr>
          </a:lstStyle>
          <a:p>
            <a:r>
              <a:rPr lang="en-US"/>
              <a:t>Click icon to add picture</a:t>
            </a:r>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4543425" y="1615827"/>
            <a:ext cx="7145338" cy="568211"/>
          </a:xfrm>
        </p:spPr>
        <p:txBody>
          <a:bodyPr/>
          <a:lstStyle>
            <a:lvl1pPr>
              <a:spcBef>
                <a:spcPts val="0"/>
              </a:spcBef>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4543425" y="2234195"/>
            <a:ext cx="7145338" cy="337555"/>
          </a:xfrm>
        </p:spPr>
        <p:txBody>
          <a:bodyPr/>
          <a:lstStyle>
            <a:lvl1pPr>
              <a:spcBef>
                <a:spcPts val="0"/>
              </a:spcBef>
              <a:defRPr b="0"/>
            </a:lvl1pPr>
            <a:lvl2pPr marL="0" indent="0">
              <a:buNone/>
              <a:defRPr/>
            </a:lvl2pPr>
          </a:lstStyle>
          <a:p>
            <a:pPr lvl="0"/>
            <a:r>
              <a:rPr lang="en-US" dirty="0"/>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4556736" y="2747313"/>
            <a:ext cx="6217920" cy="2834640"/>
          </a:xfrm>
        </p:spPr>
        <p:txBody>
          <a:bodyPr numCol="2"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br>
              <a:rPr lang="en-US" dirty="0"/>
            </a:b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br>
              <a:rPr lang="en-US" dirty="0"/>
            </a:br>
            <a:br>
              <a:rPr lang="en-US" dirty="0"/>
            </a:br>
            <a:r>
              <a:rPr lang="en-US" dirty="0"/>
              <a:t>Cras sed </a:t>
            </a:r>
            <a:r>
              <a:rPr lang="en-US" dirty="0" err="1"/>
              <a:t>felis</a:t>
            </a:r>
            <a:r>
              <a:rPr lang="en-US" dirty="0"/>
              <a:t> </a:t>
            </a:r>
            <a:r>
              <a:rPr lang="en-US" dirty="0" err="1"/>
              <a:t>eget</a:t>
            </a:r>
            <a:r>
              <a:rPr lang="en-US" dirty="0"/>
              <a:t> </a:t>
            </a:r>
            <a:r>
              <a:rPr lang="en-US" dirty="0" err="1"/>
              <a:t>velit</a:t>
            </a:r>
            <a:r>
              <a:rPr lang="en-US" dirty="0"/>
              <a:t> </a:t>
            </a:r>
            <a:r>
              <a:rPr lang="en-US" dirty="0" err="1"/>
              <a:t>aliquet</a:t>
            </a:r>
            <a:r>
              <a:rPr lang="en-US" dirty="0"/>
              <a:t> </a:t>
            </a:r>
            <a:r>
              <a:rPr lang="en-US" dirty="0" err="1"/>
              <a:t>sagittis</a:t>
            </a:r>
            <a:r>
              <a:rPr lang="en-US" dirty="0"/>
              <a:t> id </a:t>
            </a:r>
            <a:r>
              <a:rPr lang="en-US" dirty="0" err="1"/>
              <a:t>consectetur</a:t>
            </a:r>
            <a:r>
              <a:rPr lang="en-US" dirty="0"/>
              <a:t>. Sem </a:t>
            </a:r>
            <a:r>
              <a:rPr lang="en-US" dirty="0" err="1"/>
              <a:t>viverra</a:t>
            </a:r>
            <a:r>
              <a:rPr lang="en-US" dirty="0"/>
              <a:t> </a:t>
            </a:r>
            <a:r>
              <a:rPr lang="en-US" dirty="0" err="1"/>
              <a:t>aliquet</a:t>
            </a:r>
            <a:r>
              <a:rPr lang="en-US" dirty="0"/>
              <a:t> </a:t>
            </a:r>
            <a:r>
              <a:rPr lang="en-US" dirty="0" err="1"/>
              <a:t>eget</a:t>
            </a:r>
            <a:r>
              <a:rPr lang="en-US" dirty="0"/>
              <a:t> sit </a:t>
            </a:r>
            <a:r>
              <a:rPr lang="en-US" dirty="0" err="1"/>
              <a:t>amet</a:t>
            </a:r>
            <a:r>
              <a:rPr lang="en-US" dirty="0"/>
              <a:t> </a:t>
            </a:r>
            <a:r>
              <a:rPr lang="en-US" dirty="0" err="1"/>
              <a:t>tellus</a:t>
            </a:r>
            <a:r>
              <a:rPr lang="en-US" dirty="0"/>
              <a:t> </a:t>
            </a:r>
            <a:r>
              <a:rPr lang="en-US" dirty="0" err="1"/>
              <a:t>cras</a:t>
            </a:r>
            <a:r>
              <a:rPr lang="en-US" dirty="0"/>
              <a:t>. </a:t>
            </a:r>
            <a:r>
              <a:rPr lang="en-US" dirty="0" err="1"/>
              <a:t>Elementum</a:t>
            </a:r>
            <a:r>
              <a:rPr lang="en-US" dirty="0"/>
              <a:t> </a:t>
            </a:r>
            <a:r>
              <a:rPr lang="en-US" dirty="0" err="1"/>
              <a:t>sagittis</a:t>
            </a:r>
            <a:r>
              <a:rPr lang="en-US" dirty="0"/>
              <a:t> vitae et </a:t>
            </a:r>
            <a:r>
              <a:rPr lang="en-US" dirty="0" err="1"/>
              <a:t>leo</a:t>
            </a:r>
            <a:r>
              <a:rPr lang="en-US" dirty="0"/>
              <a:t>. Eu </a:t>
            </a:r>
            <a:r>
              <a:rPr lang="en-US" dirty="0" err="1"/>
              <a:t>feugiat</a:t>
            </a:r>
            <a:r>
              <a:rPr lang="en-US" dirty="0"/>
              <a:t> </a:t>
            </a:r>
            <a:r>
              <a:rPr lang="en-US" dirty="0" err="1"/>
              <a:t>pretium</a:t>
            </a:r>
            <a:r>
              <a:rPr lang="en-US" dirty="0"/>
              <a:t> </a:t>
            </a:r>
            <a:r>
              <a:rPr lang="en-US" dirty="0" err="1"/>
              <a:t>nibh</a:t>
            </a:r>
            <a:r>
              <a:rPr lang="en-US" dirty="0"/>
              <a:t> ipsum </a:t>
            </a:r>
            <a:r>
              <a:rPr lang="en-US" dirty="0" err="1"/>
              <a:t>consequat</a:t>
            </a:r>
            <a:r>
              <a:rPr lang="en-US" dirty="0"/>
              <a:t> </a:t>
            </a:r>
            <a:r>
              <a:rPr lang="en-US" dirty="0" err="1"/>
              <a:t>nisl</a:t>
            </a:r>
            <a:r>
              <a:rPr lang="en-US" dirty="0"/>
              <a:t> vel. Mi tempus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Nunc non </a:t>
            </a:r>
            <a:r>
              <a:rPr lang="en-US" dirty="0" err="1"/>
              <a:t>blandit</a:t>
            </a:r>
            <a:r>
              <a:rPr lang="en-US" dirty="0"/>
              <a:t> </a:t>
            </a:r>
            <a:r>
              <a:rPr lang="en-US" dirty="0" err="1"/>
              <a:t>massa</a:t>
            </a:r>
            <a:r>
              <a:rPr lang="en-US" dirty="0"/>
              <a:t> </a:t>
            </a:r>
            <a:r>
              <a:rPr lang="en-US" dirty="0" err="1"/>
              <a:t>enim</a:t>
            </a:r>
            <a:r>
              <a:rPr lang="en-US" dirty="0"/>
              <a:t> </a:t>
            </a:r>
            <a:r>
              <a:rPr lang="en-US" dirty="0" err="1"/>
              <a:t>nec</a:t>
            </a:r>
            <a:r>
              <a:rPr lang="en-US" dirty="0"/>
              <a:t> dui. Id </a:t>
            </a:r>
            <a:r>
              <a:rPr lang="en-US" dirty="0" err="1"/>
              <a:t>consectetur</a:t>
            </a:r>
            <a:r>
              <a:rPr lang="en-US" dirty="0"/>
              <a:t> </a:t>
            </a:r>
            <a:r>
              <a:rPr lang="en-US" dirty="0" err="1"/>
              <a:t>purus</a:t>
            </a:r>
            <a:r>
              <a:rPr lang="en-US" dirty="0"/>
              <a:t> </a:t>
            </a:r>
            <a:r>
              <a:rPr lang="en-US" dirty="0" err="1"/>
              <a:t>ut</a:t>
            </a:r>
            <a:r>
              <a:rPr lang="en-US" dirty="0"/>
              <a:t> </a:t>
            </a:r>
            <a:r>
              <a:rPr lang="en-US" dirty="0" err="1"/>
              <a:t>faucibus</a:t>
            </a:r>
            <a:r>
              <a:rPr lang="en-US" dirty="0"/>
              <a:t>. At </a:t>
            </a:r>
            <a:r>
              <a:rPr lang="en-US" dirty="0" err="1"/>
              <a:t>consectetur</a:t>
            </a:r>
            <a:r>
              <a:rPr lang="en-US" dirty="0"/>
              <a:t> lorem </a:t>
            </a:r>
            <a:r>
              <a:rPr lang="en-US" dirty="0" err="1"/>
              <a:t>donec</a:t>
            </a:r>
            <a:r>
              <a:rPr lang="en-US" dirty="0"/>
              <a:t> </a:t>
            </a:r>
            <a:r>
              <a:rPr lang="en-US" dirty="0" err="1"/>
              <a:t>massa</a:t>
            </a:r>
            <a:r>
              <a:rPr lang="en-US" dirty="0"/>
              <a:t> </a:t>
            </a:r>
            <a:r>
              <a:rPr lang="en-US" dirty="0" err="1"/>
              <a:t>risus</a:t>
            </a:r>
            <a:r>
              <a:rPr lang="en-US" dirty="0"/>
              <a:t> </a:t>
            </a:r>
            <a:r>
              <a:rPr lang="en-US" dirty="0" err="1"/>
              <a:t>feugiat</a:t>
            </a:r>
            <a:r>
              <a:rPr lang="en-US" dirty="0"/>
              <a:t> in ante.</a:t>
            </a:r>
            <a:br>
              <a:rPr lang="en-US" dirty="0"/>
            </a:b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magna.</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24066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Bio - Lon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5" y="1714500"/>
            <a:ext cx="2037959" cy="2807396"/>
          </a:xfrm>
          <a:solidFill>
            <a:schemeClr val="bg1">
              <a:lumMod val="95000"/>
            </a:schemeClr>
          </a:solidFill>
        </p:spPr>
        <p:txBody>
          <a:bodyPr/>
          <a:lstStyle>
            <a:lvl1pPr>
              <a:defRPr sz="1200" b="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504825" y="4797426"/>
            <a:ext cx="2609849" cy="499563"/>
          </a:xfrm>
        </p:spPr>
        <p:txBody>
          <a:bodyPr/>
          <a:lstStyle>
            <a:lvl1pPr>
              <a:spcBef>
                <a:spcPts val="0"/>
              </a:spcBef>
              <a:defRPr sz="20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504825" y="5277396"/>
            <a:ext cx="2609848" cy="337555"/>
          </a:xfrm>
        </p:spPr>
        <p:txBody>
          <a:bodyPr/>
          <a:lstStyle>
            <a:lvl1pPr>
              <a:spcBef>
                <a:spcPts val="0"/>
              </a:spcBef>
              <a:defRPr sz="1400" b="0"/>
            </a:lvl1pPr>
            <a:lvl2pPr marL="0" indent="0">
              <a:buNone/>
              <a:defRPr/>
            </a:lvl2pPr>
          </a:lstStyle>
          <a:p>
            <a:pPr lvl="0"/>
            <a:r>
              <a:rPr lang="en-US" dirty="0"/>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3362325" y="1714500"/>
            <a:ext cx="8324849" cy="4286250"/>
          </a:xfrm>
        </p:spPr>
        <p:txBody>
          <a:bodyPr numCol="2" spcCol="256032">
            <a:normAutofit/>
          </a:bodyPr>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br>
              <a:rPr lang="en-US" dirty="0"/>
            </a:br>
            <a:br>
              <a:rPr lang="en-US" dirty="0"/>
            </a:br>
            <a:r>
              <a:rPr lang="en-US" dirty="0"/>
              <a:t>Cras sed </a:t>
            </a:r>
            <a:r>
              <a:rPr lang="en-US" dirty="0" err="1"/>
              <a:t>felis</a:t>
            </a:r>
            <a:r>
              <a:rPr lang="en-US" dirty="0"/>
              <a:t> </a:t>
            </a:r>
            <a:r>
              <a:rPr lang="en-US" dirty="0" err="1"/>
              <a:t>eget</a:t>
            </a:r>
            <a:r>
              <a:rPr lang="en-US" dirty="0"/>
              <a:t> </a:t>
            </a:r>
            <a:r>
              <a:rPr lang="en-US" dirty="0" err="1"/>
              <a:t>velit</a:t>
            </a:r>
            <a:r>
              <a:rPr lang="en-US" dirty="0"/>
              <a:t> </a:t>
            </a:r>
            <a:r>
              <a:rPr lang="en-US" dirty="0" err="1"/>
              <a:t>aliquet</a:t>
            </a:r>
            <a:r>
              <a:rPr lang="en-US" dirty="0"/>
              <a:t> </a:t>
            </a:r>
            <a:r>
              <a:rPr lang="en-US" dirty="0" err="1"/>
              <a:t>sagittis</a:t>
            </a:r>
            <a:r>
              <a:rPr lang="en-US" dirty="0"/>
              <a:t> id </a:t>
            </a:r>
            <a:r>
              <a:rPr lang="en-US" dirty="0" err="1"/>
              <a:t>consectetur</a:t>
            </a:r>
            <a:r>
              <a:rPr lang="en-US" dirty="0"/>
              <a:t>. Sem </a:t>
            </a:r>
            <a:r>
              <a:rPr lang="en-US" dirty="0" err="1"/>
              <a:t>viverra</a:t>
            </a:r>
            <a:r>
              <a:rPr lang="en-US" dirty="0"/>
              <a:t> </a:t>
            </a:r>
            <a:r>
              <a:rPr lang="en-US" dirty="0" err="1"/>
              <a:t>aliquet</a:t>
            </a:r>
            <a:r>
              <a:rPr lang="en-US" dirty="0"/>
              <a:t> </a:t>
            </a:r>
            <a:r>
              <a:rPr lang="en-US" dirty="0" err="1"/>
              <a:t>eget</a:t>
            </a:r>
            <a:r>
              <a:rPr lang="en-US" dirty="0"/>
              <a:t> sit </a:t>
            </a:r>
            <a:r>
              <a:rPr lang="en-US" dirty="0" err="1"/>
              <a:t>amet</a:t>
            </a:r>
            <a:r>
              <a:rPr lang="en-US" dirty="0"/>
              <a:t> </a:t>
            </a:r>
            <a:r>
              <a:rPr lang="en-US" dirty="0" err="1"/>
              <a:t>tellus</a:t>
            </a:r>
            <a:r>
              <a:rPr lang="en-US" dirty="0"/>
              <a:t> </a:t>
            </a:r>
            <a:r>
              <a:rPr lang="en-US" dirty="0" err="1"/>
              <a:t>cras</a:t>
            </a:r>
            <a:r>
              <a:rPr lang="en-US" dirty="0"/>
              <a:t>. </a:t>
            </a:r>
            <a:r>
              <a:rPr lang="en-US" dirty="0" err="1"/>
              <a:t>Elementum</a:t>
            </a:r>
            <a:r>
              <a:rPr lang="en-US" dirty="0"/>
              <a:t> </a:t>
            </a:r>
            <a:r>
              <a:rPr lang="en-US" dirty="0" err="1"/>
              <a:t>sagittis</a:t>
            </a:r>
            <a:r>
              <a:rPr lang="en-US" dirty="0"/>
              <a:t> vitae et </a:t>
            </a:r>
            <a:r>
              <a:rPr lang="en-US" dirty="0" err="1"/>
              <a:t>leo</a:t>
            </a:r>
            <a:r>
              <a:rPr lang="en-US" dirty="0"/>
              <a:t>. Eu </a:t>
            </a:r>
            <a:r>
              <a:rPr lang="en-US" dirty="0" err="1"/>
              <a:t>feugiat</a:t>
            </a:r>
            <a:r>
              <a:rPr lang="en-US" dirty="0"/>
              <a:t> </a:t>
            </a:r>
            <a:r>
              <a:rPr lang="en-US" dirty="0" err="1"/>
              <a:t>pretium</a:t>
            </a:r>
            <a:r>
              <a:rPr lang="en-US" dirty="0"/>
              <a:t> </a:t>
            </a:r>
            <a:r>
              <a:rPr lang="en-US" dirty="0" err="1"/>
              <a:t>nibh</a:t>
            </a:r>
            <a:r>
              <a:rPr lang="en-US" dirty="0"/>
              <a:t> ipsum </a:t>
            </a:r>
            <a:r>
              <a:rPr lang="en-US" dirty="0" err="1"/>
              <a:t>consequat</a:t>
            </a:r>
            <a:r>
              <a:rPr lang="en-US" dirty="0"/>
              <a:t> </a:t>
            </a:r>
            <a:r>
              <a:rPr lang="en-US" dirty="0" err="1"/>
              <a:t>nisl</a:t>
            </a:r>
            <a:r>
              <a:rPr lang="en-US" dirty="0"/>
              <a:t> vel. Mi tempus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Nunc non </a:t>
            </a:r>
            <a:r>
              <a:rPr lang="en-US" dirty="0" err="1"/>
              <a:t>blandit</a:t>
            </a:r>
            <a:r>
              <a:rPr lang="en-US" dirty="0"/>
              <a:t> </a:t>
            </a:r>
            <a:r>
              <a:rPr lang="en-US" dirty="0" err="1"/>
              <a:t>massa</a:t>
            </a:r>
            <a:r>
              <a:rPr lang="en-US" dirty="0"/>
              <a:t> </a:t>
            </a:r>
            <a:r>
              <a:rPr lang="en-US" dirty="0" err="1"/>
              <a:t>enim</a:t>
            </a:r>
            <a:r>
              <a:rPr lang="en-US" dirty="0"/>
              <a:t> </a:t>
            </a:r>
            <a:r>
              <a:rPr lang="en-US" dirty="0" err="1"/>
              <a:t>nec</a:t>
            </a:r>
            <a:r>
              <a:rPr lang="en-US" dirty="0"/>
              <a:t> dui. Id </a:t>
            </a:r>
            <a:r>
              <a:rPr lang="en-US" dirty="0" err="1"/>
              <a:t>consectetur</a:t>
            </a:r>
            <a:r>
              <a:rPr lang="en-US" dirty="0"/>
              <a:t> </a:t>
            </a:r>
            <a:r>
              <a:rPr lang="en-US" dirty="0" err="1"/>
              <a:t>purus</a:t>
            </a:r>
            <a:r>
              <a:rPr lang="en-US" dirty="0"/>
              <a:t> </a:t>
            </a:r>
            <a:r>
              <a:rPr lang="en-US" dirty="0" err="1"/>
              <a:t>ut</a:t>
            </a:r>
            <a:r>
              <a:rPr lang="en-US" dirty="0"/>
              <a:t> </a:t>
            </a:r>
            <a:r>
              <a:rPr lang="en-US" dirty="0" err="1"/>
              <a:t>faucibus</a:t>
            </a:r>
            <a:r>
              <a:rPr lang="en-US" dirty="0"/>
              <a:t>. At </a:t>
            </a:r>
            <a:r>
              <a:rPr lang="en-US" dirty="0" err="1"/>
              <a:t>consectetur</a:t>
            </a:r>
            <a:r>
              <a:rPr lang="en-US" dirty="0"/>
              <a:t> lorem </a:t>
            </a:r>
            <a:r>
              <a:rPr lang="en-US" dirty="0" err="1"/>
              <a:t>donec</a:t>
            </a:r>
            <a:r>
              <a:rPr lang="en-US" dirty="0"/>
              <a:t> </a:t>
            </a:r>
            <a:r>
              <a:rPr lang="en-US" dirty="0" err="1"/>
              <a:t>massa</a:t>
            </a:r>
            <a:r>
              <a:rPr lang="en-US" dirty="0"/>
              <a:t> </a:t>
            </a:r>
            <a:r>
              <a:rPr lang="en-US" dirty="0" err="1"/>
              <a:t>risus</a:t>
            </a:r>
            <a:r>
              <a:rPr lang="en-US" dirty="0"/>
              <a:t> </a:t>
            </a:r>
            <a:r>
              <a:rPr lang="en-US" dirty="0" err="1"/>
              <a:t>feugiat</a:t>
            </a:r>
            <a:r>
              <a:rPr lang="en-US" dirty="0"/>
              <a:t> in ante.</a:t>
            </a:r>
            <a:br>
              <a:rPr lang="en-US" dirty="0"/>
            </a:b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9435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Bios - Short Intro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4" y="914400"/>
            <a:ext cx="11183937"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714500"/>
            <a:ext cx="2609850" cy="1463040"/>
          </a:xfrm>
          <a:solidFill>
            <a:schemeClr val="bg1">
              <a:lumMod val="95000"/>
            </a:schemeClr>
          </a:solidFill>
        </p:spPr>
        <p:txBody>
          <a:bodyPr/>
          <a:lstStyle>
            <a:lvl1pPr>
              <a:defRPr sz="1200" b="0"/>
            </a:lvl1pPr>
          </a:lstStyle>
          <a:p>
            <a:r>
              <a:rPr lang="en-US"/>
              <a:t>Click icon to add picture</a:t>
            </a:r>
          </a:p>
        </p:txBody>
      </p:sp>
      <p:sp>
        <p:nvSpPr>
          <p:cNvPr id="20" name="Picture Placeholder 4">
            <a:extLst>
              <a:ext uri="{FF2B5EF4-FFF2-40B4-BE49-F238E27FC236}">
                <a16:creationId xmlns:a16="http://schemas.microsoft.com/office/drawing/2014/main" id="{0671090B-CE3B-FA15-AC77-3D086DF90A36}"/>
              </a:ext>
            </a:extLst>
          </p:cNvPr>
          <p:cNvSpPr>
            <a:spLocks noGrp="1"/>
          </p:cNvSpPr>
          <p:nvPr>
            <p:ph type="pic" sz="quarter" idx="26"/>
          </p:nvPr>
        </p:nvSpPr>
        <p:spPr>
          <a:xfrm>
            <a:off x="3362325" y="1714500"/>
            <a:ext cx="2609850" cy="1465898"/>
          </a:xfrm>
          <a:solidFill>
            <a:schemeClr val="bg1">
              <a:lumMod val="95000"/>
            </a:schemeClr>
          </a:solidFill>
        </p:spPr>
        <p:txBody>
          <a:bodyPr/>
          <a:lstStyle>
            <a:lvl1pPr>
              <a:defRPr sz="1200" b="0"/>
            </a:lvl1pPr>
          </a:lstStyle>
          <a:p>
            <a:r>
              <a:rPr lang="en-US"/>
              <a:t>Click icon to add picture</a:t>
            </a:r>
          </a:p>
        </p:txBody>
      </p:sp>
      <p:sp>
        <p:nvSpPr>
          <p:cNvPr id="21" name="Picture Placeholder 4">
            <a:extLst>
              <a:ext uri="{FF2B5EF4-FFF2-40B4-BE49-F238E27FC236}">
                <a16:creationId xmlns:a16="http://schemas.microsoft.com/office/drawing/2014/main" id="{E2D91C14-C2D1-BE60-A621-CFEE18C77E9C}"/>
              </a:ext>
            </a:extLst>
          </p:cNvPr>
          <p:cNvSpPr>
            <a:spLocks noGrp="1"/>
          </p:cNvSpPr>
          <p:nvPr>
            <p:ph type="pic" sz="quarter" idx="27"/>
          </p:nvPr>
        </p:nvSpPr>
        <p:spPr>
          <a:xfrm>
            <a:off x="6219825" y="1714500"/>
            <a:ext cx="2609850" cy="1463040"/>
          </a:xfrm>
          <a:solidFill>
            <a:schemeClr val="bg1">
              <a:lumMod val="95000"/>
            </a:schemeClr>
          </a:solidFill>
        </p:spPr>
        <p:txBody>
          <a:bodyPr/>
          <a:lstStyle>
            <a:lvl1pPr>
              <a:defRPr sz="1200" b="0"/>
            </a:lvl1pPr>
          </a:lstStyle>
          <a:p>
            <a:r>
              <a:rPr lang="en-US"/>
              <a:t>Click icon to add picture</a:t>
            </a:r>
          </a:p>
        </p:txBody>
      </p:sp>
      <p:sp>
        <p:nvSpPr>
          <p:cNvPr id="22" name="Picture Placeholder 4">
            <a:extLst>
              <a:ext uri="{FF2B5EF4-FFF2-40B4-BE49-F238E27FC236}">
                <a16:creationId xmlns:a16="http://schemas.microsoft.com/office/drawing/2014/main" id="{C09825F1-2D02-90C6-CF68-C606232A14B0}"/>
              </a:ext>
            </a:extLst>
          </p:cNvPr>
          <p:cNvSpPr>
            <a:spLocks noGrp="1"/>
          </p:cNvSpPr>
          <p:nvPr>
            <p:ph type="pic" sz="quarter" idx="28"/>
          </p:nvPr>
        </p:nvSpPr>
        <p:spPr>
          <a:xfrm>
            <a:off x="9088015" y="1714500"/>
            <a:ext cx="2609850" cy="1463040"/>
          </a:xfrm>
          <a:solidFill>
            <a:schemeClr val="bg1">
              <a:lumMod val="95000"/>
            </a:schemeClr>
          </a:solidFill>
        </p:spPr>
        <p:txBody>
          <a:bodyPr/>
          <a:lstStyle>
            <a:lvl1pPr>
              <a:defRPr sz="1200" b="0"/>
            </a:lvl1pPr>
          </a:lstStyle>
          <a:p>
            <a:r>
              <a:rPr lang="en-US"/>
              <a:t>Click icon to add picture</a:t>
            </a:r>
          </a:p>
        </p:txBody>
      </p:sp>
      <p:sp>
        <p:nvSpPr>
          <p:cNvPr id="23" name="Text Placeholder 6">
            <a:extLst>
              <a:ext uri="{FF2B5EF4-FFF2-40B4-BE49-F238E27FC236}">
                <a16:creationId xmlns:a16="http://schemas.microsoft.com/office/drawing/2014/main" id="{1A27F20D-C248-412D-50D5-87889427FC1B}"/>
              </a:ext>
            </a:extLst>
          </p:cNvPr>
          <p:cNvSpPr>
            <a:spLocks noGrp="1"/>
          </p:cNvSpPr>
          <p:nvPr>
            <p:ph type="body" sz="quarter" idx="13" hasCustomPrompt="1"/>
          </p:nvPr>
        </p:nvSpPr>
        <p:spPr>
          <a:xfrm>
            <a:off x="5048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4" name="Text Placeholder 6">
            <a:extLst>
              <a:ext uri="{FF2B5EF4-FFF2-40B4-BE49-F238E27FC236}">
                <a16:creationId xmlns:a16="http://schemas.microsoft.com/office/drawing/2014/main" id="{BE4AAD78-93E6-189E-929B-B1A6CF5CC36F}"/>
              </a:ext>
            </a:extLst>
          </p:cNvPr>
          <p:cNvSpPr>
            <a:spLocks noGrp="1"/>
          </p:cNvSpPr>
          <p:nvPr>
            <p:ph type="body" sz="quarter" idx="29" hasCustomPrompt="1"/>
          </p:nvPr>
        </p:nvSpPr>
        <p:spPr>
          <a:xfrm>
            <a:off x="33623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5" name="Text Placeholder 6">
            <a:extLst>
              <a:ext uri="{FF2B5EF4-FFF2-40B4-BE49-F238E27FC236}">
                <a16:creationId xmlns:a16="http://schemas.microsoft.com/office/drawing/2014/main" id="{05DD3E24-41D0-F6A5-F4C1-72F89B740714}"/>
              </a:ext>
            </a:extLst>
          </p:cNvPr>
          <p:cNvSpPr>
            <a:spLocks noGrp="1"/>
          </p:cNvSpPr>
          <p:nvPr>
            <p:ph type="body" sz="quarter" idx="30" hasCustomPrompt="1"/>
          </p:nvPr>
        </p:nvSpPr>
        <p:spPr>
          <a:xfrm>
            <a:off x="62198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6" name="Text Placeholder 6">
            <a:extLst>
              <a:ext uri="{FF2B5EF4-FFF2-40B4-BE49-F238E27FC236}">
                <a16:creationId xmlns:a16="http://schemas.microsoft.com/office/drawing/2014/main" id="{A6A5B8F8-1CD4-77FD-00CC-C8B90F4F6099}"/>
              </a:ext>
            </a:extLst>
          </p:cNvPr>
          <p:cNvSpPr>
            <a:spLocks noGrp="1"/>
          </p:cNvSpPr>
          <p:nvPr>
            <p:ph type="body" sz="quarter" idx="31" hasCustomPrompt="1"/>
          </p:nvPr>
        </p:nvSpPr>
        <p:spPr>
          <a:xfrm>
            <a:off x="908801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3" name="Title 2">
            <a:extLst>
              <a:ext uri="{FF2B5EF4-FFF2-40B4-BE49-F238E27FC236}">
                <a16:creationId xmlns:a16="http://schemas.microsoft.com/office/drawing/2014/main" id="{F02A43F5-5319-262A-870C-A5C9C3995B1A}"/>
              </a:ext>
            </a:extLst>
          </p:cNvPr>
          <p:cNvSpPr>
            <a:spLocks noGrp="1"/>
          </p:cNvSpPr>
          <p:nvPr>
            <p:ph type="title"/>
          </p:nvPr>
        </p:nvSpPr>
        <p:spPr/>
        <p:txBody>
          <a:bodyPr/>
          <a:lstStyle/>
          <a:p>
            <a:r>
              <a:rPr lang="en-US"/>
              <a:t>Click to edit Master title style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4"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4"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3362325"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3362325"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6219825"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6219825"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9088015" y="3429000"/>
            <a:ext cx="2599161"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9088015" y="3699312"/>
            <a:ext cx="2599161" cy="274320"/>
          </a:xfrm>
        </p:spPr>
        <p:txBody>
          <a:bodyPr/>
          <a:lstStyle>
            <a:lvl1pPr>
              <a:spcBef>
                <a:spcPts val="0"/>
              </a:spcBef>
              <a:defRPr sz="1100" b="0"/>
            </a:lvl1pPr>
            <a:lvl2pPr marL="0" indent="0">
              <a:buNone/>
              <a:defRPr/>
            </a:lvl2pPr>
          </a:lstStyle>
          <a:p>
            <a:pPr lvl="0"/>
            <a:r>
              <a:rPr lang="en-US" dirty="0"/>
              <a:t>Position title</a:t>
            </a:r>
          </a:p>
        </p:txBody>
      </p:sp>
    </p:spTree>
    <p:extLst>
      <p:ext uri="{BB962C8B-B14F-4D97-AF65-F5344CB8AC3E}">
        <p14:creationId xmlns:p14="http://schemas.microsoft.com/office/powerpoint/2010/main" val="2918529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Bio - Pic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4" y="914400"/>
            <a:ext cx="11183937"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880899"/>
            <a:ext cx="2139696" cy="3044952"/>
          </a:xfrm>
          <a:solidFill>
            <a:schemeClr val="bg1">
              <a:lumMod val="95000"/>
            </a:schemeClr>
          </a:solidFill>
        </p:spPr>
        <p:txBody>
          <a:bodyPr/>
          <a:lstStyle>
            <a:lvl1pPr>
              <a:defRPr sz="1200" b="0"/>
            </a:lvl1pPr>
          </a:lstStyle>
          <a:p>
            <a:r>
              <a:rPr lang="en-US"/>
              <a:t>Click icon to add picture</a:t>
            </a:r>
          </a:p>
        </p:txBody>
      </p:sp>
      <p:sp>
        <p:nvSpPr>
          <p:cNvPr id="6" name="Picture Placeholder 4">
            <a:extLst>
              <a:ext uri="{FF2B5EF4-FFF2-40B4-BE49-F238E27FC236}">
                <a16:creationId xmlns:a16="http://schemas.microsoft.com/office/drawing/2014/main" id="{3CD04B3B-9CB0-795F-3985-566A7A773B6D}"/>
              </a:ext>
            </a:extLst>
          </p:cNvPr>
          <p:cNvSpPr>
            <a:spLocks noGrp="1"/>
          </p:cNvSpPr>
          <p:nvPr>
            <p:ph type="pic" sz="quarter" idx="12"/>
          </p:nvPr>
        </p:nvSpPr>
        <p:spPr>
          <a:xfrm>
            <a:off x="2765885" y="1880899"/>
            <a:ext cx="2139696" cy="3044952"/>
          </a:xfrm>
          <a:solidFill>
            <a:schemeClr val="bg1">
              <a:lumMod val="95000"/>
            </a:schemeClr>
          </a:solidFill>
        </p:spPr>
        <p:txBody>
          <a:bodyPr/>
          <a:lstStyle>
            <a:lvl1pPr>
              <a:defRPr sz="1200" b="0"/>
            </a:lvl1pPr>
          </a:lstStyle>
          <a:p>
            <a:r>
              <a:rPr lang="en-US"/>
              <a:t>Click icon to add picture</a:t>
            </a:r>
          </a:p>
        </p:txBody>
      </p:sp>
      <p:sp>
        <p:nvSpPr>
          <p:cNvPr id="7" name="Picture Placeholder 4">
            <a:extLst>
              <a:ext uri="{FF2B5EF4-FFF2-40B4-BE49-F238E27FC236}">
                <a16:creationId xmlns:a16="http://schemas.microsoft.com/office/drawing/2014/main" id="{D6D0E272-2965-66E3-5153-F0CFCAF49416}"/>
              </a:ext>
            </a:extLst>
          </p:cNvPr>
          <p:cNvSpPr>
            <a:spLocks noGrp="1"/>
          </p:cNvSpPr>
          <p:nvPr>
            <p:ph type="pic" sz="quarter" idx="13"/>
          </p:nvPr>
        </p:nvSpPr>
        <p:spPr>
          <a:xfrm>
            <a:off x="5026946" y="1880899"/>
            <a:ext cx="2139696" cy="3044952"/>
          </a:xfrm>
          <a:solidFill>
            <a:schemeClr val="bg1">
              <a:lumMod val="95000"/>
            </a:schemeClr>
          </a:solidFill>
        </p:spPr>
        <p:txBody>
          <a:bodyPr/>
          <a:lstStyle>
            <a:lvl1pPr>
              <a:defRPr sz="1200" b="0"/>
            </a:lvl1pPr>
          </a:lstStyle>
          <a:p>
            <a:r>
              <a:rPr lang="en-US"/>
              <a:t>Click icon to add picture</a:t>
            </a:r>
          </a:p>
        </p:txBody>
      </p:sp>
      <p:sp>
        <p:nvSpPr>
          <p:cNvPr id="8" name="Picture Placeholder 4">
            <a:extLst>
              <a:ext uri="{FF2B5EF4-FFF2-40B4-BE49-F238E27FC236}">
                <a16:creationId xmlns:a16="http://schemas.microsoft.com/office/drawing/2014/main" id="{43A621D3-E82B-1016-EDE1-85CDB0352D04}"/>
              </a:ext>
            </a:extLst>
          </p:cNvPr>
          <p:cNvSpPr>
            <a:spLocks noGrp="1"/>
          </p:cNvSpPr>
          <p:nvPr>
            <p:ph type="pic" sz="quarter" idx="14"/>
          </p:nvPr>
        </p:nvSpPr>
        <p:spPr>
          <a:xfrm>
            <a:off x="7288007" y="1880899"/>
            <a:ext cx="2139696" cy="3044952"/>
          </a:xfrm>
          <a:solidFill>
            <a:schemeClr val="bg1">
              <a:lumMod val="95000"/>
            </a:schemeClr>
          </a:solidFill>
        </p:spPr>
        <p:txBody>
          <a:bodyPr/>
          <a:lstStyle>
            <a:lvl1pPr>
              <a:defRPr sz="1200" b="0"/>
            </a:lvl1pPr>
          </a:lstStyle>
          <a:p>
            <a:r>
              <a:rPr lang="en-US"/>
              <a:t>Click icon to add picture</a:t>
            </a:r>
          </a:p>
        </p:txBody>
      </p:sp>
      <p:sp>
        <p:nvSpPr>
          <p:cNvPr id="9" name="Picture Placeholder 4">
            <a:extLst>
              <a:ext uri="{FF2B5EF4-FFF2-40B4-BE49-F238E27FC236}">
                <a16:creationId xmlns:a16="http://schemas.microsoft.com/office/drawing/2014/main" id="{2646D5ED-0FCB-4F11-0C88-B1069268926D}"/>
              </a:ext>
            </a:extLst>
          </p:cNvPr>
          <p:cNvSpPr>
            <a:spLocks noGrp="1"/>
          </p:cNvSpPr>
          <p:nvPr>
            <p:ph type="pic" sz="quarter" idx="15"/>
          </p:nvPr>
        </p:nvSpPr>
        <p:spPr>
          <a:xfrm>
            <a:off x="9549067" y="1880899"/>
            <a:ext cx="2139696" cy="3044952"/>
          </a:xfrm>
          <a:solidFill>
            <a:schemeClr val="bg1">
              <a:lumMod val="95000"/>
            </a:schemeClr>
          </a:solidFill>
        </p:spPr>
        <p:txBody>
          <a:bodyPr/>
          <a:lstStyle>
            <a:lvl1pPr>
              <a:defRPr sz="1200" b="0"/>
            </a:lvl1pPr>
          </a:lstStyle>
          <a:p>
            <a:r>
              <a:rPr lang="en-US"/>
              <a:t>Click icon to add picture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4"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4"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2765885"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2765885"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5026946"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5026946"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7288007"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7288007"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8" name="Text Placeholder 6">
            <a:extLst>
              <a:ext uri="{FF2B5EF4-FFF2-40B4-BE49-F238E27FC236}">
                <a16:creationId xmlns:a16="http://schemas.microsoft.com/office/drawing/2014/main" id="{4D3983D9-6553-1831-26D4-B4ACE3A1E86A}"/>
              </a:ext>
            </a:extLst>
          </p:cNvPr>
          <p:cNvSpPr>
            <a:spLocks noGrp="1"/>
          </p:cNvSpPr>
          <p:nvPr>
            <p:ph type="body" sz="quarter" idx="24" hasCustomPrompt="1"/>
          </p:nvPr>
        </p:nvSpPr>
        <p:spPr>
          <a:xfrm>
            <a:off x="9549067"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9" name="Text Placeholder 6">
            <a:extLst>
              <a:ext uri="{FF2B5EF4-FFF2-40B4-BE49-F238E27FC236}">
                <a16:creationId xmlns:a16="http://schemas.microsoft.com/office/drawing/2014/main" id="{FA97E8F0-E1CE-E1AD-BFFD-7E72C7AFA21E}"/>
              </a:ext>
            </a:extLst>
          </p:cNvPr>
          <p:cNvSpPr>
            <a:spLocks noGrp="1"/>
          </p:cNvSpPr>
          <p:nvPr>
            <p:ph type="body" sz="quarter" idx="25" hasCustomPrompt="1"/>
          </p:nvPr>
        </p:nvSpPr>
        <p:spPr>
          <a:xfrm>
            <a:off x="9549067"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3" name="Title 2">
            <a:extLst>
              <a:ext uri="{FF2B5EF4-FFF2-40B4-BE49-F238E27FC236}">
                <a16:creationId xmlns:a16="http://schemas.microsoft.com/office/drawing/2014/main" id="{97387FD8-5F13-DE79-3CF9-D1A5189D8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2932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90D72-CCA6-644A-7C49-E6F104306B33}"/>
              </a:ext>
            </a:extLst>
          </p:cNvPr>
          <p:cNvSpPr>
            <a:spLocks noGrp="1"/>
          </p:cNvSpPr>
          <p:nvPr>
            <p:ph type="title" hasCustomPrompt="1"/>
          </p:nvPr>
        </p:nvSpPr>
        <p:spPr>
          <a:xfrm>
            <a:off x="504825" y="310896"/>
            <a:ext cx="11183938" cy="546354"/>
          </a:xfrm>
        </p:spPr>
        <p:txBody>
          <a:bodyPr/>
          <a:lstStyle/>
          <a:p>
            <a:r>
              <a:rPr lang="en-US" dirty="0"/>
              <a:t>Click to add Disclaimer</a:t>
            </a:r>
          </a:p>
        </p:txBody>
      </p:sp>
      <p:sp>
        <p:nvSpPr>
          <p:cNvPr id="4" name="Text Placeholder 3">
            <a:extLst>
              <a:ext uri="{FF2B5EF4-FFF2-40B4-BE49-F238E27FC236}">
                <a16:creationId xmlns:a16="http://schemas.microsoft.com/office/drawing/2014/main" id="{1AB141D5-B3CD-A333-AD2B-F98B2A8AE7EE}"/>
              </a:ext>
            </a:extLst>
          </p:cNvPr>
          <p:cNvSpPr>
            <a:spLocks noGrp="1"/>
          </p:cNvSpPr>
          <p:nvPr>
            <p:ph type="body" sz="quarter" idx="10"/>
          </p:nvPr>
        </p:nvSpPr>
        <p:spPr>
          <a:xfrm>
            <a:off x="504824" y="1285876"/>
            <a:ext cx="11181959" cy="3429000"/>
          </a:xfrm>
        </p:spPr>
        <p:txBody>
          <a:bodyPr/>
          <a:lstStyle>
            <a:lvl1pPr>
              <a:defRPr sz="900"/>
            </a:lvl1pPr>
            <a:lvl2pPr marL="0" indent="0">
              <a:buNone/>
              <a:defRPr/>
            </a:lvl2pPr>
          </a:lstStyle>
          <a:p>
            <a:pPr lvl="0"/>
            <a:r>
              <a:rPr lang="en-US"/>
              <a:t>Click to edit Master text styles</a:t>
            </a:r>
          </a:p>
        </p:txBody>
      </p:sp>
      <p:sp>
        <p:nvSpPr>
          <p:cNvPr id="5" name="Text Placeholder 3">
            <a:extLst>
              <a:ext uri="{FF2B5EF4-FFF2-40B4-BE49-F238E27FC236}">
                <a16:creationId xmlns:a16="http://schemas.microsoft.com/office/drawing/2014/main" id="{102D895C-5063-8070-FCFD-8146FD0078AE}"/>
              </a:ext>
            </a:extLst>
          </p:cNvPr>
          <p:cNvSpPr>
            <a:spLocks noGrp="1"/>
          </p:cNvSpPr>
          <p:nvPr>
            <p:ph type="body" sz="quarter" idx="11" hasCustomPrompt="1"/>
          </p:nvPr>
        </p:nvSpPr>
        <p:spPr>
          <a:xfrm>
            <a:off x="504824" y="5143503"/>
            <a:ext cx="4038601" cy="857248"/>
          </a:xfrm>
        </p:spPr>
        <p:txBody>
          <a:bodyPr/>
          <a:lstStyle>
            <a:lvl1pPr>
              <a:spcBef>
                <a:spcPts val="0"/>
              </a:spcBef>
              <a:defRPr sz="800">
                <a:latin typeface="Arial" panose="020B0604020202020204" pitchFamily="34" charset="0"/>
                <a:cs typeface="Arial" panose="020B0604020202020204" pitchFamily="34" charset="0"/>
              </a:defRPr>
            </a:lvl1pPr>
            <a:lvl2pPr marL="0" indent="0">
              <a:buNone/>
              <a:defRPr/>
            </a:lvl2pPr>
          </a:lstStyle>
          <a:p>
            <a:r>
              <a:rPr lang="en-US" dirty="0"/>
              <a:t>State Street Corporation</a:t>
            </a:r>
            <a:br>
              <a:rPr lang="en-US" dirty="0"/>
            </a:br>
            <a:r>
              <a:rPr lang="en-US" b="0" dirty="0"/>
              <a:t>One Lincoln Street, Boston, MA 02111-2900</a:t>
            </a:r>
            <a:br>
              <a:rPr lang="en-US" b="0" dirty="0"/>
            </a:br>
            <a:r>
              <a:rPr lang="en-US" b="0" dirty="0"/>
              <a:t>© 2023 State Street Corporation and/or its applicable third-party licensor</a:t>
            </a:r>
            <a:br>
              <a:rPr lang="en-US" b="0" dirty="0"/>
            </a:br>
            <a:r>
              <a:rPr lang="en-US" b="0" dirty="0"/>
              <a:t>All Rights Reserved</a:t>
            </a:r>
            <a:br>
              <a:rPr lang="en-US" b="0" dirty="0"/>
            </a:br>
            <a:r>
              <a:rPr lang="en-US" b="0" dirty="0"/>
              <a:t>Expiration date: [date]</a:t>
            </a:r>
          </a:p>
        </p:txBody>
      </p:sp>
    </p:spTree>
    <p:extLst>
      <p:ext uri="{BB962C8B-B14F-4D97-AF65-F5344CB8AC3E}">
        <p14:creationId xmlns:p14="http://schemas.microsoft.com/office/powerpoint/2010/main" val="3309598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End Page">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89D7CBE-6B34-7B1D-333E-E258C6E011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9824" y="2820924"/>
            <a:ext cx="4452353" cy="1216152"/>
          </a:xfrm>
          <a:prstGeom prst="rect">
            <a:avLst/>
          </a:prstGeom>
        </p:spPr>
      </p:pic>
      <p:sp useBgFill="1">
        <p:nvSpPr>
          <p:cNvPr id="2" name="Rectangle 1">
            <a:extLst>
              <a:ext uri="{FF2B5EF4-FFF2-40B4-BE49-F238E27FC236}">
                <a16:creationId xmlns:a16="http://schemas.microsoft.com/office/drawing/2014/main" id="{AD2AF3E4-D688-E99D-B778-6DA5BAB6BE02}"/>
              </a:ext>
            </a:extLst>
          </p:cNvPr>
          <p:cNvSpPr/>
          <p:nvPr/>
        </p:nvSpPr>
        <p:spPr>
          <a:xfrm>
            <a:off x="9926877" y="6365379"/>
            <a:ext cx="2265122"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r"/>
              <a:ea typeface="+mn-ea"/>
              <a:cs typeface="+mn-cs"/>
            </a:endParaRPr>
          </a:p>
        </p:txBody>
      </p:sp>
      <p:sp>
        <p:nvSpPr>
          <p:cNvPr id="3" name="Footer Placeholder 2">
            <a:extLst>
              <a:ext uri="{FF2B5EF4-FFF2-40B4-BE49-F238E27FC236}">
                <a16:creationId xmlns:a16="http://schemas.microsoft.com/office/drawing/2014/main" id="{A3C619D0-8BCA-CEC7-2874-F7AEECBC9D65}"/>
              </a:ext>
            </a:extLst>
          </p:cNvPr>
          <p:cNvSpPr>
            <a:spLocks noGrp="1"/>
          </p:cNvSpPr>
          <p:nvPr>
            <p:ph type="ftr" sz="quarter" idx="10"/>
          </p:nvPr>
        </p:nvSpPr>
        <p:spPr>
          <a:xfrm>
            <a:off x="3279862" y="6572103"/>
            <a:ext cx="4114800" cy="13849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20B5B"/>
                </a:solidFill>
                <a:effectLst/>
                <a:uLnTx/>
                <a:uFillTx/>
                <a:latin typeface="Arial" panose="020B0604020202020204" pitchFamily="34" charset="0"/>
                <a:ea typeface="+mn-ea"/>
                <a:cs typeface="Arial" panose="020B0604020202020204" pitchFamily="34" charset="0"/>
              </a:rPr>
              <a:t>XXXXXXX.X.X.GBL.INST</a:t>
            </a:r>
            <a:endParaRPr kumimoji="0" lang="en-US" sz="900" b="0" i="0" u="none" strike="noStrike" kern="1200" cap="none" spc="0" normalizeH="0" baseline="0" noProof="0" dirty="0">
              <a:ln>
                <a:noFill/>
              </a:ln>
              <a:solidFill>
                <a:srgbClr val="020B5B"/>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31419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itle Slide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D3C4E71-4AC6-0E8C-4C97-E14713F914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1403" y="561107"/>
            <a:ext cx="2276391" cy="621792"/>
          </a:xfrm>
          <a:prstGeom prst="rect">
            <a:avLst/>
          </a:prstGeom>
        </p:spPr>
      </p:pic>
      <p:sp useBgFill="1">
        <p:nvSpPr>
          <p:cNvPr id="4" name="Rectangle 3">
            <a:extLst>
              <a:ext uri="{FF2B5EF4-FFF2-40B4-BE49-F238E27FC236}">
                <a16:creationId xmlns:a16="http://schemas.microsoft.com/office/drawing/2014/main" id="{246D5555-422E-C626-52E5-3EA335AFD2B8}"/>
              </a:ext>
            </a:extLst>
          </p:cNvPr>
          <p:cNvSpPr/>
          <p:nvPr/>
        </p:nvSpPr>
        <p:spPr>
          <a:xfrm>
            <a:off x="9394520" y="6365379"/>
            <a:ext cx="2797479"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Inter"/>
              <a:ea typeface="+mn-ea"/>
              <a:cs typeface="+mn-cs"/>
            </a:endParaRPr>
          </a:p>
        </p:txBody>
      </p:sp>
      <p:sp>
        <p:nvSpPr>
          <p:cNvPr id="2" name="Title 1">
            <a:extLst>
              <a:ext uri="{FF2B5EF4-FFF2-40B4-BE49-F238E27FC236}">
                <a16:creationId xmlns:a16="http://schemas.microsoft.com/office/drawing/2014/main" id="{B9757527-F68B-452C-85A9-A7EB38F0EA5E}"/>
              </a:ext>
            </a:extLst>
          </p:cNvPr>
          <p:cNvSpPr>
            <a:spLocks noGrp="1"/>
          </p:cNvSpPr>
          <p:nvPr>
            <p:ph type="ctrTitle"/>
          </p:nvPr>
        </p:nvSpPr>
        <p:spPr>
          <a:xfrm>
            <a:off x="511403" y="2034727"/>
            <a:ext cx="5760720" cy="3108960"/>
          </a:xfrm>
        </p:spPr>
        <p:txBody>
          <a:bodyPr anchor="t">
            <a:normAutofit/>
          </a:bodyPr>
          <a:lstStyle>
            <a:lvl1pPr algn="l">
              <a:lnSpc>
                <a:spcPct val="100000"/>
              </a:lnSpc>
              <a:defRPr sz="4800">
                <a:solidFill>
                  <a:schemeClr val="tx2"/>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CC0A3912-2609-473F-95E6-4D6F5BBB7B8B}"/>
              </a:ext>
            </a:extLst>
          </p:cNvPr>
          <p:cNvSpPr>
            <a:spLocks noGrp="1"/>
          </p:cNvSpPr>
          <p:nvPr>
            <p:ph type="subTitle" idx="1"/>
          </p:nvPr>
        </p:nvSpPr>
        <p:spPr>
          <a:xfrm>
            <a:off x="511404" y="5287505"/>
            <a:ext cx="5760720" cy="457200"/>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10" name="Text Placeholder 2">
            <a:extLst>
              <a:ext uri="{FF2B5EF4-FFF2-40B4-BE49-F238E27FC236}">
                <a16:creationId xmlns:a16="http://schemas.microsoft.com/office/drawing/2014/main" id="{0E63434A-9FBF-5C34-D829-DD738B61DF43}"/>
              </a:ext>
            </a:extLst>
          </p:cNvPr>
          <p:cNvSpPr>
            <a:spLocks noGrp="1"/>
          </p:cNvSpPr>
          <p:nvPr>
            <p:ph type="body" idx="10" hasCustomPrompt="1"/>
          </p:nvPr>
        </p:nvSpPr>
        <p:spPr>
          <a:xfrm>
            <a:off x="511404" y="6080760"/>
            <a:ext cx="5760720" cy="284619"/>
          </a:xfrm>
        </p:spPr>
        <p:txBody>
          <a:bodyPr/>
          <a:lstStyle>
            <a:lvl1pPr marL="0" indent="0">
              <a:spcBef>
                <a:spcPts val="0"/>
              </a:spcBef>
              <a:buNone/>
              <a:defRPr sz="1600" b="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date</a:t>
            </a:r>
          </a:p>
        </p:txBody>
      </p:sp>
    </p:spTree>
    <p:extLst>
      <p:ext uri="{BB962C8B-B14F-4D97-AF65-F5344CB8AC3E}">
        <p14:creationId xmlns:p14="http://schemas.microsoft.com/office/powerpoint/2010/main" val="2383534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Divider">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3F7FB6-810E-4116-8A6F-C39CE82A8C55}"/>
              </a:ext>
            </a:extLst>
          </p:cNvPr>
          <p:cNvSpPr>
            <a:spLocks noGrp="1"/>
          </p:cNvSpPr>
          <p:nvPr>
            <p:ph type="body" idx="1"/>
          </p:nvPr>
        </p:nvSpPr>
        <p:spPr>
          <a:xfrm>
            <a:off x="513567" y="4164905"/>
            <a:ext cx="9744859" cy="557407"/>
          </a:xfrm>
        </p:spPr>
        <p:txBody>
          <a:bodyPr/>
          <a:lstStyle>
            <a:lvl1pPr marL="0" indent="0">
              <a:spcBef>
                <a:spcPts val="0"/>
              </a:spcBef>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Title 3">
            <a:extLst>
              <a:ext uri="{FF2B5EF4-FFF2-40B4-BE49-F238E27FC236}">
                <a16:creationId xmlns:a16="http://schemas.microsoft.com/office/drawing/2014/main" id="{74B3BCE2-BF3E-F2AB-5767-7CE77503C055}"/>
              </a:ext>
            </a:extLst>
          </p:cNvPr>
          <p:cNvSpPr>
            <a:spLocks noGrp="1"/>
          </p:cNvSpPr>
          <p:nvPr>
            <p:ph type="title" hasCustomPrompt="1"/>
          </p:nvPr>
        </p:nvSpPr>
        <p:spPr>
          <a:xfrm>
            <a:off x="512064" y="0"/>
            <a:ext cx="9747504" cy="3587750"/>
          </a:xfrm>
        </p:spPr>
        <p:txBody>
          <a:bodyPr anchor="b" anchorCtr="0"/>
          <a:lstStyle>
            <a:lvl1pPr>
              <a:lnSpc>
                <a:spcPct val="104000"/>
              </a:lnSpc>
              <a:defRPr sz="5400"/>
            </a:lvl1pPr>
          </a:lstStyle>
          <a:p>
            <a:r>
              <a:rPr lang="en-US" dirty="0"/>
              <a:t>Divider </a:t>
            </a:r>
            <a:br>
              <a:rPr lang="en-US" dirty="0"/>
            </a:br>
            <a:r>
              <a:rPr lang="en-US" dirty="0"/>
              <a:t>title</a:t>
            </a:r>
          </a:p>
        </p:txBody>
      </p:sp>
    </p:spTree>
    <p:extLst>
      <p:ext uri="{BB962C8B-B14F-4D97-AF65-F5344CB8AC3E}">
        <p14:creationId xmlns:p14="http://schemas.microsoft.com/office/powerpoint/2010/main" val="4121418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1AEF-69B2-CA82-551F-9DE3C21AD455}"/>
              </a:ext>
            </a:extLst>
          </p:cNvPr>
          <p:cNvSpPr>
            <a:spLocks noGrp="1"/>
          </p:cNvSpPr>
          <p:nvPr>
            <p:ph type="title" hasCustomPrompt="1"/>
          </p:nvPr>
        </p:nvSpPr>
        <p:spPr>
          <a:xfrm>
            <a:off x="504825" y="2635250"/>
            <a:ext cx="4038600" cy="1285875"/>
          </a:xfrm>
        </p:spPr>
        <p:txBody>
          <a:bodyPr anchor="ctr"/>
          <a:lstStyle>
            <a:lvl1pPr>
              <a:defRPr sz="8000">
                <a:solidFill>
                  <a:schemeClr val="tx2"/>
                </a:solidFill>
              </a:defRPr>
            </a:lvl1pPr>
          </a:lstStyle>
          <a:p>
            <a:r>
              <a:rPr lang="en-US" dirty="0"/>
              <a:t>Agenda</a:t>
            </a:r>
          </a:p>
        </p:txBody>
      </p:sp>
      <p:sp>
        <p:nvSpPr>
          <p:cNvPr id="4" name="Text Placeholder 4">
            <a:extLst>
              <a:ext uri="{FF2B5EF4-FFF2-40B4-BE49-F238E27FC236}">
                <a16:creationId xmlns:a16="http://schemas.microsoft.com/office/drawing/2014/main" id="{4032E69C-4E35-2824-60E7-2A7B276C2703}"/>
              </a:ext>
            </a:extLst>
          </p:cNvPr>
          <p:cNvSpPr>
            <a:spLocks noGrp="1"/>
          </p:cNvSpPr>
          <p:nvPr>
            <p:ph type="body" sz="quarter" idx="10" hasCustomPrompt="1"/>
          </p:nvPr>
        </p:nvSpPr>
        <p:spPr>
          <a:xfrm>
            <a:off x="4789488" y="857250"/>
            <a:ext cx="6897687" cy="5143499"/>
          </a:xfrm>
        </p:spPr>
        <p:txBody>
          <a:bodyPr anchor="ctr">
            <a:normAutofit/>
          </a:bodyPr>
          <a:lstStyle>
            <a:lvl1pPr>
              <a:spcBef>
                <a:spcPts val="600"/>
              </a:spcBef>
              <a:defRPr sz="2000" b="0">
                <a:solidFill>
                  <a:schemeClr val="tx2"/>
                </a:solidFill>
              </a:defRPr>
            </a:lvl1pPr>
            <a:lvl2pPr marL="0" indent="0">
              <a:buNone/>
              <a:defRPr/>
            </a:lvl2pPr>
          </a:lstStyle>
          <a:p>
            <a:r>
              <a:rPr lang="en-US" dirty="0"/>
              <a:t>This is for presentations with many sections</a:t>
            </a:r>
            <a:br>
              <a:rPr lang="en-US" dirty="0"/>
            </a:br>
            <a:r>
              <a:rPr lang="en-US" dirty="0"/>
              <a:t>Keep your section names short (one line)</a:t>
            </a:r>
            <a:br>
              <a:rPr lang="en-US" dirty="0"/>
            </a:br>
            <a:r>
              <a:rPr lang="en-US" dirty="0"/>
              <a:t>Line item three</a:t>
            </a:r>
            <a:br>
              <a:rPr lang="en-US" dirty="0"/>
            </a:br>
            <a:r>
              <a:rPr lang="en-US" dirty="0"/>
              <a:t>Line item four</a:t>
            </a:r>
            <a:br>
              <a:rPr lang="en-US" dirty="0"/>
            </a:br>
            <a:r>
              <a:rPr lang="en-US" dirty="0"/>
              <a:t>Line item five</a:t>
            </a:r>
            <a:br>
              <a:rPr lang="en-US" dirty="0"/>
            </a:br>
            <a:r>
              <a:rPr lang="en-US" dirty="0"/>
              <a:t>Line item six</a:t>
            </a:r>
            <a:br>
              <a:rPr lang="en-US" dirty="0"/>
            </a:br>
            <a:r>
              <a:rPr lang="en-US" dirty="0"/>
              <a:t>Line item seven</a:t>
            </a:r>
            <a:br>
              <a:rPr lang="en-US" dirty="0"/>
            </a:br>
            <a:r>
              <a:rPr lang="en-US" dirty="0"/>
              <a:t>Line item eight</a:t>
            </a:r>
          </a:p>
        </p:txBody>
      </p:sp>
    </p:spTree>
    <p:extLst>
      <p:ext uri="{BB962C8B-B14F-4D97-AF65-F5344CB8AC3E}">
        <p14:creationId xmlns:p14="http://schemas.microsoft.com/office/powerpoint/2010/main" val="3399294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Agenda Intr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8" cy="683128"/>
          </a:xfrm>
        </p:spPr>
        <p:txBody>
          <a:bodyPr/>
          <a:lstStyle>
            <a:lvl1pPr>
              <a:defRPr sz="4000"/>
            </a:lvl1pPr>
          </a:lstStyle>
          <a:p>
            <a:r>
              <a:rPr lang="en-US" dirty="0"/>
              <a:t>Click to add agenda</a:t>
            </a:r>
          </a:p>
        </p:txBody>
      </p:sp>
      <p:sp>
        <p:nvSpPr>
          <p:cNvPr id="5" name="Text Placeholder 4">
            <a:extLst>
              <a:ext uri="{FF2B5EF4-FFF2-40B4-BE49-F238E27FC236}">
                <a16:creationId xmlns:a16="http://schemas.microsoft.com/office/drawing/2014/main" id="{638A5F80-900F-76AF-4129-332041060194}"/>
              </a:ext>
            </a:extLst>
          </p:cNvPr>
          <p:cNvSpPr>
            <a:spLocks noGrp="1"/>
          </p:cNvSpPr>
          <p:nvPr>
            <p:ph type="body" sz="quarter" idx="10" hasCustomPrompt="1"/>
          </p:nvPr>
        </p:nvSpPr>
        <p:spPr>
          <a:xfrm>
            <a:off x="504825" y="1285875"/>
            <a:ext cx="8324850" cy="1714500"/>
          </a:xfrm>
        </p:spPr>
        <p:txBody>
          <a:bodyPr/>
          <a:lstStyle>
            <a:lvl1pPr>
              <a:spcBef>
                <a:spcPts val="600"/>
              </a:spcBef>
              <a:defRPr sz="2000" b="0">
                <a:solidFill>
                  <a:schemeClr val="tx2"/>
                </a:solidFill>
              </a:defRPr>
            </a:lvl1pPr>
            <a:lvl2pPr marL="0" indent="0">
              <a:buNone/>
              <a:defRPr/>
            </a:lvl2pPr>
          </a:lstStyle>
          <a:p>
            <a:r>
              <a:rPr lang="en-US" dirty="0"/>
              <a:t>This is a combined agenda</a:t>
            </a:r>
            <a:br>
              <a:rPr lang="en-US" dirty="0"/>
            </a:br>
            <a:r>
              <a:rPr lang="en-US" dirty="0"/>
              <a:t>Large lines are for presentation sections</a:t>
            </a:r>
            <a:br>
              <a:rPr lang="en-US" dirty="0"/>
            </a:br>
            <a:r>
              <a:rPr lang="en-US" dirty="0"/>
              <a:t>Keep your section names short (one line)</a:t>
            </a:r>
            <a:br>
              <a:rPr lang="en-US" dirty="0"/>
            </a:br>
            <a:r>
              <a:rPr lang="en-US" dirty="0"/>
              <a:t>Maximum four sections</a:t>
            </a:r>
          </a:p>
        </p:txBody>
      </p:sp>
    </p:spTree>
    <p:extLst>
      <p:ext uri="{BB962C8B-B14F-4D97-AF65-F5344CB8AC3E}">
        <p14:creationId xmlns:p14="http://schemas.microsoft.com/office/powerpoint/2010/main" val="4008229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Agenda Lo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8" cy="683128"/>
          </a:xfrm>
        </p:spPr>
        <p:txBody>
          <a:bodyPr/>
          <a:lstStyle>
            <a:lvl1pPr>
              <a:defRPr sz="4000"/>
            </a:lvl1pPr>
          </a:lstStyle>
          <a:p>
            <a:r>
              <a:rPr lang="en-US" dirty="0"/>
              <a:t>Click to add agenda</a:t>
            </a:r>
          </a:p>
        </p:txBody>
      </p:sp>
      <p:sp>
        <p:nvSpPr>
          <p:cNvPr id="6" name="Table Placeholder 5">
            <a:extLst>
              <a:ext uri="{FF2B5EF4-FFF2-40B4-BE49-F238E27FC236}">
                <a16:creationId xmlns:a16="http://schemas.microsoft.com/office/drawing/2014/main" id="{63A86495-008D-CE05-04FB-E43BCCB8C6A0}"/>
              </a:ext>
            </a:extLst>
          </p:cNvPr>
          <p:cNvSpPr>
            <a:spLocks noGrp="1"/>
          </p:cNvSpPr>
          <p:nvPr>
            <p:ph type="tbl" sz="quarter" idx="10"/>
          </p:nvPr>
        </p:nvSpPr>
        <p:spPr>
          <a:xfrm>
            <a:off x="504824" y="1714499"/>
            <a:ext cx="11183937" cy="3857625"/>
          </a:xfrm>
        </p:spPr>
        <p:txBody>
          <a:bodyPr/>
          <a:lstStyle>
            <a:lvl1pPr>
              <a:defRPr b="0">
                <a:solidFill>
                  <a:schemeClr val="tx2"/>
                </a:solidFill>
              </a:defRPr>
            </a:lvl1pPr>
          </a:lstStyle>
          <a:p>
            <a:r>
              <a:rPr lang="en-US" dirty="0"/>
              <a:t>Click icon to add table</a:t>
            </a:r>
          </a:p>
        </p:txBody>
      </p:sp>
    </p:spTree>
    <p:extLst>
      <p:ext uri="{BB962C8B-B14F-4D97-AF65-F5344CB8AC3E}">
        <p14:creationId xmlns:p14="http://schemas.microsoft.com/office/powerpoint/2010/main" val="123539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C087C-ADC7-471D-9779-65728514A9D9}"/>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F329DDF-1E90-40B7-97C4-3D8294054120}"/>
              </a:ext>
            </a:extLst>
          </p:cNvPr>
          <p:cNvSpPr>
            <a:spLocks noGrp="1"/>
          </p:cNvSpPr>
          <p:nvPr>
            <p:ph idx="1"/>
          </p:nvPr>
        </p:nvSpPr>
        <p:spPr>
          <a:xfrm>
            <a:off x="504825" y="1828800"/>
            <a:ext cx="832485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E3B2E980-01D0-B782-7A89-5A8F604732F6}"/>
              </a:ext>
            </a:extLst>
          </p:cNvPr>
          <p:cNvSpPr>
            <a:spLocks noGrp="1"/>
          </p:cNvSpPr>
          <p:nvPr>
            <p:ph type="subTitle" idx="10"/>
          </p:nvPr>
        </p:nvSpPr>
        <p:spPr>
          <a:xfrm>
            <a:off x="504825" y="1285875"/>
            <a:ext cx="11183938" cy="299434"/>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22100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6" y="1828799"/>
            <a:ext cx="5467350"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38" y="1828799"/>
            <a:ext cx="5467350"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169735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2642B4-0CC8-4104-857F-4836973BD33E}"/>
              </a:ext>
            </a:extLst>
          </p:cNvPr>
          <p:cNvSpPr>
            <a:spLocks noGrp="1"/>
          </p:cNvSpPr>
          <p:nvPr>
            <p:ph type="body" idx="1"/>
          </p:nvPr>
        </p:nvSpPr>
        <p:spPr>
          <a:xfrm>
            <a:off x="504826" y="1828800"/>
            <a:ext cx="5467349" cy="361950"/>
          </a:xfrm>
        </p:spPr>
        <p:txBody>
          <a:bodyPr anchor="t"/>
          <a:lstStyle>
            <a:lvl1pPr marL="0" indent="0">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8BF76D-D5E1-4698-9C97-D58273F22DF9}"/>
              </a:ext>
            </a:extLst>
          </p:cNvPr>
          <p:cNvSpPr>
            <a:spLocks noGrp="1"/>
          </p:cNvSpPr>
          <p:nvPr>
            <p:ph sz="half" idx="2"/>
          </p:nvPr>
        </p:nvSpPr>
        <p:spPr>
          <a:xfrm>
            <a:off x="504826" y="2263302"/>
            <a:ext cx="5467350"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CFAA2066-1D7A-4CFB-A042-5BC8A31E9675}"/>
              </a:ext>
            </a:extLst>
          </p:cNvPr>
          <p:cNvSpPr>
            <a:spLocks noGrp="1"/>
          </p:cNvSpPr>
          <p:nvPr>
            <p:ph type="body" sz="quarter" idx="3"/>
          </p:nvPr>
        </p:nvSpPr>
        <p:spPr>
          <a:xfrm>
            <a:off x="6219826" y="1828800"/>
            <a:ext cx="5467348" cy="361950"/>
          </a:xfrm>
        </p:spPr>
        <p:txBody>
          <a:bodyPr anchor="t"/>
          <a:lstStyle>
            <a:lvl1pPr marL="0" indent="0">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6676E0-66A1-4897-A9E9-A45BA6558473}"/>
              </a:ext>
            </a:extLst>
          </p:cNvPr>
          <p:cNvSpPr>
            <a:spLocks noGrp="1"/>
          </p:cNvSpPr>
          <p:nvPr>
            <p:ph sz="quarter" idx="4"/>
          </p:nvPr>
        </p:nvSpPr>
        <p:spPr>
          <a:xfrm>
            <a:off x="6219826" y="2263302"/>
            <a:ext cx="5467348"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itle 6">
            <a:extLst>
              <a:ext uri="{FF2B5EF4-FFF2-40B4-BE49-F238E27FC236}">
                <a16:creationId xmlns:a16="http://schemas.microsoft.com/office/drawing/2014/main" id="{57025606-624F-386A-F3F1-DDEF7049F912}"/>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E8F851E7-8143-E09D-9CBA-C39D2AFD816C}"/>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4248002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4313239"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8121652" y="1828800"/>
            <a:ext cx="3567112"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3">
            <a:extLst>
              <a:ext uri="{FF2B5EF4-FFF2-40B4-BE49-F238E27FC236}">
                <a16:creationId xmlns:a16="http://schemas.microsoft.com/office/drawing/2014/main" id="{A605323A-761D-AC55-FFA5-1A9B9A30BEBC}"/>
              </a:ext>
            </a:extLst>
          </p:cNvPr>
          <p:cNvSpPr>
            <a:spLocks noGrp="1"/>
          </p:cNvSpPr>
          <p:nvPr>
            <p:ph type="body" sz="half" idx="12"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8" name="Footer Placeholder 7">
            <a:extLst>
              <a:ext uri="{FF2B5EF4-FFF2-40B4-BE49-F238E27FC236}">
                <a16:creationId xmlns:a16="http://schemas.microsoft.com/office/drawing/2014/main" id="{6EADC917-1F4D-9AA2-10B4-34ECA961C6F8}"/>
              </a:ext>
            </a:extLst>
          </p:cNvPr>
          <p:cNvSpPr>
            <a:spLocks noGrp="1"/>
          </p:cNvSpPr>
          <p:nvPr>
            <p:ph type="ftr" sz="quarter" idx="13"/>
          </p:nvPr>
        </p:nvSpPr>
        <p:spPr>
          <a:xfrm>
            <a:off x="3279862" y="6572103"/>
            <a:ext cx="4114800" cy="13849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20B5B"/>
                </a:solidFill>
                <a:effectLst/>
                <a:uLnTx/>
                <a:uFillTx/>
                <a:latin typeface="Arial" panose="020B0604020202020204" pitchFamily="34" charset="0"/>
                <a:ea typeface="+mn-ea"/>
                <a:cs typeface="Arial" panose="020B0604020202020204" pitchFamily="34" charset="0"/>
              </a:rPr>
              <a:t>XXXXXXX.X.X.GBL.INST</a:t>
            </a:r>
          </a:p>
        </p:txBody>
      </p:sp>
    </p:spTree>
    <p:extLst>
      <p:ext uri="{BB962C8B-B14F-4D97-AF65-F5344CB8AC3E}">
        <p14:creationId xmlns:p14="http://schemas.microsoft.com/office/powerpoint/2010/main" val="84713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3362325" y="1828800"/>
            <a:ext cx="2609850"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6218238" y="1828800"/>
            <a:ext cx="2609850"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3">
            <a:extLst>
              <a:ext uri="{FF2B5EF4-FFF2-40B4-BE49-F238E27FC236}">
                <a16:creationId xmlns:a16="http://schemas.microsoft.com/office/drawing/2014/main" id="{4A1C3E2B-A6B8-CD6F-8EE4-ACF923A19FAF}"/>
              </a:ext>
            </a:extLst>
          </p:cNvPr>
          <p:cNvSpPr>
            <a:spLocks noGrp="1"/>
          </p:cNvSpPr>
          <p:nvPr>
            <p:ph sz="half" idx="12"/>
          </p:nvPr>
        </p:nvSpPr>
        <p:spPr>
          <a:xfrm>
            <a:off x="9077325"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703328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ntent + Char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6" y="1828800"/>
            <a:ext cx="546735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38" y="428625"/>
            <a:ext cx="5467350" cy="557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5467350"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Title 5">
            <a:extLst>
              <a:ext uri="{FF2B5EF4-FFF2-40B4-BE49-F238E27FC236}">
                <a16:creationId xmlns:a16="http://schemas.microsoft.com/office/drawing/2014/main" id="{2A817094-1331-B2E1-2BF4-B435B1DD7B46}"/>
              </a:ext>
            </a:extLst>
          </p:cNvPr>
          <p:cNvSpPr>
            <a:spLocks noGrp="1"/>
          </p:cNvSpPr>
          <p:nvPr>
            <p:ph type="title"/>
          </p:nvPr>
        </p:nvSpPr>
        <p:spPr>
          <a:xfrm>
            <a:off x="504825" y="310896"/>
            <a:ext cx="5467350" cy="822960"/>
          </a:xfrm>
        </p:spPr>
        <p:txBody>
          <a:bodyPr/>
          <a:lstStyle/>
          <a:p>
            <a:r>
              <a:rPr lang="en-US"/>
              <a:t>Click to edit Master title style</a:t>
            </a:r>
            <a:endParaRPr lang="en-US" dirty="0"/>
          </a:p>
        </p:txBody>
      </p:sp>
    </p:spTree>
    <p:extLst>
      <p:ext uri="{BB962C8B-B14F-4D97-AF65-F5344CB8AC3E}">
        <p14:creationId xmlns:p14="http://schemas.microsoft.com/office/powerpoint/2010/main" val="3784518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8922F-BA9F-4562-A612-00FB61040E0C}"/>
              </a:ext>
            </a:extLst>
          </p:cNvPr>
          <p:cNvSpPr>
            <a:spLocks noGrp="1"/>
          </p:cNvSpPr>
          <p:nvPr>
            <p:ph type="title"/>
          </p:nvPr>
        </p:nvSpPr>
        <p:spPr/>
        <p:txBody>
          <a:bodyPr/>
          <a:lstStyle/>
          <a:p>
            <a:r>
              <a:rPr lang="en-US"/>
              <a:t>Click to edit Master title style</a:t>
            </a:r>
            <a:endParaRPr lang="en-GB" dirty="0"/>
          </a:p>
        </p:txBody>
      </p:sp>
      <p:sp>
        <p:nvSpPr>
          <p:cNvPr id="3" name="Subtitle 2">
            <a:extLst>
              <a:ext uri="{FF2B5EF4-FFF2-40B4-BE49-F238E27FC236}">
                <a16:creationId xmlns:a16="http://schemas.microsoft.com/office/drawing/2014/main" id="{C191D88D-9FEA-1ECD-113E-E4DB8761DEBC}"/>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1944380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442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allout">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65010C54-BA64-0887-CBC2-4BB6EB368A37}"/>
              </a:ext>
            </a:extLst>
          </p:cNvPr>
          <p:cNvSpPr>
            <a:spLocks noGrp="1"/>
          </p:cNvSpPr>
          <p:nvPr>
            <p:ph type="body" sz="quarter" idx="10" hasCustomPrompt="1"/>
          </p:nvPr>
        </p:nvSpPr>
        <p:spPr>
          <a:xfrm>
            <a:off x="504826" y="1285875"/>
            <a:ext cx="8324850" cy="4286250"/>
          </a:xfrm>
        </p:spPr>
        <p:txBody>
          <a:bodyPr anchor="ctr"/>
          <a:lstStyle>
            <a:lvl1pPr>
              <a:spcBef>
                <a:spcPts val="0"/>
              </a:spcBef>
              <a:defRPr sz="4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text block should always align to the center vertically. Lorem ipsum dolor sit amet, consectetuer adipiscing </a:t>
            </a:r>
            <a:r>
              <a:rPr lang="en-US" dirty="0" err="1"/>
              <a:t>elit</a:t>
            </a:r>
            <a:r>
              <a:rPr lang="en-US" dirty="0"/>
              <a:t>.</a:t>
            </a:r>
          </a:p>
        </p:txBody>
      </p:sp>
    </p:spTree>
    <p:extLst>
      <p:ext uri="{BB962C8B-B14F-4D97-AF65-F5344CB8AC3E}">
        <p14:creationId xmlns:p14="http://schemas.microsoft.com/office/powerpoint/2010/main" val="420359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Callout w/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hasCustomPrompt="1"/>
          </p:nvPr>
        </p:nvSpPr>
        <p:spPr>
          <a:xfrm>
            <a:off x="0" y="857250"/>
            <a:ext cx="12192000" cy="5143500"/>
          </a:xfrm>
          <a:solidFill>
            <a:schemeClr val="bg1">
              <a:lumMod val="95000"/>
            </a:schemeClr>
          </a:solidFill>
        </p:spPr>
        <p:txBody>
          <a:bodyPr/>
          <a:lstStyle>
            <a:lvl1pPr>
              <a:defRPr sz="1200" b="0">
                <a:solidFill>
                  <a:srgbClr val="FF0000"/>
                </a:solidFill>
              </a:defRPr>
            </a:lvl1pPr>
          </a:lstStyle>
          <a:p>
            <a:r>
              <a:rPr lang="en-US" dirty="0"/>
              <a:t>Right click picture placeholder &gt; Bring to Front. Drag picture to placeholder or click icon to add. Right click picture placeholder &gt;Sent to Back. </a:t>
            </a:r>
            <a:br>
              <a:rPr lang="en-US" dirty="0"/>
            </a:br>
            <a:r>
              <a:rPr lang="en-US" dirty="0"/>
              <a:t>NOTE: Select an image that relates to the presentation subject and aligns with the State Street image guidelines. Do not use more than one image.</a:t>
            </a:r>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5" y="1285875"/>
            <a:ext cx="8572499" cy="4286249"/>
          </a:xfrm>
        </p:spPr>
        <p:txBody>
          <a:bodyPr anchor="ctr"/>
          <a:lstStyle>
            <a:lvl1pPr>
              <a:spcBef>
                <a:spcPts val="0"/>
              </a:spcBef>
              <a:defRPr sz="4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with background image. Text block should always align to the center vertically.</a:t>
            </a:r>
          </a:p>
        </p:txBody>
      </p:sp>
    </p:spTree>
    <p:extLst>
      <p:ext uri="{BB962C8B-B14F-4D97-AF65-F5344CB8AC3E}">
        <p14:creationId xmlns:p14="http://schemas.microsoft.com/office/powerpoint/2010/main" val="168450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Callout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dirty="0"/>
              <a:t>Click icon to add picture</a:t>
            </a:r>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6" y="1285875"/>
            <a:ext cx="6896099" cy="4286249"/>
          </a:xfrm>
        </p:spPr>
        <p:txBody>
          <a:bodyPr anchor="ctr"/>
          <a:lstStyle>
            <a:lvl1pPr>
              <a:spcBef>
                <a:spcPts val="0"/>
              </a:spcBef>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Callout with image on right side.  Lorem ipsum dolor sit amet, consectetuer adipiscing elit. Maecenas porttitor congue </a:t>
            </a:r>
            <a:r>
              <a:rPr lang="en-US" dirty="0" err="1"/>
              <a:t>massa</a:t>
            </a:r>
            <a:r>
              <a:rPr lang="en-US" dirty="0"/>
              <a:t>.</a:t>
            </a:r>
          </a:p>
        </p:txBody>
      </p:sp>
    </p:spTree>
    <p:extLst>
      <p:ext uri="{BB962C8B-B14F-4D97-AF65-F5344CB8AC3E}">
        <p14:creationId xmlns:p14="http://schemas.microsoft.com/office/powerpoint/2010/main" val="130553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Quote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dirty="0"/>
              <a:t>Click icon to add picture</a:t>
            </a:r>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342900" y="1663399"/>
            <a:ext cx="7058025" cy="2622851"/>
          </a:xfrm>
        </p:spPr>
        <p:txBody>
          <a:bodyPr anchor="t"/>
          <a:lstStyle>
            <a:lvl1pPr marL="165100" indent="-165100">
              <a:spcBef>
                <a:spcPts val="0"/>
              </a:spcBef>
              <a:tabLst/>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“Quote with image. Lorem ipsum dolor sit </a:t>
            </a:r>
            <a:r>
              <a:rPr lang="en-US" dirty="0" err="1"/>
              <a:t>amet</a:t>
            </a:r>
            <a:r>
              <a:rPr lang="en-US" dirty="0"/>
              <a:t>, </a:t>
            </a:r>
            <a:r>
              <a:rPr lang="en-US" dirty="0" err="1"/>
              <a:t>consectetur</a:t>
            </a:r>
            <a:r>
              <a:rPr lang="en-US" dirty="0"/>
              <a:t> </a:t>
            </a:r>
            <a:r>
              <a:rPr lang="en-US" dirty="0" err="1"/>
              <a:t>adipicing</a:t>
            </a:r>
            <a:r>
              <a:rPr lang="en-US" dirty="0"/>
              <a:t> </a:t>
            </a:r>
            <a:r>
              <a:rPr lang="en-US" dirty="0" err="1"/>
              <a:t>elit</a:t>
            </a:r>
            <a:r>
              <a:rPr lang="en-US" dirty="0"/>
              <a:t>, sed do </a:t>
            </a:r>
            <a:r>
              <a:rPr lang="en-US" dirty="0" err="1"/>
              <a:t>eismod</a:t>
            </a:r>
            <a:r>
              <a:rPr lang="en-US" dirty="0"/>
              <a:t> </a:t>
            </a:r>
            <a:r>
              <a:rPr lang="en-US" dirty="0" err="1"/>
              <a:t>inciduntan</a:t>
            </a:r>
            <a:r>
              <a:rPr lang="en-US" dirty="0"/>
              <a:t> </a:t>
            </a:r>
            <a:r>
              <a:rPr lang="en-US" dirty="0" err="1"/>
              <a:t>tempor</a:t>
            </a:r>
            <a:r>
              <a:rPr lang="en-US" dirty="0"/>
              <a:t> </a:t>
            </a:r>
            <a:r>
              <a:rPr lang="en-US" dirty="0" err="1"/>
              <a:t>ut</a:t>
            </a:r>
            <a:r>
              <a:rPr lang="en-US" dirty="0"/>
              <a:t> labore et dolore magna.”</a:t>
            </a:r>
          </a:p>
        </p:txBody>
      </p:sp>
      <p:sp>
        <p:nvSpPr>
          <p:cNvPr id="3" name="Text Placeholder 2">
            <a:extLst>
              <a:ext uri="{FF2B5EF4-FFF2-40B4-BE49-F238E27FC236}">
                <a16:creationId xmlns:a16="http://schemas.microsoft.com/office/drawing/2014/main" id="{0B066D84-C89D-7D31-2383-E5EF5EBDEB34}"/>
              </a:ext>
            </a:extLst>
          </p:cNvPr>
          <p:cNvSpPr>
            <a:spLocks noGrp="1"/>
          </p:cNvSpPr>
          <p:nvPr>
            <p:ph type="body" idx="12" hasCustomPrompt="1"/>
          </p:nvPr>
        </p:nvSpPr>
        <p:spPr>
          <a:xfrm>
            <a:off x="511403" y="5024282"/>
            <a:ext cx="6040701" cy="284619"/>
          </a:xfrm>
        </p:spPr>
        <p:txBody>
          <a:bodyPr/>
          <a:lstStyle>
            <a:lvl1pPr marL="0" indent="0">
              <a:spcBef>
                <a:spcPts val="0"/>
              </a:spcBef>
              <a:buNone/>
              <a:defRPr sz="1600" b="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title</a:t>
            </a:r>
          </a:p>
        </p:txBody>
      </p:sp>
      <p:sp>
        <p:nvSpPr>
          <p:cNvPr id="4" name="Text Placeholder 2">
            <a:extLst>
              <a:ext uri="{FF2B5EF4-FFF2-40B4-BE49-F238E27FC236}">
                <a16:creationId xmlns:a16="http://schemas.microsoft.com/office/drawing/2014/main" id="{F41C9D69-2D05-1B4F-0DC9-5D046EAF8FE3}"/>
              </a:ext>
            </a:extLst>
          </p:cNvPr>
          <p:cNvSpPr>
            <a:spLocks noGrp="1"/>
          </p:cNvSpPr>
          <p:nvPr>
            <p:ph type="body" idx="13" hasCustomPrompt="1"/>
          </p:nvPr>
        </p:nvSpPr>
        <p:spPr>
          <a:xfrm>
            <a:off x="511403" y="4694082"/>
            <a:ext cx="6040701" cy="284619"/>
          </a:xfrm>
        </p:spPr>
        <p:txBody>
          <a:bodyPr/>
          <a:lstStyle>
            <a:lvl1pPr marL="0" indent="0">
              <a:spcBef>
                <a:spcPts val="0"/>
              </a:spcBef>
              <a:buNone/>
              <a:defRPr sz="1600" b="1">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Attribution name</a:t>
            </a:r>
          </a:p>
        </p:txBody>
      </p:sp>
    </p:spTree>
    <p:extLst>
      <p:ext uri="{BB962C8B-B14F-4D97-AF65-F5344CB8AC3E}">
        <p14:creationId xmlns:p14="http://schemas.microsoft.com/office/powerpoint/2010/main" val="73830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Block Text - 4 up">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D5BF3EDC-D80D-3ACB-5DE7-D2694E706519}"/>
              </a:ext>
            </a:extLst>
          </p:cNvPr>
          <p:cNvSpPr txBox="1">
            <a:spLocks/>
          </p:cNvSpPr>
          <p:nvPr/>
        </p:nvSpPr>
        <p:spPr bwMode="auto">
          <a:xfrm>
            <a:off x="511404" y="300037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3" name="Subtitle 2">
            <a:extLst>
              <a:ext uri="{FF2B5EF4-FFF2-40B4-BE49-F238E27FC236}">
                <a16:creationId xmlns:a16="http://schemas.microsoft.com/office/drawing/2014/main" id="{44AEFDEC-E4CE-0138-55D6-504E2BFC40C8}"/>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6" name="Text Placeholder 5">
            <a:extLst>
              <a:ext uri="{FF2B5EF4-FFF2-40B4-BE49-F238E27FC236}">
                <a16:creationId xmlns:a16="http://schemas.microsoft.com/office/drawing/2014/main" id="{38B390A4-9C43-93C3-A1DF-825A2E7338D4}"/>
              </a:ext>
            </a:extLst>
          </p:cNvPr>
          <p:cNvSpPr>
            <a:spLocks noGrp="1"/>
          </p:cNvSpPr>
          <p:nvPr>
            <p:ph type="body" sz="quarter" idx="11"/>
          </p:nvPr>
        </p:nvSpPr>
        <p:spPr>
          <a:xfrm>
            <a:off x="504825" y="1828800"/>
            <a:ext cx="8324850" cy="593497"/>
          </a:xfrm>
        </p:spPr>
        <p:txBody>
          <a:bodyPr/>
          <a:lstStyle>
            <a:lvl1pPr>
              <a:defRPr b="0"/>
            </a:lvl1pPr>
            <a:lvl2pPr marL="0" indent="0">
              <a:buNone/>
              <a:defRPr b="0"/>
            </a:lvl2pPr>
            <a:lvl3pPr>
              <a:defRPr b="0"/>
            </a:lvl3pPr>
            <a:lvl4pPr>
              <a:defRPr b="0"/>
            </a:lvl4pPr>
            <a:lvl5pPr>
              <a:defRPr b="0"/>
            </a:lvl5pPr>
          </a:lstStyle>
          <a:p>
            <a:pPr lvl="0"/>
            <a:r>
              <a:rPr lang="en-US"/>
              <a:t>Click to edit Master text styles</a:t>
            </a:r>
          </a:p>
        </p:txBody>
      </p:sp>
      <p:sp>
        <p:nvSpPr>
          <p:cNvPr id="8" name="Text Placeholder 3">
            <a:extLst>
              <a:ext uri="{FF2B5EF4-FFF2-40B4-BE49-F238E27FC236}">
                <a16:creationId xmlns:a16="http://schemas.microsoft.com/office/drawing/2014/main" id="{B15B4A93-785F-E9FF-3152-C074B0811718}"/>
              </a:ext>
            </a:extLst>
          </p:cNvPr>
          <p:cNvSpPr>
            <a:spLocks noGrp="1"/>
          </p:cNvSpPr>
          <p:nvPr>
            <p:ph type="body" sz="quarter" idx="13" hasCustomPrompt="1"/>
          </p:nvPr>
        </p:nvSpPr>
        <p:spPr>
          <a:xfrm>
            <a:off x="722940" y="318069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9" name="Text Placeholder 2">
            <a:extLst>
              <a:ext uri="{FF2B5EF4-FFF2-40B4-BE49-F238E27FC236}">
                <a16:creationId xmlns:a16="http://schemas.microsoft.com/office/drawing/2014/main" id="{762E66E7-8CFE-B1C0-51ED-6BF6E42C2F67}"/>
              </a:ext>
            </a:extLst>
          </p:cNvPr>
          <p:cNvSpPr>
            <a:spLocks noGrp="1"/>
          </p:cNvSpPr>
          <p:nvPr>
            <p:ph type="body" sz="quarter" idx="21"/>
          </p:nvPr>
        </p:nvSpPr>
        <p:spPr>
          <a:xfrm>
            <a:off x="722940" y="350150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6" name="Text Placeholder 2">
            <a:extLst>
              <a:ext uri="{FF2B5EF4-FFF2-40B4-BE49-F238E27FC236}">
                <a16:creationId xmlns:a16="http://schemas.microsoft.com/office/drawing/2014/main" id="{417DD9D1-DE16-2363-937D-01452D7DCD92}"/>
              </a:ext>
            </a:extLst>
          </p:cNvPr>
          <p:cNvSpPr txBox="1">
            <a:spLocks/>
          </p:cNvSpPr>
          <p:nvPr/>
        </p:nvSpPr>
        <p:spPr bwMode="auto">
          <a:xfrm>
            <a:off x="511404" y="445420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17" name="Text Placeholder 3">
            <a:extLst>
              <a:ext uri="{FF2B5EF4-FFF2-40B4-BE49-F238E27FC236}">
                <a16:creationId xmlns:a16="http://schemas.microsoft.com/office/drawing/2014/main" id="{DA17F1E8-A13E-473D-F6F0-F65E6FEBDF29}"/>
              </a:ext>
            </a:extLst>
          </p:cNvPr>
          <p:cNvSpPr>
            <a:spLocks noGrp="1"/>
          </p:cNvSpPr>
          <p:nvPr>
            <p:ph type="body" sz="quarter" idx="22" hasCustomPrompt="1"/>
          </p:nvPr>
        </p:nvSpPr>
        <p:spPr>
          <a:xfrm>
            <a:off x="722940" y="463452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18" name="Text Placeholder 2">
            <a:extLst>
              <a:ext uri="{FF2B5EF4-FFF2-40B4-BE49-F238E27FC236}">
                <a16:creationId xmlns:a16="http://schemas.microsoft.com/office/drawing/2014/main" id="{808461B3-FCEF-1D1F-C76B-BF7F0FB4DAE3}"/>
              </a:ext>
            </a:extLst>
          </p:cNvPr>
          <p:cNvSpPr>
            <a:spLocks noGrp="1"/>
          </p:cNvSpPr>
          <p:nvPr>
            <p:ph type="body" sz="quarter" idx="23"/>
          </p:nvPr>
        </p:nvSpPr>
        <p:spPr>
          <a:xfrm>
            <a:off x="722940" y="495533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9" name="Text Placeholder 2">
            <a:extLst>
              <a:ext uri="{FF2B5EF4-FFF2-40B4-BE49-F238E27FC236}">
                <a16:creationId xmlns:a16="http://schemas.microsoft.com/office/drawing/2014/main" id="{9529F24D-FF3E-4E2F-B14D-06332C959561}"/>
              </a:ext>
            </a:extLst>
          </p:cNvPr>
          <p:cNvSpPr txBox="1">
            <a:spLocks/>
          </p:cNvSpPr>
          <p:nvPr/>
        </p:nvSpPr>
        <p:spPr bwMode="auto">
          <a:xfrm>
            <a:off x="6142529" y="300037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20" name="Text Placeholder 3">
            <a:extLst>
              <a:ext uri="{FF2B5EF4-FFF2-40B4-BE49-F238E27FC236}">
                <a16:creationId xmlns:a16="http://schemas.microsoft.com/office/drawing/2014/main" id="{48BF683B-0736-8D0D-4034-F4323CBBA125}"/>
              </a:ext>
            </a:extLst>
          </p:cNvPr>
          <p:cNvSpPr>
            <a:spLocks noGrp="1"/>
          </p:cNvSpPr>
          <p:nvPr>
            <p:ph type="body" sz="quarter" idx="24" hasCustomPrompt="1"/>
          </p:nvPr>
        </p:nvSpPr>
        <p:spPr>
          <a:xfrm>
            <a:off x="6354065" y="318069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21" name="Text Placeholder 2">
            <a:extLst>
              <a:ext uri="{FF2B5EF4-FFF2-40B4-BE49-F238E27FC236}">
                <a16:creationId xmlns:a16="http://schemas.microsoft.com/office/drawing/2014/main" id="{D224BD05-E422-FDFD-F3E0-4AE0B761EC65}"/>
              </a:ext>
            </a:extLst>
          </p:cNvPr>
          <p:cNvSpPr>
            <a:spLocks noGrp="1"/>
          </p:cNvSpPr>
          <p:nvPr>
            <p:ph type="body" sz="quarter" idx="25"/>
          </p:nvPr>
        </p:nvSpPr>
        <p:spPr>
          <a:xfrm>
            <a:off x="6354065" y="350150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2" name="Text Placeholder 2">
            <a:extLst>
              <a:ext uri="{FF2B5EF4-FFF2-40B4-BE49-F238E27FC236}">
                <a16:creationId xmlns:a16="http://schemas.microsoft.com/office/drawing/2014/main" id="{71DC63EA-EF31-E18F-9A5B-E677A57CEAA2}"/>
              </a:ext>
            </a:extLst>
          </p:cNvPr>
          <p:cNvSpPr txBox="1">
            <a:spLocks/>
          </p:cNvSpPr>
          <p:nvPr/>
        </p:nvSpPr>
        <p:spPr bwMode="auto">
          <a:xfrm>
            <a:off x="6142529" y="4454204"/>
            <a:ext cx="5547318"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600"/>
              </a:spcAft>
              <a:buClrTx/>
              <a:buSzTx/>
              <a:buFont typeface="+mn-lt" charset="0"/>
              <a:buNone/>
              <a:tabLst/>
              <a:defRPr/>
            </a:pPr>
            <a:endParaRPr kumimoji="0" lang="en-US" sz="1400" b="0" i="0" u="none" strike="noStrike" kern="1200" cap="none" spc="0" normalizeH="0" baseline="0" noProof="0" dirty="0">
              <a:ln>
                <a:noFill/>
              </a:ln>
              <a:solidFill>
                <a:srgbClr val="FFFCED"/>
              </a:solidFill>
              <a:effectLst/>
              <a:uLnTx/>
              <a:uFillTx/>
              <a:latin typeface="Inter"/>
              <a:ea typeface="Inter"/>
            </a:endParaRPr>
          </a:p>
        </p:txBody>
      </p:sp>
      <p:sp>
        <p:nvSpPr>
          <p:cNvPr id="23" name="Text Placeholder 3">
            <a:extLst>
              <a:ext uri="{FF2B5EF4-FFF2-40B4-BE49-F238E27FC236}">
                <a16:creationId xmlns:a16="http://schemas.microsoft.com/office/drawing/2014/main" id="{8BE6E7AB-2F08-ADF7-1919-2509388A7236}"/>
              </a:ext>
            </a:extLst>
          </p:cNvPr>
          <p:cNvSpPr>
            <a:spLocks noGrp="1"/>
          </p:cNvSpPr>
          <p:nvPr>
            <p:ph type="body" sz="quarter" idx="26" hasCustomPrompt="1"/>
          </p:nvPr>
        </p:nvSpPr>
        <p:spPr>
          <a:xfrm>
            <a:off x="6354065" y="4634527"/>
            <a:ext cx="3066224" cy="215444"/>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dirty="0"/>
              <a:t>Heading</a:t>
            </a:r>
          </a:p>
        </p:txBody>
      </p:sp>
      <p:sp>
        <p:nvSpPr>
          <p:cNvPr id="24" name="Text Placeholder 2">
            <a:extLst>
              <a:ext uri="{FF2B5EF4-FFF2-40B4-BE49-F238E27FC236}">
                <a16:creationId xmlns:a16="http://schemas.microsoft.com/office/drawing/2014/main" id="{76E2E437-8398-6DF2-ACFB-CBA97EDEC4FE}"/>
              </a:ext>
            </a:extLst>
          </p:cNvPr>
          <p:cNvSpPr>
            <a:spLocks noGrp="1"/>
          </p:cNvSpPr>
          <p:nvPr>
            <p:ph type="body" sz="quarter" idx="27"/>
          </p:nvPr>
        </p:nvSpPr>
        <p:spPr>
          <a:xfrm>
            <a:off x="6354065" y="4955338"/>
            <a:ext cx="5005893" cy="184666"/>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4" name="Title 3">
            <a:extLst>
              <a:ext uri="{FF2B5EF4-FFF2-40B4-BE49-F238E27FC236}">
                <a16:creationId xmlns:a16="http://schemas.microsoft.com/office/drawing/2014/main" id="{929BF6F3-5A3B-64D1-ABA9-7C829D0B73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471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Four Stats">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3"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0" y="3429000"/>
            <a:ext cx="260985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1</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6"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6"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2</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9"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9"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3</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0" y="3624708"/>
            <a:ext cx="2609850"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0" y="2190612"/>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Stat 4</a:t>
            </a:r>
          </a:p>
        </p:txBody>
      </p:sp>
    </p:spTree>
    <p:extLst>
      <p:ext uri="{BB962C8B-B14F-4D97-AF65-F5344CB8AC3E}">
        <p14:creationId xmlns:p14="http://schemas.microsoft.com/office/powerpoint/2010/main" val="52920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Four Stats Bottom">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3"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0" y="3429000"/>
            <a:ext cx="260985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04"/>
            <a:ext cx="11183938" cy="305149"/>
          </a:xfrm>
        </p:spPr>
        <p:txBody>
          <a:bodyPr/>
          <a:lstStyle>
            <a:lvl1pPr marL="0" indent="0" algn="l">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6"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6"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9"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9"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0" y="3624708"/>
            <a:ext cx="2609850"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0" y="4833480"/>
            <a:ext cx="2609850" cy="1238387"/>
          </a:xfrm>
        </p:spPr>
        <p:txBody>
          <a:bodyPr/>
          <a:lstStyle>
            <a:lvl1pPr>
              <a:spcBef>
                <a:spcPts val="0"/>
              </a:spcBef>
              <a:defRPr sz="6400" b="1">
                <a:latin typeface="Arial" panose="020B0604020202020204" pitchFamily="34" charset="0"/>
                <a:cs typeface="Arial" panose="020B0604020202020204" pitchFamily="34" charset="0"/>
              </a:defRPr>
            </a:lvl1pPr>
            <a:lvl2pPr>
              <a:defRPr b="0"/>
            </a:lvl2pPr>
            <a:lvl3pPr>
              <a:defRPr b="0"/>
            </a:lvl3pPr>
            <a:lvl4pPr>
              <a:defRPr b="0"/>
            </a:lvl4pPr>
            <a:lvl5pPr>
              <a:defRPr b="0"/>
            </a:lvl5pPr>
          </a:lstStyle>
          <a:p>
            <a:pPr lvl="0"/>
            <a:r>
              <a:rPr lang="en-US" dirty="0"/>
              <a:t>000%</a:t>
            </a:r>
          </a:p>
        </p:txBody>
      </p:sp>
    </p:spTree>
    <p:extLst>
      <p:ext uri="{BB962C8B-B14F-4D97-AF65-F5344CB8AC3E}">
        <p14:creationId xmlns:p14="http://schemas.microsoft.com/office/powerpoint/2010/main" val="3715691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Bio - Shor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5" y="1286262"/>
            <a:ext cx="3100148" cy="4285863"/>
          </a:xfrm>
          <a:solidFill>
            <a:schemeClr val="bg1">
              <a:lumMod val="95000"/>
            </a:schemeClr>
          </a:solidFill>
        </p:spPr>
        <p:txBody>
          <a:bodyPr/>
          <a:lstStyle>
            <a:lvl1pPr>
              <a:defRPr sz="1200" b="0"/>
            </a:lvl1pPr>
          </a:lstStyle>
          <a:p>
            <a:r>
              <a:rPr lang="en-US" dirty="0"/>
              <a:t>Click icon to add picture</a:t>
            </a:r>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4543425" y="1615827"/>
            <a:ext cx="7145338" cy="568211"/>
          </a:xfrm>
        </p:spPr>
        <p:txBody>
          <a:bodyPr/>
          <a:lstStyle>
            <a:lvl1pPr>
              <a:spcBef>
                <a:spcPts val="0"/>
              </a:spcBef>
              <a:defRPr sz="32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4543425" y="2234195"/>
            <a:ext cx="7145338" cy="337555"/>
          </a:xfrm>
        </p:spPr>
        <p:txBody>
          <a:bodyPr/>
          <a:lstStyle>
            <a:lvl1pPr>
              <a:spcBef>
                <a:spcPts val="0"/>
              </a:spcBef>
              <a:defRPr b="0"/>
            </a:lvl1pPr>
            <a:lvl2pPr marL="0" indent="0">
              <a:buNone/>
              <a:defRPr/>
            </a:lvl2pPr>
          </a:lstStyle>
          <a:p>
            <a:pPr lvl="0"/>
            <a:r>
              <a:rPr lang="en-US" dirty="0"/>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4556736" y="2747313"/>
            <a:ext cx="6217920" cy="2834640"/>
          </a:xfrm>
        </p:spPr>
        <p:txBody>
          <a:bodyPr numCol="2"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br>
              <a:rPr lang="en-US" dirty="0"/>
            </a:b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br>
              <a:rPr lang="en-US" dirty="0"/>
            </a:br>
            <a:br>
              <a:rPr lang="en-US" dirty="0"/>
            </a:br>
            <a:r>
              <a:rPr lang="en-US" dirty="0"/>
              <a:t>Cras sed </a:t>
            </a:r>
            <a:r>
              <a:rPr lang="en-US" dirty="0" err="1"/>
              <a:t>felis</a:t>
            </a:r>
            <a:r>
              <a:rPr lang="en-US" dirty="0"/>
              <a:t> </a:t>
            </a:r>
            <a:r>
              <a:rPr lang="en-US" dirty="0" err="1"/>
              <a:t>eget</a:t>
            </a:r>
            <a:r>
              <a:rPr lang="en-US" dirty="0"/>
              <a:t> </a:t>
            </a:r>
            <a:r>
              <a:rPr lang="en-US" dirty="0" err="1"/>
              <a:t>velit</a:t>
            </a:r>
            <a:r>
              <a:rPr lang="en-US" dirty="0"/>
              <a:t> </a:t>
            </a:r>
            <a:r>
              <a:rPr lang="en-US" dirty="0" err="1"/>
              <a:t>aliquet</a:t>
            </a:r>
            <a:r>
              <a:rPr lang="en-US" dirty="0"/>
              <a:t> </a:t>
            </a:r>
            <a:r>
              <a:rPr lang="en-US" dirty="0" err="1"/>
              <a:t>sagittis</a:t>
            </a:r>
            <a:r>
              <a:rPr lang="en-US" dirty="0"/>
              <a:t> id </a:t>
            </a:r>
            <a:r>
              <a:rPr lang="en-US" dirty="0" err="1"/>
              <a:t>consectetur</a:t>
            </a:r>
            <a:r>
              <a:rPr lang="en-US" dirty="0"/>
              <a:t>. Sem </a:t>
            </a:r>
            <a:r>
              <a:rPr lang="en-US" dirty="0" err="1"/>
              <a:t>viverra</a:t>
            </a:r>
            <a:r>
              <a:rPr lang="en-US" dirty="0"/>
              <a:t> </a:t>
            </a:r>
            <a:r>
              <a:rPr lang="en-US" dirty="0" err="1"/>
              <a:t>aliquet</a:t>
            </a:r>
            <a:r>
              <a:rPr lang="en-US" dirty="0"/>
              <a:t> </a:t>
            </a:r>
            <a:r>
              <a:rPr lang="en-US" dirty="0" err="1"/>
              <a:t>eget</a:t>
            </a:r>
            <a:r>
              <a:rPr lang="en-US" dirty="0"/>
              <a:t> sit </a:t>
            </a:r>
            <a:r>
              <a:rPr lang="en-US" dirty="0" err="1"/>
              <a:t>amet</a:t>
            </a:r>
            <a:r>
              <a:rPr lang="en-US" dirty="0"/>
              <a:t> </a:t>
            </a:r>
            <a:r>
              <a:rPr lang="en-US" dirty="0" err="1"/>
              <a:t>tellus</a:t>
            </a:r>
            <a:r>
              <a:rPr lang="en-US" dirty="0"/>
              <a:t> </a:t>
            </a:r>
            <a:r>
              <a:rPr lang="en-US" dirty="0" err="1"/>
              <a:t>cras</a:t>
            </a:r>
            <a:r>
              <a:rPr lang="en-US" dirty="0"/>
              <a:t>. </a:t>
            </a:r>
            <a:r>
              <a:rPr lang="en-US" dirty="0" err="1"/>
              <a:t>Elementum</a:t>
            </a:r>
            <a:r>
              <a:rPr lang="en-US" dirty="0"/>
              <a:t> </a:t>
            </a:r>
            <a:r>
              <a:rPr lang="en-US" dirty="0" err="1"/>
              <a:t>sagittis</a:t>
            </a:r>
            <a:r>
              <a:rPr lang="en-US" dirty="0"/>
              <a:t> vitae et </a:t>
            </a:r>
            <a:r>
              <a:rPr lang="en-US" dirty="0" err="1"/>
              <a:t>leo</a:t>
            </a:r>
            <a:r>
              <a:rPr lang="en-US" dirty="0"/>
              <a:t>. Eu </a:t>
            </a:r>
            <a:r>
              <a:rPr lang="en-US" dirty="0" err="1"/>
              <a:t>feugiat</a:t>
            </a:r>
            <a:r>
              <a:rPr lang="en-US" dirty="0"/>
              <a:t> </a:t>
            </a:r>
            <a:r>
              <a:rPr lang="en-US" dirty="0" err="1"/>
              <a:t>pretium</a:t>
            </a:r>
            <a:r>
              <a:rPr lang="en-US" dirty="0"/>
              <a:t> </a:t>
            </a:r>
            <a:r>
              <a:rPr lang="en-US" dirty="0" err="1"/>
              <a:t>nibh</a:t>
            </a:r>
            <a:r>
              <a:rPr lang="en-US" dirty="0"/>
              <a:t> ipsum </a:t>
            </a:r>
            <a:r>
              <a:rPr lang="en-US" dirty="0" err="1"/>
              <a:t>consequat</a:t>
            </a:r>
            <a:r>
              <a:rPr lang="en-US" dirty="0"/>
              <a:t> </a:t>
            </a:r>
            <a:r>
              <a:rPr lang="en-US" dirty="0" err="1"/>
              <a:t>nisl</a:t>
            </a:r>
            <a:r>
              <a:rPr lang="en-US" dirty="0"/>
              <a:t> vel. Mi tempus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Nunc non </a:t>
            </a:r>
            <a:r>
              <a:rPr lang="en-US" dirty="0" err="1"/>
              <a:t>blandit</a:t>
            </a:r>
            <a:r>
              <a:rPr lang="en-US" dirty="0"/>
              <a:t> </a:t>
            </a:r>
            <a:r>
              <a:rPr lang="en-US" dirty="0" err="1"/>
              <a:t>massa</a:t>
            </a:r>
            <a:r>
              <a:rPr lang="en-US" dirty="0"/>
              <a:t> </a:t>
            </a:r>
            <a:r>
              <a:rPr lang="en-US" dirty="0" err="1"/>
              <a:t>enim</a:t>
            </a:r>
            <a:r>
              <a:rPr lang="en-US" dirty="0"/>
              <a:t> </a:t>
            </a:r>
            <a:r>
              <a:rPr lang="en-US" dirty="0" err="1"/>
              <a:t>nec</a:t>
            </a:r>
            <a:r>
              <a:rPr lang="en-US" dirty="0"/>
              <a:t> dui. Id </a:t>
            </a:r>
            <a:r>
              <a:rPr lang="en-US" dirty="0" err="1"/>
              <a:t>consectetur</a:t>
            </a:r>
            <a:r>
              <a:rPr lang="en-US" dirty="0"/>
              <a:t> </a:t>
            </a:r>
            <a:r>
              <a:rPr lang="en-US" dirty="0" err="1"/>
              <a:t>purus</a:t>
            </a:r>
            <a:r>
              <a:rPr lang="en-US" dirty="0"/>
              <a:t> </a:t>
            </a:r>
            <a:r>
              <a:rPr lang="en-US" dirty="0" err="1"/>
              <a:t>ut</a:t>
            </a:r>
            <a:r>
              <a:rPr lang="en-US" dirty="0"/>
              <a:t> </a:t>
            </a:r>
            <a:r>
              <a:rPr lang="en-US" dirty="0" err="1"/>
              <a:t>faucibus</a:t>
            </a:r>
            <a:r>
              <a:rPr lang="en-US" dirty="0"/>
              <a:t>. At </a:t>
            </a:r>
            <a:r>
              <a:rPr lang="en-US" dirty="0" err="1"/>
              <a:t>consectetur</a:t>
            </a:r>
            <a:r>
              <a:rPr lang="en-US" dirty="0"/>
              <a:t> lorem </a:t>
            </a:r>
            <a:r>
              <a:rPr lang="en-US" dirty="0" err="1"/>
              <a:t>donec</a:t>
            </a:r>
            <a:r>
              <a:rPr lang="en-US" dirty="0"/>
              <a:t> </a:t>
            </a:r>
            <a:r>
              <a:rPr lang="en-US" dirty="0" err="1"/>
              <a:t>massa</a:t>
            </a:r>
            <a:r>
              <a:rPr lang="en-US" dirty="0"/>
              <a:t> </a:t>
            </a:r>
            <a:r>
              <a:rPr lang="en-US" dirty="0" err="1"/>
              <a:t>risus</a:t>
            </a:r>
            <a:r>
              <a:rPr lang="en-US" dirty="0"/>
              <a:t> </a:t>
            </a:r>
            <a:r>
              <a:rPr lang="en-US" dirty="0" err="1"/>
              <a:t>feugiat</a:t>
            </a:r>
            <a:r>
              <a:rPr lang="en-US" dirty="0"/>
              <a:t> in ante.</a:t>
            </a:r>
            <a:br>
              <a:rPr lang="en-US" dirty="0"/>
            </a:b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magna.</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26203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Bio - Lon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5" y="1714500"/>
            <a:ext cx="2037959" cy="2807396"/>
          </a:xfrm>
          <a:solidFill>
            <a:schemeClr val="bg1">
              <a:lumMod val="95000"/>
            </a:schemeClr>
          </a:solidFill>
        </p:spPr>
        <p:txBody>
          <a:bodyPr/>
          <a:lstStyle>
            <a:lvl1pPr>
              <a:defRPr sz="1200" b="0"/>
            </a:lvl1pPr>
          </a:lstStyle>
          <a:p>
            <a:r>
              <a:rPr lang="en-US" dirty="0"/>
              <a:t>Click icon to add picture</a:t>
            </a:r>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504825" y="4797426"/>
            <a:ext cx="2609849" cy="499563"/>
          </a:xfrm>
        </p:spPr>
        <p:txBody>
          <a:bodyPr/>
          <a:lstStyle>
            <a:lvl1pPr>
              <a:spcBef>
                <a:spcPts val="0"/>
              </a:spcBef>
              <a:defRPr sz="20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504825" y="5277396"/>
            <a:ext cx="2609848" cy="337555"/>
          </a:xfrm>
        </p:spPr>
        <p:txBody>
          <a:bodyPr/>
          <a:lstStyle>
            <a:lvl1pPr>
              <a:spcBef>
                <a:spcPts val="0"/>
              </a:spcBef>
              <a:defRPr sz="1400" b="0"/>
            </a:lvl1pPr>
            <a:lvl2pPr marL="0" indent="0">
              <a:buNone/>
              <a:defRPr/>
            </a:lvl2pPr>
          </a:lstStyle>
          <a:p>
            <a:pPr lvl="0"/>
            <a:r>
              <a:rPr lang="en-US" dirty="0"/>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3362325" y="1714500"/>
            <a:ext cx="8324849" cy="4286250"/>
          </a:xfrm>
        </p:spPr>
        <p:txBody>
          <a:bodyPr numCol="2" spcCol="256032">
            <a:normAutofit/>
          </a:bodyPr>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br>
              <a:rPr lang="en-US" dirty="0"/>
            </a:br>
            <a:br>
              <a:rPr lang="en-US" dirty="0"/>
            </a:br>
            <a:r>
              <a:rPr lang="en-US" dirty="0"/>
              <a:t>Cras sed </a:t>
            </a:r>
            <a:r>
              <a:rPr lang="en-US" dirty="0" err="1"/>
              <a:t>felis</a:t>
            </a:r>
            <a:r>
              <a:rPr lang="en-US" dirty="0"/>
              <a:t> </a:t>
            </a:r>
            <a:r>
              <a:rPr lang="en-US" dirty="0" err="1"/>
              <a:t>eget</a:t>
            </a:r>
            <a:r>
              <a:rPr lang="en-US" dirty="0"/>
              <a:t> </a:t>
            </a:r>
            <a:r>
              <a:rPr lang="en-US" dirty="0" err="1"/>
              <a:t>velit</a:t>
            </a:r>
            <a:r>
              <a:rPr lang="en-US" dirty="0"/>
              <a:t> </a:t>
            </a:r>
            <a:r>
              <a:rPr lang="en-US" dirty="0" err="1"/>
              <a:t>aliquet</a:t>
            </a:r>
            <a:r>
              <a:rPr lang="en-US" dirty="0"/>
              <a:t> </a:t>
            </a:r>
            <a:r>
              <a:rPr lang="en-US" dirty="0" err="1"/>
              <a:t>sagittis</a:t>
            </a:r>
            <a:r>
              <a:rPr lang="en-US" dirty="0"/>
              <a:t> id </a:t>
            </a:r>
            <a:r>
              <a:rPr lang="en-US" dirty="0" err="1"/>
              <a:t>consectetur</a:t>
            </a:r>
            <a:r>
              <a:rPr lang="en-US" dirty="0"/>
              <a:t>. Sem </a:t>
            </a:r>
            <a:r>
              <a:rPr lang="en-US" dirty="0" err="1"/>
              <a:t>viverra</a:t>
            </a:r>
            <a:r>
              <a:rPr lang="en-US" dirty="0"/>
              <a:t> </a:t>
            </a:r>
            <a:r>
              <a:rPr lang="en-US" dirty="0" err="1"/>
              <a:t>aliquet</a:t>
            </a:r>
            <a:r>
              <a:rPr lang="en-US" dirty="0"/>
              <a:t> </a:t>
            </a:r>
            <a:r>
              <a:rPr lang="en-US" dirty="0" err="1"/>
              <a:t>eget</a:t>
            </a:r>
            <a:r>
              <a:rPr lang="en-US" dirty="0"/>
              <a:t> sit </a:t>
            </a:r>
            <a:r>
              <a:rPr lang="en-US" dirty="0" err="1"/>
              <a:t>amet</a:t>
            </a:r>
            <a:r>
              <a:rPr lang="en-US" dirty="0"/>
              <a:t> </a:t>
            </a:r>
            <a:r>
              <a:rPr lang="en-US" dirty="0" err="1"/>
              <a:t>tellus</a:t>
            </a:r>
            <a:r>
              <a:rPr lang="en-US" dirty="0"/>
              <a:t> </a:t>
            </a:r>
            <a:r>
              <a:rPr lang="en-US" dirty="0" err="1"/>
              <a:t>cras</a:t>
            </a:r>
            <a:r>
              <a:rPr lang="en-US" dirty="0"/>
              <a:t>. </a:t>
            </a:r>
            <a:r>
              <a:rPr lang="en-US" dirty="0" err="1"/>
              <a:t>Elementum</a:t>
            </a:r>
            <a:r>
              <a:rPr lang="en-US" dirty="0"/>
              <a:t> </a:t>
            </a:r>
            <a:r>
              <a:rPr lang="en-US" dirty="0" err="1"/>
              <a:t>sagittis</a:t>
            </a:r>
            <a:r>
              <a:rPr lang="en-US" dirty="0"/>
              <a:t> vitae et </a:t>
            </a:r>
            <a:r>
              <a:rPr lang="en-US" dirty="0" err="1"/>
              <a:t>leo</a:t>
            </a:r>
            <a:r>
              <a:rPr lang="en-US" dirty="0"/>
              <a:t>. Eu </a:t>
            </a:r>
            <a:r>
              <a:rPr lang="en-US" dirty="0" err="1"/>
              <a:t>feugiat</a:t>
            </a:r>
            <a:r>
              <a:rPr lang="en-US" dirty="0"/>
              <a:t> </a:t>
            </a:r>
            <a:r>
              <a:rPr lang="en-US" dirty="0" err="1"/>
              <a:t>pretium</a:t>
            </a:r>
            <a:r>
              <a:rPr lang="en-US" dirty="0"/>
              <a:t> </a:t>
            </a:r>
            <a:r>
              <a:rPr lang="en-US" dirty="0" err="1"/>
              <a:t>nibh</a:t>
            </a:r>
            <a:r>
              <a:rPr lang="en-US" dirty="0"/>
              <a:t> ipsum </a:t>
            </a:r>
            <a:r>
              <a:rPr lang="en-US" dirty="0" err="1"/>
              <a:t>consequat</a:t>
            </a:r>
            <a:r>
              <a:rPr lang="en-US" dirty="0"/>
              <a:t> </a:t>
            </a:r>
            <a:r>
              <a:rPr lang="en-US" dirty="0" err="1"/>
              <a:t>nisl</a:t>
            </a:r>
            <a:r>
              <a:rPr lang="en-US" dirty="0"/>
              <a:t> vel. Mi tempus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Nunc non </a:t>
            </a:r>
            <a:r>
              <a:rPr lang="en-US" dirty="0" err="1"/>
              <a:t>blandit</a:t>
            </a:r>
            <a:r>
              <a:rPr lang="en-US" dirty="0"/>
              <a:t> </a:t>
            </a:r>
            <a:r>
              <a:rPr lang="en-US" dirty="0" err="1"/>
              <a:t>massa</a:t>
            </a:r>
            <a:r>
              <a:rPr lang="en-US" dirty="0"/>
              <a:t> </a:t>
            </a:r>
            <a:r>
              <a:rPr lang="en-US" dirty="0" err="1"/>
              <a:t>enim</a:t>
            </a:r>
            <a:r>
              <a:rPr lang="en-US" dirty="0"/>
              <a:t> </a:t>
            </a:r>
            <a:r>
              <a:rPr lang="en-US" dirty="0" err="1"/>
              <a:t>nec</a:t>
            </a:r>
            <a:r>
              <a:rPr lang="en-US" dirty="0"/>
              <a:t> dui. Id </a:t>
            </a:r>
            <a:r>
              <a:rPr lang="en-US" dirty="0" err="1"/>
              <a:t>consectetur</a:t>
            </a:r>
            <a:r>
              <a:rPr lang="en-US" dirty="0"/>
              <a:t> </a:t>
            </a:r>
            <a:r>
              <a:rPr lang="en-US" dirty="0" err="1"/>
              <a:t>purus</a:t>
            </a:r>
            <a:r>
              <a:rPr lang="en-US" dirty="0"/>
              <a:t> </a:t>
            </a:r>
            <a:r>
              <a:rPr lang="en-US" dirty="0" err="1"/>
              <a:t>ut</a:t>
            </a:r>
            <a:r>
              <a:rPr lang="en-US" dirty="0"/>
              <a:t> </a:t>
            </a:r>
            <a:r>
              <a:rPr lang="en-US" dirty="0" err="1"/>
              <a:t>faucibus</a:t>
            </a:r>
            <a:r>
              <a:rPr lang="en-US" dirty="0"/>
              <a:t>. At </a:t>
            </a:r>
            <a:r>
              <a:rPr lang="en-US" dirty="0" err="1"/>
              <a:t>consectetur</a:t>
            </a:r>
            <a:r>
              <a:rPr lang="en-US" dirty="0"/>
              <a:t> lorem </a:t>
            </a:r>
            <a:r>
              <a:rPr lang="en-US" dirty="0" err="1"/>
              <a:t>donec</a:t>
            </a:r>
            <a:r>
              <a:rPr lang="en-US" dirty="0"/>
              <a:t> </a:t>
            </a:r>
            <a:r>
              <a:rPr lang="en-US" dirty="0" err="1"/>
              <a:t>massa</a:t>
            </a:r>
            <a:r>
              <a:rPr lang="en-US" dirty="0"/>
              <a:t> </a:t>
            </a:r>
            <a:r>
              <a:rPr lang="en-US" dirty="0" err="1"/>
              <a:t>risus</a:t>
            </a:r>
            <a:r>
              <a:rPr lang="en-US" dirty="0"/>
              <a:t> </a:t>
            </a:r>
            <a:r>
              <a:rPr lang="en-US" dirty="0" err="1"/>
              <a:t>feugiat</a:t>
            </a:r>
            <a:r>
              <a:rPr lang="en-US" dirty="0"/>
              <a:t> in ante.</a:t>
            </a:r>
            <a:br>
              <a:rPr lang="en-US" dirty="0"/>
            </a:b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 </a:t>
            </a:r>
            <a:r>
              <a:rPr lang="en-US" dirty="0" err="1"/>
              <a:t>nisl</a:t>
            </a:r>
            <a:r>
              <a:rPr lang="en-US" dirty="0"/>
              <a:t>. </a:t>
            </a:r>
            <a:r>
              <a:rPr lang="en-US" dirty="0" err="1"/>
              <a:t>Arcu</a:t>
            </a:r>
            <a:r>
              <a:rPr lang="en-US" dirty="0"/>
              <a:t> dui </a:t>
            </a:r>
            <a:r>
              <a:rPr lang="en-US" dirty="0" err="1"/>
              <a:t>vivamus</a:t>
            </a:r>
            <a:r>
              <a:rPr lang="en-US" dirty="0"/>
              <a:t> </a:t>
            </a:r>
            <a:r>
              <a:rPr lang="en-US" dirty="0" err="1"/>
              <a:t>arcu</a:t>
            </a:r>
            <a:r>
              <a:rPr lang="en-US" dirty="0"/>
              <a:t> </a:t>
            </a:r>
            <a:r>
              <a:rPr lang="en-US" dirty="0" err="1"/>
              <a:t>felis</a:t>
            </a:r>
            <a:r>
              <a:rPr lang="en-US" dirty="0"/>
              <a:t> </a:t>
            </a:r>
            <a:r>
              <a:rPr lang="en-US" dirty="0" err="1"/>
              <a:t>bibendum</a:t>
            </a:r>
            <a:r>
              <a:rPr lang="en-US" dirty="0"/>
              <a:t> </a:t>
            </a:r>
            <a:r>
              <a:rPr lang="en-US" dirty="0" err="1"/>
              <a:t>ut</a:t>
            </a:r>
            <a:r>
              <a:rPr lang="en-US" dirty="0"/>
              <a:t> </a:t>
            </a:r>
            <a:r>
              <a:rPr lang="en-US" dirty="0" err="1"/>
              <a:t>tristique</a:t>
            </a:r>
            <a:r>
              <a:rPr lang="en-US" dirty="0"/>
              <a:t>. </a:t>
            </a:r>
            <a:r>
              <a:rPr lang="en-US" dirty="0" err="1"/>
              <a:t>Lacus</a:t>
            </a:r>
            <a:r>
              <a:rPr lang="en-US" dirty="0"/>
              <a:t> sed </a:t>
            </a:r>
            <a:r>
              <a:rPr lang="en-US" dirty="0" err="1"/>
              <a:t>turpis</a:t>
            </a:r>
            <a:r>
              <a:rPr lang="en-US" dirty="0"/>
              <a:t> </a:t>
            </a:r>
            <a:r>
              <a:rPr lang="en-US" dirty="0" err="1"/>
              <a:t>tincidunt</a:t>
            </a:r>
            <a:r>
              <a:rPr lang="en-US" dirty="0"/>
              <a:t> id </a:t>
            </a:r>
            <a:r>
              <a:rPr lang="en-US" dirty="0" err="1"/>
              <a:t>aliquet</a:t>
            </a:r>
            <a:r>
              <a:rPr lang="en-US" dirty="0"/>
              <a:t> </a:t>
            </a:r>
            <a:r>
              <a:rPr lang="en-US" dirty="0" err="1"/>
              <a:t>risus</a:t>
            </a:r>
            <a:r>
              <a:rPr lang="en-US" dirty="0"/>
              <a:t> </a:t>
            </a:r>
            <a:r>
              <a:rPr lang="en-US" dirty="0" err="1"/>
              <a:t>feugiat</a:t>
            </a:r>
            <a:r>
              <a:rPr lang="en-US" dirty="0"/>
              <a:t> in ante. </a:t>
            </a:r>
            <a:r>
              <a:rPr lang="en-US" dirty="0" err="1"/>
              <a:t>Erat</a:t>
            </a:r>
            <a:r>
              <a:rPr lang="en-US" dirty="0"/>
              <a:t> </a:t>
            </a:r>
            <a:r>
              <a:rPr lang="en-US" dirty="0" err="1"/>
              <a:t>velit</a:t>
            </a:r>
            <a:r>
              <a:rPr lang="en-US" dirty="0"/>
              <a:t> </a:t>
            </a:r>
            <a:r>
              <a:rPr lang="en-US" dirty="0" err="1"/>
              <a:t>scelerisque</a:t>
            </a:r>
            <a:r>
              <a:rPr lang="en-US" dirty="0"/>
              <a:t> in dictum non </a:t>
            </a:r>
            <a:r>
              <a:rPr lang="en-US" dirty="0" err="1"/>
              <a:t>consectetur</a:t>
            </a:r>
            <a:r>
              <a:rPr lang="en-US" dirty="0"/>
              <a:t> a </a:t>
            </a:r>
            <a:r>
              <a:rPr lang="en-US" dirty="0" err="1"/>
              <a:t>erat</a:t>
            </a:r>
            <a:r>
              <a:rPr lang="en-US" dirty="0"/>
              <a:t> </a:t>
            </a:r>
            <a:r>
              <a:rPr lang="en-US" dirty="0" err="1"/>
              <a:t>nam</a:t>
            </a:r>
            <a:r>
              <a:rPr lang="en-US" dirty="0"/>
              <a:t>. </a:t>
            </a:r>
            <a:r>
              <a:rPr lang="en-US" dirty="0" err="1"/>
              <a:t>Nulla</a:t>
            </a:r>
            <a:r>
              <a:rPr lang="en-US" dirty="0"/>
              <a:t> </a:t>
            </a:r>
            <a:r>
              <a:rPr lang="en-US" dirty="0" err="1"/>
              <a:t>aliquet</a:t>
            </a:r>
            <a:r>
              <a:rPr lang="en-US" dirty="0"/>
              <a:t> </a:t>
            </a:r>
            <a:r>
              <a:rPr lang="en-US" dirty="0" err="1"/>
              <a:t>porttitor</a:t>
            </a:r>
            <a:r>
              <a:rPr lang="en-US" dirty="0"/>
              <a:t> </a:t>
            </a:r>
            <a:r>
              <a:rPr lang="en-US" dirty="0" err="1"/>
              <a:t>lacus</a:t>
            </a:r>
            <a:r>
              <a:rPr lang="en-US" dirty="0"/>
              <a:t> </a:t>
            </a:r>
            <a:r>
              <a:rPr lang="en-US" dirty="0" err="1"/>
              <a:t>luctus</a:t>
            </a:r>
            <a:r>
              <a:rPr lang="en-US" dirty="0"/>
              <a:t>.</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338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Bios - Short Intro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4" y="914400"/>
            <a:ext cx="11183937"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714500"/>
            <a:ext cx="2609850" cy="1463040"/>
          </a:xfrm>
          <a:solidFill>
            <a:schemeClr val="bg1">
              <a:lumMod val="95000"/>
            </a:schemeClr>
          </a:solidFill>
        </p:spPr>
        <p:txBody>
          <a:bodyPr/>
          <a:lstStyle>
            <a:lvl1pPr>
              <a:defRPr sz="1200" b="0"/>
            </a:lvl1pPr>
          </a:lstStyle>
          <a:p>
            <a:r>
              <a:rPr lang="en-US" dirty="0"/>
              <a:t>Click icon to add picture</a:t>
            </a:r>
          </a:p>
        </p:txBody>
      </p:sp>
      <p:sp>
        <p:nvSpPr>
          <p:cNvPr id="20" name="Picture Placeholder 4">
            <a:extLst>
              <a:ext uri="{FF2B5EF4-FFF2-40B4-BE49-F238E27FC236}">
                <a16:creationId xmlns:a16="http://schemas.microsoft.com/office/drawing/2014/main" id="{0671090B-CE3B-FA15-AC77-3D086DF90A36}"/>
              </a:ext>
            </a:extLst>
          </p:cNvPr>
          <p:cNvSpPr>
            <a:spLocks noGrp="1"/>
          </p:cNvSpPr>
          <p:nvPr>
            <p:ph type="pic" sz="quarter" idx="26"/>
          </p:nvPr>
        </p:nvSpPr>
        <p:spPr>
          <a:xfrm>
            <a:off x="3362325" y="1714500"/>
            <a:ext cx="2609850" cy="1465898"/>
          </a:xfrm>
          <a:solidFill>
            <a:schemeClr val="bg1">
              <a:lumMod val="95000"/>
            </a:schemeClr>
          </a:solidFill>
        </p:spPr>
        <p:txBody>
          <a:bodyPr/>
          <a:lstStyle>
            <a:lvl1pPr>
              <a:defRPr sz="1200" b="0"/>
            </a:lvl1pPr>
          </a:lstStyle>
          <a:p>
            <a:r>
              <a:rPr lang="en-US" dirty="0"/>
              <a:t>Click icon to add picture</a:t>
            </a:r>
          </a:p>
        </p:txBody>
      </p:sp>
      <p:sp>
        <p:nvSpPr>
          <p:cNvPr id="21" name="Picture Placeholder 4">
            <a:extLst>
              <a:ext uri="{FF2B5EF4-FFF2-40B4-BE49-F238E27FC236}">
                <a16:creationId xmlns:a16="http://schemas.microsoft.com/office/drawing/2014/main" id="{E2D91C14-C2D1-BE60-A621-CFEE18C77E9C}"/>
              </a:ext>
            </a:extLst>
          </p:cNvPr>
          <p:cNvSpPr>
            <a:spLocks noGrp="1"/>
          </p:cNvSpPr>
          <p:nvPr>
            <p:ph type="pic" sz="quarter" idx="27"/>
          </p:nvPr>
        </p:nvSpPr>
        <p:spPr>
          <a:xfrm>
            <a:off x="6219825" y="1714500"/>
            <a:ext cx="2609850" cy="1463040"/>
          </a:xfrm>
          <a:solidFill>
            <a:schemeClr val="bg1">
              <a:lumMod val="95000"/>
            </a:schemeClr>
          </a:solidFill>
        </p:spPr>
        <p:txBody>
          <a:bodyPr/>
          <a:lstStyle>
            <a:lvl1pPr>
              <a:defRPr sz="1200" b="0"/>
            </a:lvl1pPr>
          </a:lstStyle>
          <a:p>
            <a:r>
              <a:rPr lang="en-US" dirty="0"/>
              <a:t>Click icon to add picture</a:t>
            </a:r>
          </a:p>
        </p:txBody>
      </p:sp>
      <p:sp>
        <p:nvSpPr>
          <p:cNvPr id="22" name="Picture Placeholder 4">
            <a:extLst>
              <a:ext uri="{FF2B5EF4-FFF2-40B4-BE49-F238E27FC236}">
                <a16:creationId xmlns:a16="http://schemas.microsoft.com/office/drawing/2014/main" id="{C09825F1-2D02-90C6-CF68-C606232A14B0}"/>
              </a:ext>
            </a:extLst>
          </p:cNvPr>
          <p:cNvSpPr>
            <a:spLocks noGrp="1"/>
          </p:cNvSpPr>
          <p:nvPr>
            <p:ph type="pic" sz="quarter" idx="28"/>
          </p:nvPr>
        </p:nvSpPr>
        <p:spPr>
          <a:xfrm>
            <a:off x="9088015" y="1714500"/>
            <a:ext cx="2609850" cy="1463040"/>
          </a:xfrm>
          <a:solidFill>
            <a:schemeClr val="bg1">
              <a:lumMod val="95000"/>
            </a:schemeClr>
          </a:solidFill>
        </p:spPr>
        <p:txBody>
          <a:bodyPr/>
          <a:lstStyle>
            <a:lvl1pPr>
              <a:defRPr sz="1200" b="0"/>
            </a:lvl1pPr>
          </a:lstStyle>
          <a:p>
            <a:r>
              <a:rPr lang="en-US" dirty="0"/>
              <a:t>Click icon to add picture</a:t>
            </a:r>
          </a:p>
        </p:txBody>
      </p:sp>
      <p:sp>
        <p:nvSpPr>
          <p:cNvPr id="23" name="Text Placeholder 6">
            <a:extLst>
              <a:ext uri="{FF2B5EF4-FFF2-40B4-BE49-F238E27FC236}">
                <a16:creationId xmlns:a16="http://schemas.microsoft.com/office/drawing/2014/main" id="{1A27F20D-C248-412D-50D5-87889427FC1B}"/>
              </a:ext>
            </a:extLst>
          </p:cNvPr>
          <p:cNvSpPr>
            <a:spLocks noGrp="1"/>
          </p:cNvSpPr>
          <p:nvPr>
            <p:ph type="body" sz="quarter" idx="13" hasCustomPrompt="1"/>
          </p:nvPr>
        </p:nvSpPr>
        <p:spPr>
          <a:xfrm>
            <a:off x="5048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4" name="Text Placeholder 6">
            <a:extLst>
              <a:ext uri="{FF2B5EF4-FFF2-40B4-BE49-F238E27FC236}">
                <a16:creationId xmlns:a16="http://schemas.microsoft.com/office/drawing/2014/main" id="{BE4AAD78-93E6-189E-929B-B1A6CF5CC36F}"/>
              </a:ext>
            </a:extLst>
          </p:cNvPr>
          <p:cNvSpPr>
            <a:spLocks noGrp="1"/>
          </p:cNvSpPr>
          <p:nvPr>
            <p:ph type="body" sz="quarter" idx="29" hasCustomPrompt="1"/>
          </p:nvPr>
        </p:nvSpPr>
        <p:spPr>
          <a:xfrm>
            <a:off x="33623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5" name="Text Placeholder 6">
            <a:extLst>
              <a:ext uri="{FF2B5EF4-FFF2-40B4-BE49-F238E27FC236}">
                <a16:creationId xmlns:a16="http://schemas.microsoft.com/office/drawing/2014/main" id="{05DD3E24-41D0-F6A5-F4C1-72F89B740714}"/>
              </a:ext>
            </a:extLst>
          </p:cNvPr>
          <p:cNvSpPr>
            <a:spLocks noGrp="1"/>
          </p:cNvSpPr>
          <p:nvPr>
            <p:ph type="body" sz="quarter" idx="30" hasCustomPrompt="1"/>
          </p:nvPr>
        </p:nvSpPr>
        <p:spPr>
          <a:xfrm>
            <a:off x="621982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26" name="Text Placeholder 6">
            <a:extLst>
              <a:ext uri="{FF2B5EF4-FFF2-40B4-BE49-F238E27FC236}">
                <a16:creationId xmlns:a16="http://schemas.microsoft.com/office/drawing/2014/main" id="{A6A5B8F8-1CD4-77FD-00CC-C8B90F4F6099}"/>
              </a:ext>
            </a:extLst>
          </p:cNvPr>
          <p:cNvSpPr>
            <a:spLocks noGrp="1"/>
          </p:cNvSpPr>
          <p:nvPr>
            <p:ph type="body" sz="quarter" idx="31" hasCustomPrompt="1"/>
          </p:nvPr>
        </p:nvSpPr>
        <p:spPr>
          <a:xfrm>
            <a:off x="9088015" y="4286250"/>
            <a:ext cx="2609850" cy="1714499"/>
          </a:xfrm>
        </p:spPr>
        <p:txBody>
          <a:bodyPr numCol="1" spcCol="256032"/>
          <a:lstStyle>
            <a:lvl1pPr>
              <a:lnSpc>
                <a:spcPct val="110000"/>
              </a:lnSpc>
              <a:defRPr sz="1200" b="0"/>
            </a:lvl1pPr>
            <a:lvl2pPr marL="0" indent="0">
              <a:buNone/>
              <a:defRPr/>
            </a:lvl2pPr>
          </a:lstStyle>
          <a:p>
            <a:pPr lvl="0"/>
            <a:r>
              <a:rPr lang="en-US" dirty="0"/>
              <a:t>Lorem ipsum dolor sit </a:t>
            </a:r>
            <a:r>
              <a:rPr lang="en-US" dirty="0" err="1"/>
              <a:t>amet</a:t>
            </a:r>
            <a:r>
              <a:rPr lang="en-US" dirty="0"/>
              <a:t> </a:t>
            </a:r>
            <a:r>
              <a:rPr lang="en-US" dirty="0" err="1"/>
              <a:t>reors</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aliqualia</a:t>
            </a:r>
            <a:r>
              <a:rPr lang="en-US" dirty="0"/>
              <a:t>. Gravida </a:t>
            </a:r>
            <a:r>
              <a:rPr lang="en-US" dirty="0" err="1"/>
              <a:t>neque</a:t>
            </a:r>
            <a:r>
              <a:rPr lang="en-US" dirty="0"/>
              <a:t> convallis a </a:t>
            </a:r>
            <a:r>
              <a:rPr lang="en-US" dirty="0" err="1"/>
              <a:t>cras</a:t>
            </a:r>
            <a:r>
              <a:rPr lang="en-US" dirty="0"/>
              <a:t> semper auctor </a:t>
            </a:r>
            <a:r>
              <a:rPr lang="en-US" dirty="0" err="1"/>
              <a:t>neque</a:t>
            </a:r>
            <a:r>
              <a:rPr lang="en-US" dirty="0"/>
              <a:t>. </a:t>
            </a:r>
            <a:r>
              <a:rPr lang="en-US" dirty="0" err="1"/>
              <a:t>Sodales</a:t>
            </a:r>
            <a:r>
              <a:rPr lang="en-US" dirty="0"/>
              <a:t> </a:t>
            </a:r>
            <a:r>
              <a:rPr lang="en-US" dirty="0" err="1"/>
              <a:t>neque</a:t>
            </a:r>
            <a:r>
              <a:rPr lang="en-US" dirty="0"/>
              <a:t> </a:t>
            </a:r>
            <a:r>
              <a:rPr lang="en-US" dirty="0" err="1"/>
              <a:t>sodales</a:t>
            </a:r>
            <a:r>
              <a:rPr lang="en-US" dirty="0"/>
              <a:t> </a:t>
            </a:r>
            <a:r>
              <a:rPr lang="en-US" dirty="0" err="1"/>
              <a:t>ut</a:t>
            </a:r>
            <a:r>
              <a:rPr lang="en-US" dirty="0"/>
              <a:t> </a:t>
            </a:r>
            <a:r>
              <a:rPr lang="en-US" dirty="0" err="1"/>
              <a:t>etiam</a:t>
            </a:r>
            <a:r>
              <a:rPr lang="en-US" dirty="0"/>
              <a:t> sit </a:t>
            </a:r>
            <a:r>
              <a:rPr lang="en-US" dirty="0" err="1"/>
              <a:t>amet</a:t>
            </a:r>
            <a:r>
              <a:rPr lang="en-US" dirty="0"/>
              <a:t>.</a:t>
            </a:r>
          </a:p>
        </p:txBody>
      </p:sp>
      <p:sp>
        <p:nvSpPr>
          <p:cNvPr id="3" name="Title 2">
            <a:extLst>
              <a:ext uri="{FF2B5EF4-FFF2-40B4-BE49-F238E27FC236}">
                <a16:creationId xmlns:a16="http://schemas.microsoft.com/office/drawing/2014/main" id="{F02A43F5-5319-262A-870C-A5C9C3995B1A}"/>
              </a:ext>
            </a:extLst>
          </p:cNvPr>
          <p:cNvSpPr>
            <a:spLocks noGrp="1"/>
          </p:cNvSpPr>
          <p:nvPr>
            <p:ph type="title"/>
          </p:nvPr>
        </p:nvSpPr>
        <p:spPr/>
        <p:txBody>
          <a:bodyPr/>
          <a:lstStyle/>
          <a:p>
            <a:r>
              <a:rPr lang="en-US"/>
              <a:t>Click to edit Master title style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4"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4"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3362325"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3362325"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6219825" y="3429000"/>
            <a:ext cx="2609850"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6219825" y="3699312"/>
            <a:ext cx="2609850" cy="274320"/>
          </a:xfrm>
        </p:spPr>
        <p:txBody>
          <a:bodyPr/>
          <a:lstStyle>
            <a:lvl1pPr>
              <a:spcBef>
                <a:spcPts val="0"/>
              </a:spcBef>
              <a:defRPr sz="1100" b="0"/>
            </a:lvl1pPr>
            <a:lvl2pPr marL="0" indent="0">
              <a:buNone/>
              <a:defRPr/>
            </a:lvl2pPr>
          </a:lstStyle>
          <a:p>
            <a:pPr lvl="0"/>
            <a:r>
              <a:rPr lang="en-US" dirty="0"/>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9088015" y="3429000"/>
            <a:ext cx="2599161"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9088015" y="3699312"/>
            <a:ext cx="2599161" cy="274320"/>
          </a:xfrm>
        </p:spPr>
        <p:txBody>
          <a:bodyPr/>
          <a:lstStyle>
            <a:lvl1pPr>
              <a:spcBef>
                <a:spcPts val="0"/>
              </a:spcBef>
              <a:defRPr sz="1100" b="0"/>
            </a:lvl1pPr>
            <a:lvl2pPr marL="0" indent="0">
              <a:buNone/>
              <a:defRPr/>
            </a:lvl2pPr>
          </a:lstStyle>
          <a:p>
            <a:pPr lvl="0"/>
            <a:r>
              <a:rPr lang="en-US" dirty="0"/>
              <a:t>Position title</a:t>
            </a:r>
          </a:p>
        </p:txBody>
      </p:sp>
    </p:spTree>
    <p:extLst>
      <p:ext uri="{BB962C8B-B14F-4D97-AF65-F5344CB8AC3E}">
        <p14:creationId xmlns:p14="http://schemas.microsoft.com/office/powerpoint/2010/main" val="1456688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Bio - Pic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4" y="914400"/>
            <a:ext cx="11183937"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880899"/>
            <a:ext cx="2139696" cy="3044952"/>
          </a:xfrm>
          <a:solidFill>
            <a:schemeClr val="bg1">
              <a:lumMod val="95000"/>
            </a:schemeClr>
          </a:solidFill>
        </p:spPr>
        <p:txBody>
          <a:bodyPr/>
          <a:lstStyle>
            <a:lvl1pPr>
              <a:defRPr sz="1200" b="0"/>
            </a:lvl1pPr>
          </a:lstStyle>
          <a:p>
            <a:r>
              <a:rPr lang="en-US" dirty="0"/>
              <a:t>Click icon to add picture</a:t>
            </a:r>
          </a:p>
        </p:txBody>
      </p:sp>
      <p:sp>
        <p:nvSpPr>
          <p:cNvPr id="6" name="Picture Placeholder 4">
            <a:extLst>
              <a:ext uri="{FF2B5EF4-FFF2-40B4-BE49-F238E27FC236}">
                <a16:creationId xmlns:a16="http://schemas.microsoft.com/office/drawing/2014/main" id="{3CD04B3B-9CB0-795F-3985-566A7A773B6D}"/>
              </a:ext>
            </a:extLst>
          </p:cNvPr>
          <p:cNvSpPr>
            <a:spLocks noGrp="1"/>
          </p:cNvSpPr>
          <p:nvPr>
            <p:ph type="pic" sz="quarter" idx="12"/>
          </p:nvPr>
        </p:nvSpPr>
        <p:spPr>
          <a:xfrm>
            <a:off x="2765885" y="1880899"/>
            <a:ext cx="2139696" cy="3044952"/>
          </a:xfrm>
          <a:solidFill>
            <a:schemeClr val="bg1">
              <a:lumMod val="95000"/>
            </a:schemeClr>
          </a:solidFill>
        </p:spPr>
        <p:txBody>
          <a:bodyPr/>
          <a:lstStyle>
            <a:lvl1pPr>
              <a:defRPr sz="1200" b="0"/>
            </a:lvl1pPr>
          </a:lstStyle>
          <a:p>
            <a:r>
              <a:rPr lang="en-US" dirty="0"/>
              <a:t>Click icon to add picture</a:t>
            </a:r>
          </a:p>
        </p:txBody>
      </p:sp>
      <p:sp>
        <p:nvSpPr>
          <p:cNvPr id="7" name="Picture Placeholder 4">
            <a:extLst>
              <a:ext uri="{FF2B5EF4-FFF2-40B4-BE49-F238E27FC236}">
                <a16:creationId xmlns:a16="http://schemas.microsoft.com/office/drawing/2014/main" id="{D6D0E272-2965-66E3-5153-F0CFCAF49416}"/>
              </a:ext>
            </a:extLst>
          </p:cNvPr>
          <p:cNvSpPr>
            <a:spLocks noGrp="1"/>
          </p:cNvSpPr>
          <p:nvPr>
            <p:ph type="pic" sz="quarter" idx="13"/>
          </p:nvPr>
        </p:nvSpPr>
        <p:spPr>
          <a:xfrm>
            <a:off x="5026946" y="1880899"/>
            <a:ext cx="2139696" cy="3044952"/>
          </a:xfrm>
          <a:solidFill>
            <a:schemeClr val="bg1">
              <a:lumMod val="95000"/>
            </a:schemeClr>
          </a:solidFill>
        </p:spPr>
        <p:txBody>
          <a:bodyPr/>
          <a:lstStyle>
            <a:lvl1pPr>
              <a:defRPr sz="1200" b="0"/>
            </a:lvl1pPr>
          </a:lstStyle>
          <a:p>
            <a:r>
              <a:rPr lang="en-US" dirty="0"/>
              <a:t>Click icon to add picture</a:t>
            </a:r>
          </a:p>
        </p:txBody>
      </p:sp>
      <p:sp>
        <p:nvSpPr>
          <p:cNvPr id="8" name="Picture Placeholder 4">
            <a:extLst>
              <a:ext uri="{FF2B5EF4-FFF2-40B4-BE49-F238E27FC236}">
                <a16:creationId xmlns:a16="http://schemas.microsoft.com/office/drawing/2014/main" id="{43A621D3-E82B-1016-EDE1-85CDB0352D04}"/>
              </a:ext>
            </a:extLst>
          </p:cNvPr>
          <p:cNvSpPr>
            <a:spLocks noGrp="1"/>
          </p:cNvSpPr>
          <p:nvPr>
            <p:ph type="pic" sz="quarter" idx="14"/>
          </p:nvPr>
        </p:nvSpPr>
        <p:spPr>
          <a:xfrm>
            <a:off x="7288007" y="1880899"/>
            <a:ext cx="2139696" cy="3044952"/>
          </a:xfrm>
          <a:solidFill>
            <a:schemeClr val="bg1">
              <a:lumMod val="95000"/>
            </a:schemeClr>
          </a:solidFill>
        </p:spPr>
        <p:txBody>
          <a:bodyPr/>
          <a:lstStyle>
            <a:lvl1pPr>
              <a:defRPr sz="1200" b="0"/>
            </a:lvl1pPr>
          </a:lstStyle>
          <a:p>
            <a:r>
              <a:rPr lang="en-US" dirty="0"/>
              <a:t>Click icon to add picture</a:t>
            </a:r>
          </a:p>
        </p:txBody>
      </p:sp>
      <p:sp>
        <p:nvSpPr>
          <p:cNvPr id="9" name="Picture Placeholder 4">
            <a:extLst>
              <a:ext uri="{FF2B5EF4-FFF2-40B4-BE49-F238E27FC236}">
                <a16:creationId xmlns:a16="http://schemas.microsoft.com/office/drawing/2014/main" id="{2646D5ED-0FCB-4F11-0C88-B1069268926D}"/>
              </a:ext>
            </a:extLst>
          </p:cNvPr>
          <p:cNvSpPr>
            <a:spLocks noGrp="1"/>
          </p:cNvSpPr>
          <p:nvPr>
            <p:ph type="pic" sz="quarter" idx="15"/>
          </p:nvPr>
        </p:nvSpPr>
        <p:spPr>
          <a:xfrm>
            <a:off x="9549067" y="1880899"/>
            <a:ext cx="2139696" cy="3044952"/>
          </a:xfrm>
          <a:solidFill>
            <a:schemeClr val="bg1">
              <a:lumMod val="95000"/>
            </a:schemeClr>
          </a:solidFill>
        </p:spPr>
        <p:txBody>
          <a:bodyPr/>
          <a:lstStyle>
            <a:lvl1pPr>
              <a:defRPr sz="1200" b="0"/>
            </a:lvl1pPr>
          </a:lstStyle>
          <a:p>
            <a:r>
              <a:rPr lang="en-US" dirty="0"/>
              <a:t>Click icon to add picture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4"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4"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2765885"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2765885"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5026946"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5026946"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7288007"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7288007"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18" name="Text Placeholder 6">
            <a:extLst>
              <a:ext uri="{FF2B5EF4-FFF2-40B4-BE49-F238E27FC236}">
                <a16:creationId xmlns:a16="http://schemas.microsoft.com/office/drawing/2014/main" id="{4D3983D9-6553-1831-26D4-B4ACE3A1E86A}"/>
              </a:ext>
            </a:extLst>
          </p:cNvPr>
          <p:cNvSpPr>
            <a:spLocks noGrp="1"/>
          </p:cNvSpPr>
          <p:nvPr>
            <p:ph type="body" sz="quarter" idx="24" hasCustomPrompt="1"/>
          </p:nvPr>
        </p:nvSpPr>
        <p:spPr>
          <a:xfrm>
            <a:off x="9549067" y="5072033"/>
            <a:ext cx="2139697" cy="274320"/>
          </a:xfrm>
        </p:spPr>
        <p:txBody>
          <a:bodyPr/>
          <a:lstStyle>
            <a:lvl1pPr>
              <a:spcBef>
                <a:spcPts val="0"/>
              </a:spcBef>
              <a:defRPr sz="1400" b="1">
                <a:solidFill>
                  <a:schemeClr val="tx2"/>
                </a:solidFill>
                <a:latin typeface="Arial" panose="020B0604020202020204" pitchFamily="34" charset="0"/>
                <a:cs typeface="Arial" panose="020B0604020202020204" pitchFamily="34" charset="0"/>
              </a:defRPr>
            </a:lvl1pPr>
            <a:lvl2pPr marL="0" indent="0">
              <a:buNone/>
              <a:defRPr/>
            </a:lvl2pPr>
          </a:lstStyle>
          <a:p>
            <a:pPr lvl="0"/>
            <a:r>
              <a:rPr lang="en-US" dirty="0"/>
              <a:t>First </a:t>
            </a:r>
            <a:r>
              <a:rPr lang="en-US" dirty="0" err="1"/>
              <a:t>Lastname</a:t>
            </a:r>
            <a:endParaRPr lang="en-US" dirty="0"/>
          </a:p>
        </p:txBody>
      </p:sp>
      <p:sp>
        <p:nvSpPr>
          <p:cNvPr id="19" name="Text Placeholder 6">
            <a:extLst>
              <a:ext uri="{FF2B5EF4-FFF2-40B4-BE49-F238E27FC236}">
                <a16:creationId xmlns:a16="http://schemas.microsoft.com/office/drawing/2014/main" id="{FA97E8F0-E1CE-E1AD-BFFD-7E72C7AFA21E}"/>
              </a:ext>
            </a:extLst>
          </p:cNvPr>
          <p:cNvSpPr>
            <a:spLocks noGrp="1"/>
          </p:cNvSpPr>
          <p:nvPr>
            <p:ph type="body" sz="quarter" idx="25" hasCustomPrompt="1"/>
          </p:nvPr>
        </p:nvSpPr>
        <p:spPr>
          <a:xfrm>
            <a:off x="9549067" y="5348735"/>
            <a:ext cx="2139697" cy="274320"/>
          </a:xfrm>
        </p:spPr>
        <p:txBody>
          <a:bodyPr/>
          <a:lstStyle>
            <a:lvl1pPr>
              <a:spcBef>
                <a:spcPts val="0"/>
              </a:spcBef>
              <a:defRPr sz="1100" b="0"/>
            </a:lvl1pPr>
            <a:lvl2pPr marL="0" indent="0">
              <a:buNone/>
              <a:defRPr/>
            </a:lvl2pPr>
          </a:lstStyle>
          <a:p>
            <a:pPr lvl="0"/>
            <a:r>
              <a:rPr lang="en-US" dirty="0"/>
              <a:t>Position title</a:t>
            </a:r>
          </a:p>
        </p:txBody>
      </p:sp>
      <p:sp>
        <p:nvSpPr>
          <p:cNvPr id="3" name="Title 2">
            <a:extLst>
              <a:ext uri="{FF2B5EF4-FFF2-40B4-BE49-F238E27FC236}">
                <a16:creationId xmlns:a16="http://schemas.microsoft.com/office/drawing/2014/main" id="{97387FD8-5F13-DE79-3CF9-D1A5189D8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4167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90D72-CCA6-644A-7C49-E6F104306B33}"/>
              </a:ext>
            </a:extLst>
          </p:cNvPr>
          <p:cNvSpPr>
            <a:spLocks noGrp="1"/>
          </p:cNvSpPr>
          <p:nvPr>
            <p:ph type="title" hasCustomPrompt="1"/>
          </p:nvPr>
        </p:nvSpPr>
        <p:spPr>
          <a:xfrm>
            <a:off x="504825" y="310896"/>
            <a:ext cx="11183938" cy="546354"/>
          </a:xfrm>
        </p:spPr>
        <p:txBody>
          <a:bodyPr/>
          <a:lstStyle/>
          <a:p>
            <a:r>
              <a:rPr lang="en-US" dirty="0"/>
              <a:t>Click to add Disclaimer</a:t>
            </a:r>
          </a:p>
        </p:txBody>
      </p:sp>
      <p:sp>
        <p:nvSpPr>
          <p:cNvPr id="4" name="Text Placeholder 3">
            <a:extLst>
              <a:ext uri="{FF2B5EF4-FFF2-40B4-BE49-F238E27FC236}">
                <a16:creationId xmlns:a16="http://schemas.microsoft.com/office/drawing/2014/main" id="{1AB141D5-B3CD-A333-AD2B-F98B2A8AE7EE}"/>
              </a:ext>
            </a:extLst>
          </p:cNvPr>
          <p:cNvSpPr>
            <a:spLocks noGrp="1"/>
          </p:cNvSpPr>
          <p:nvPr>
            <p:ph type="body" sz="quarter" idx="10"/>
          </p:nvPr>
        </p:nvSpPr>
        <p:spPr>
          <a:xfrm>
            <a:off x="504824" y="1285876"/>
            <a:ext cx="11181959" cy="3429000"/>
          </a:xfrm>
        </p:spPr>
        <p:txBody>
          <a:bodyPr/>
          <a:lstStyle>
            <a:lvl1pPr>
              <a:defRPr sz="900"/>
            </a:lvl1pPr>
            <a:lvl2pPr marL="0" indent="0">
              <a:buNone/>
              <a:defRPr/>
            </a:lvl2pPr>
          </a:lstStyle>
          <a:p>
            <a:pPr lvl="0"/>
            <a:r>
              <a:rPr lang="en-US"/>
              <a:t>Click to edit Master text styles</a:t>
            </a:r>
          </a:p>
        </p:txBody>
      </p:sp>
      <p:sp>
        <p:nvSpPr>
          <p:cNvPr id="5" name="Text Placeholder 3">
            <a:extLst>
              <a:ext uri="{FF2B5EF4-FFF2-40B4-BE49-F238E27FC236}">
                <a16:creationId xmlns:a16="http://schemas.microsoft.com/office/drawing/2014/main" id="{102D895C-5063-8070-FCFD-8146FD0078AE}"/>
              </a:ext>
            </a:extLst>
          </p:cNvPr>
          <p:cNvSpPr>
            <a:spLocks noGrp="1"/>
          </p:cNvSpPr>
          <p:nvPr>
            <p:ph type="body" sz="quarter" idx="11" hasCustomPrompt="1"/>
          </p:nvPr>
        </p:nvSpPr>
        <p:spPr>
          <a:xfrm>
            <a:off x="504824" y="5143503"/>
            <a:ext cx="4038601" cy="857248"/>
          </a:xfrm>
        </p:spPr>
        <p:txBody>
          <a:bodyPr/>
          <a:lstStyle>
            <a:lvl1pPr>
              <a:spcBef>
                <a:spcPts val="0"/>
              </a:spcBef>
              <a:defRPr sz="800">
                <a:latin typeface="Arial" panose="020B0604020202020204" pitchFamily="34" charset="0"/>
                <a:cs typeface="Arial" panose="020B0604020202020204" pitchFamily="34" charset="0"/>
              </a:defRPr>
            </a:lvl1pPr>
            <a:lvl2pPr marL="0" indent="0">
              <a:buNone/>
              <a:defRPr/>
            </a:lvl2pPr>
          </a:lstStyle>
          <a:p>
            <a:r>
              <a:rPr lang="en-US" dirty="0"/>
              <a:t>State Street Corporation</a:t>
            </a:r>
            <a:br>
              <a:rPr lang="en-US" dirty="0"/>
            </a:br>
            <a:r>
              <a:rPr lang="en-US" b="0" dirty="0"/>
              <a:t>One Lincoln Street, Boston, MA 02111-2900</a:t>
            </a:r>
            <a:br>
              <a:rPr lang="en-US" b="0" dirty="0"/>
            </a:br>
            <a:r>
              <a:rPr lang="en-US" b="0" dirty="0"/>
              <a:t>© 2023 State Street Corporation and/or its applicable third-party licensor</a:t>
            </a:r>
            <a:br>
              <a:rPr lang="en-US" b="0" dirty="0"/>
            </a:br>
            <a:r>
              <a:rPr lang="en-US" b="0" dirty="0"/>
              <a:t>All Rights Reserved</a:t>
            </a:r>
            <a:br>
              <a:rPr lang="en-US" b="0" dirty="0"/>
            </a:br>
            <a:r>
              <a:rPr lang="en-US" b="0" dirty="0"/>
              <a:t>Expiration date: [date]</a:t>
            </a:r>
          </a:p>
        </p:txBody>
      </p:sp>
    </p:spTree>
    <p:extLst>
      <p:ext uri="{BB962C8B-B14F-4D97-AF65-F5344CB8AC3E}">
        <p14:creationId xmlns:p14="http://schemas.microsoft.com/office/powerpoint/2010/main" val="384295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End Page">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89D7CBE-6B34-7B1D-333E-E258C6E011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9824" y="2820924"/>
            <a:ext cx="4452353" cy="1216152"/>
          </a:xfrm>
          <a:prstGeom prst="rect">
            <a:avLst/>
          </a:prstGeom>
        </p:spPr>
      </p:pic>
      <p:sp useBgFill="1">
        <p:nvSpPr>
          <p:cNvPr id="2" name="Rectangle 1">
            <a:extLst>
              <a:ext uri="{FF2B5EF4-FFF2-40B4-BE49-F238E27FC236}">
                <a16:creationId xmlns:a16="http://schemas.microsoft.com/office/drawing/2014/main" id="{AD2AF3E4-D688-E99D-B778-6DA5BAB6BE02}"/>
              </a:ext>
            </a:extLst>
          </p:cNvPr>
          <p:cNvSpPr/>
          <p:nvPr/>
        </p:nvSpPr>
        <p:spPr>
          <a:xfrm>
            <a:off x="9926877" y="6365379"/>
            <a:ext cx="2265122"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Inter"/>
              <a:ea typeface="+mn-ea"/>
              <a:cs typeface="+mn-cs"/>
            </a:endParaRPr>
          </a:p>
        </p:txBody>
      </p:sp>
      <p:sp>
        <p:nvSpPr>
          <p:cNvPr id="3" name="Footer Placeholder 2">
            <a:extLst>
              <a:ext uri="{FF2B5EF4-FFF2-40B4-BE49-F238E27FC236}">
                <a16:creationId xmlns:a16="http://schemas.microsoft.com/office/drawing/2014/main" id="{A3C619D0-8BCA-CEC7-2874-F7AEECBC9D65}"/>
              </a:ext>
            </a:extLst>
          </p:cNvPr>
          <p:cNvSpPr>
            <a:spLocks noGrp="1"/>
          </p:cNvSpPr>
          <p:nvPr>
            <p:ph type="ftr" sz="quarter" idx="10"/>
          </p:nvPr>
        </p:nvSpPr>
        <p:spPr>
          <a:xfrm>
            <a:off x="3279862" y="6572103"/>
            <a:ext cx="4114800" cy="13849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20B5B"/>
                </a:solidFill>
                <a:effectLst/>
                <a:uLnTx/>
                <a:uFillTx/>
                <a:latin typeface="Arial" panose="020B0604020202020204" pitchFamily="34" charset="0"/>
                <a:ea typeface="+mn-ea"/>
                <a:cs typeface="Arial" panose="020B0604020202020204" pitchFamily="34" charset="0"/>
              </a:rPr>
              <a:t>XXXXXXX.X.X.GBL.INST</a:t>
            </a:r>
          </a:p>
        </p:txBody>
      </p:sp>
    </p:spTree>
    <p:extLst>
      <p:ext uri="{BB962C8B-B14F-4D97-AF65-F5344CB8AC3E}">
        <p14:creationId xmlns:p14="http://schemas.microsoft.com/office/powerpoint/2010/main" val="909453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Slide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D3C4E71-4AC6-0E8C-4C97-E14713F914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1407" y="561107"/>
            <a:ext cx="2276391" cy="621792"/>
          </a:xfrm>
          <a:prstGeom prst="rect">
            <a:avLst/>
          </a:prstGeom>
        </p:spPr>
      </p:pic>
      <p:sp useBgFill="1">
        <p:nvSpPr>
          <p:cNvPr id="4" name="Rectangle 3">
            <a:extLst>
              <a:ext uri="{FF2B5EF4-FFF2-40B4-BE49-F238E27FC236}">
                <a16:creationId xmlns:a16="http://schemas.microsoft.com/office/drawing/2014/main" id="{246D5555-422E-C626-52E5-3EA335AFD2B8}"/>
              </a:ext>
            </a:extLst>
          </p:cNvPr>
          <p:cNvSpPr/>
          <p:nvPr/>
        </p:nvSpPr>
        <p:spPr>
          <a:xfrm>
            <a:off x="9394525" y="6365385"/>
            <a:ext cx="2797479"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B9757527-F68B-452C-85A9-A7EB38F0EA5E}"/>
              </a:ext>
            </a:extLst>
          </p:cNvPr>
          <p:cNvSpPr>
            <a:spLocks noGrp="1"/>
          </p:cNvSpPr>
          <p:nvPr>
            <p:ph type="ctrTitle"/>
          </p:nvPr>
        </p:nvSpPr>
        <p:spPr>
          <a:xfrm>
            <a:off x="511403" y="2034727"/>
            <a:ext cx="5760720" cy="3108960"/>
          </a:xfrm>
        </p:spPr>
        <p:txBody>
          <a:bodyPr anchor="t">
            <a:normAutofit/>
          </a:bodyPr>
          <a:lstStyle>
            <a:lvl1pPr algn="l">
              <a:lnSpc>
                <a:spcPct val="84000"/>
              </a:lnSpc>
              <a:defRPr sz="6000">
                <a:solidFill>
                  <a:schemeClr val="tx2"/>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CC0A3912-2609-473F-95E6-4D6F5BBB7B8B}"/>
              </a:ext>
            </a:extLst>
          </p:cNvPr>
          <p:cNvSpPr>
            <a:spLocks noGrp="1"/>
          </p:cNvSpPr>
          <p:nvPr>
            <p:ph type="subTitle" idx="1"/>
          </p:nvPr>
        </p:nvSpPr>
        <p:spPr>
          <a:xfrm>
            <a:off x="511404" y="5287505"/>
            <a:ext cx="5760720" cy="457200"/>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10" name="Text Placeholder 2">
            <a:extLst>
              <a:ext uri="{FF2B5EF4-FFF2-40B4-BE49-F238E27FC236}">
                <a16:creationId xmlns:a16="http://schemas.microsoft.com/office/drawing/2014/main" id="{0E63434A-9FBF-5C34-D829-DD738B61DF43}"/>
              </a:ext>
            </a:extLst>
          </p:cNvPr>
          <p:cNvSpPr>
            <a:spLocks noGrp="1"/>
          </p:cNvSpPr>
          <p:nvPr>
            <p:ph type="body" idx="10" hasCustomPrompt="1"/>
          </p:nvPr>
        </p:nvSpPr>
        <p:spPr>
          <a:xfrm>
            <a:off x="511404" y="6080766"/>
            <a:ext cx="5760720" cy="284619"/>
          </a:xfrm>
        </p:spPr>
        <p:txBody>
          <a:bodyPr/>
          <a:lstStyle>
            <a:lvl1pPr marL="0" indent="0">
              <a:spcBef>
                <a:spcPts val="0"/>
              </a:spcBef>
              <a:buNone/>
              <a:defRPr sz="1600" b="0">
                <a:solidFill>
                  <a:schemeClr val="tx2"/>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date</a:t>
            </a:r>
          </a:p>
        </p:txBody>
      </p:sp>
      <p:sp>
        <p:nvSpPr>
          <p:cNvPr id="5" name="Footer Placeholder 4">
            <a:extLst>
              <a:ext uri="{FF2B5EF4-FFF2-40B4-BE49-F238E27FC236}">
                <a16:creationId xmlns:a16="http://schemas.microsoft.com/office/drawing/2014/main" id="{569A1279-8DAB-50EF-7733-08609C6FD308}"/>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1024510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type="secHead" preserve="1">
  <p:cSld name="Divider">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CBDC-DCC7-4958-A904-125BBE5AAC77}"/>
              </a:ext>
            </a:extLst>
          </p:cNvPr>
          <p:cNvSpPr>
            <a:spLocks noGrp="1"/>
          </p:cNvSpPr>
          <p:nvPr>
            <p:ph type="title" hasCustomPrompt="1"/>
          </p:nvPr>
        </p:nvSpPr>
        <p:spPr>
          <a:xfrm>
            <a:off x="513569" y="1"/>
            <a:ext cx="9744859" cy="3749039"/>
          </a:xfrm>
        </p:spPr>
        <p:txBody>
          <a:bodyPr anchor="b">
            <a:noAutofit/>
          </a:bodyPr>
          <a:lstStyle>
            <a:lvl1pPr>
              <a:lnSpc>
                <a:spcPct val="113000"/>
              </a:lnSpc>
              <a:defRPr sz="10000"/>
            </a:lvl1pPr>
          </a:lstStyle>
          <a:p>
            <a:r>
              <a:rPr lang="en-US"/>
              <a:t>Divider title</a:t>
            </a:r>
            <a:endParaRPr lang="en-GB"/>
          </a:p>
        </p:txBody>
      </p:sp>
      <p:sp>
        <p:nvSpPr>
          <p:cNvPr id="3" name="Text Placeholder 2">
            <a:extLst>
              <a:ext uri="{FF2B5EF4-FFF2-40B4-BE49-F238E27FC236}">
                <a16:creationId xmlns:a16="http://schemas.microsoft.com/office/drawing/2014/main" id="{973F7FB6-810E-4116-8A6F-C39CE82A8C55}"/>
              </a:ext>
            </a:extLst>
          </p:cNvPr>
          <p:cNvSpPr>
            <a:spLocks noGrp="1"/>
          </p:cNvSpPr>
          <p:nvPr>
            <p:ph type="body" idx="1"/>
          </p:nvPr>
        </p:nvSpPr>
        <p:spPr>
          <a:xfrm>
            <a:off x="513569" y="4164911"/>
            <a:ext cx="9744859" cy="557407"/>
          </a:xfrm>
        </p:spPr>
        <p:txBody>
          <a:bodyPr/>
          <a:lstStyle>
            <a:lvl1pPr marL="0" indent="0">
              <a:spcBef>
                <a:spcPts val="0"/>
              </a:spcBef>
              <a:buNone/>
              <a:defRPr sz="1600">
                <a:solidFill>
                  <a:schemeClr val="tx2"/>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Footer Placeholder 3">
            <a:extLst>
              <a:ext uri="{FF2B5EF4-FFF2-40B4-BE49-F238E27FC236}">
                <a16:creationId xmlns:a16="http://schemas.microsoft.com/office/drawing/2014/main" id="{CDADDFFA-1175-AE1E-0D2D-B2001B4D2ECB}"/>
              </a:ext>
            </a:extLst>
          </p:cNvPr>
          <p:cNvSpPr>
            <a:spLocks noGrp="1"/>
          </p:cNvSpPr>
          <p:nvPr>
            <p:ph type="ftr" sz="quarter" idx="10"/>
          </p:nvPr>
        </p:nvSpPr>
        <p:spPr/>
        <p:txBody>
          <a:bodyPr/>
          <a:lstStyle/>
          <a:p>
            <a:r>
              <a:rPr lang="en-US"/>
              <a:t>XXXXXXX.X.X.GBL.INST</a:t>
            </a:r>
          </a:p>
        </p:txBody>
      </p:sp>
    </p:spTree>
    <p:extLst>
      <p:ext uri="{BB962C8B-B14F-4D97-AF65-F5344CB8AC3E}">
        <p14:creationId xmlns:p14="http://schemas.microsoft.com/office/powerpoint/2010/main" val="1357490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1AEF-69B2-CA82-551F-9DE3C21AD455}"/>
              </a:ext>
            </a:extLst>
          </p:cNvPr>
          <p:cNvSpPr>
            <a:spLocks noGrp="1"/>
          </p:cNvSpPr>
          <p:nvPr>
            <p:ph type="title" hasCustomPrompt="1"/>
          </p:nvPr>
        </p:nvSpPr>
        <p:spPr>
          <a:xfrm>
            <a:off x="504825" y="2635256"/>
            <a:ext cx="4038600" cy="1285875"/>
          </a:xfrm>
        </p:spPr>
        <p:txBody>
          <a:bodyPr anchor="ctr"/>
          <a:lstStyle>
            <a:lvl1pPr>
              <a:defRPr sz="10000">
                <a:solidFill>
                  <a:schemeClr val="tx2"/>
                </a:solidFill>
              </a:defRPr>
            </a:lvl1pPr>
          </a:lstStyle>
          <a:p>
            <a:r>
              <a:rPr lang="en-US"/>
              <a:t>Agenda</a:t>
            </a:r>
          </a:p>
        </p:txBody>
      </p:sp>
      <p:sp>
        <p:nvSpPr>
          <p:cNvPr id="4" name="Text Placeholder 4">
            <a:extLst>
              <a:ext uri="{FF2B5EF4-FFF2-40B4-BE49-F238E27FC236}">
                <a16:creationId xmlns:a16="http://schemas.microsoft.com/office/drawing/2014/main" id="{4032E69C-4E35-2824-60E7-2A7B276C2703}"/>
              </a:ext>
            </a:extLst>
          </p:cNvPr>
          <p:cNvSpPr>
            <a:spLocks noGrp="1"/>
          </p:cNvSpPr>
          <p:nvPr>
            <p:ph type="body" sz="quarter" idx="10" hasCustomPrompt="1"/>
          </p:nvPr>
        </p:nvSpPr>
        <p:spPr>
          <a:xfrm>
            <a:off x="4789493" y="857254"/>
            <a:ext cx="6897687" cy="5143499"/>
          </a:xfrm>
        </p:spPr>
        <p:txBody>
          <a:bodyPr anchor="ctr">
            <a:normAutofit/>
          </a:bodyPr>
          <a:lstStyle>
            <a:lvl1pPr>
              <a:spcBef>
                <a:spcPts val="600"/>
              </a:spcBef>
              <a:defRPr sz="2000" b="0">
                <a:solidFill>
                  <a:schemeClr val="tx2"/>
                </a:solidFill>
              </a:defRPr>
            </a:lvl1pPr>
            <a:lvl2pPr marL="0" indent="0">
              <a:buNone/>
              <a:defRPr/>
            </a:lvl2pPr>
          </a:lstStyle>
          <a:p>
            <a:r>
              <a:rPr lang="en-US"/>
              <a:t>This is for presentations with many sections</a:t>
            </a:r>
            <a:br>
              <a:rPr lang="en-US"/>
            </a:br>
            <a:r>
              <a:rPr lang="en-US"/>
              <a:t>Keep your section names short (one line)</a:t>
            </a:r>
            <a:br>
              <a:rPr lang="en-US"/>
            </a:br>
            <a:r>
              <a:rPr lang="en-US"/>
              <a:t>Line item three</a:t>
            </a:r>
            <a:br>
              <a:rPr lang="en-US"/>
            </a:br>
            <a:r>
              <a:rPr lang="en-US"/>
              <a:t>Line item four</a:t>
            </a:r>
            <a:br>
              <a:rPr lang="en-US"/>
            </a:br>
            <a:r>
              <a:rPr lang="en-US"/>
              <a:t>Line item five</a:t>
            </a:r>
            <a:br>
              <a:rPr lang="en-US"/>
            </a:br>
            <a:r>
              <a:rPr lang="en-US"/>
              <a:t>Line item six</a:t>
            </a:r>
            <a:br>
              <a:rPr lang="en-US"/>
            </a:br>
            <a:r>
              <a:rPr lang="en-US"/>
              <a:t>Line item seven</a:t>
            </a:r>
            <a:br>
              <a:rPr lang="en-US"/>
            </a:br>
            <a:r>
              <a:rPr lang="en-US"/>
              <a:t>Line item eight</a:t>
            </a:r>
          </a:p>
        </p:txBody>
      </p:sp>
      <p:sp>
        <p:nvSpPr>
          <p:cNvPr id="3" name="Footer Placeholder 2">
            <a:extLst>
              <a:ext uri="{FF2B5EF4-FFF2-40B4-BE49-F238E27FC236}">
                <a16:creationId xmlns:a16="http://schemas.microsoft.com/office/drawing/2014/main" id="{81CBDA59-651B-FB0B-D5E0-8A6243F8F1B8}"/>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193434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Agenda Intr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9" cy="683128"/>
          </a:xfrm>
        </p:spPr>
        <p:txBody>
          <a:bodyPr/>
          <a:lstStyle>
            <a:lvl1pPr>
              <a:defRPr sz="4600"/>
            </a:lvl1pPr>
          </a:lstStyle>
          <a:p>
            <a:r>
              <a:rPr lang="en-US"/>
              <a:t>Click to add agenda</a:t>
            </a:r>
          </a:p>
        </p:txBody>
      </p:sp>
      <p:sp>
        <p:nvSpPr>
          <p:cNvPr id="5" name="Text Placeholder 4">
            <a:extLst>
              <a:ext uri="{FF2B5EF4-FFF2-40B4-BE49-F238E27FC236}">
                <a16:creationId xmlns:a16="http://schemas.microsoft.com/office/drawing/2014/main" id="{638A5F80-900F-76AF-4129-332041060194}"/>
              </a:ext>
            </a:extLst>
          </p:cNvPr>
          <p:cNvSpPr>
            <a:spLocks noGrp="1"/>
          </p:cNvSpPr>
          <p:nvPr>
            <p:ph type="body" sz="quarter" idx="10" hasCustomPrompt="1"/>
          </p:nvPr>
        </p:nvSpPr>
        <p:spPr>
          <a:xfrm>
            <a:off x="504825" y="1285875"/>
            <a:ext cx="8324851" cy="1714500"/>
          </a:xfrm>
        </p:spPr>
        <p:txBody>
          <a:bodyPr/>
          <a:lstStyle>
            <a:lvl1pPr>
              <a:spcBef>
                <a:spcPts val="600"/>
              </a:spcBef>
              <a:defRPr sz="2000" b="0">
                <a:solidFill>
                  <a:schemeClr val="tx2"/>
                </a:solidFill>
              </a:defRPr>
            </a:lvl1pPr>
            <a:lvl2pPr marL="0" indent="0">
              <a:buNone/>
              <a:defRPr/>
            </a:lvl2pPr>
          </a:lstStyle>
          <a:p>
            <a:r>
              <a:rPr lang="en-US"/>
              <a:t>This is a combined agenda</a:t>
            </a:r>
            <a:br>
              <a:rPr lang="en-US"/>
            </a:br>
            <a:r>
              <a:rPr lang="en-US"/>
              <a:t>Large lines are for presentation sections</a:t>
            </a:r>
            <a:br>
              <a:rPr lang="en-US"/>
            </a:br>
            <a:r>
              <a:rPr lang="en-US"/>
              <a:t>Keep your section names short (one line)</a:t>
            </a:r>
            <a:br>
              <a:rPr lang="en-US"/>
            </a:br>
            <a:r>
              <a:rPr lang="en-US"/>
              <a:t>Maximum four sections</a:t>
            </a:r>
          </a:p>
        </p:txBody>
      </p:sp>
      <p:sp>
        <p:nvSpPr>
          <p:cNvPr id="3" name="Footer Placeholder 2">
            <a:extLst>
              <a:ext uri="{FF2B5EF4-FFF2-40B4-BE49-F238E27FC236}">
                <a16:creationId xmlns:a16="http://schemas.microsoft.com/office/drawing/2014/main" id="{8AEA97E1-80C0-5B07-9551-2AACEB3AEA87}"/>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2108467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Agenda Lo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9" cy="683128"/>
          </a:xfrm>
        </p:spPr>
        <p:txBody>
          <a:bodyPr/>
          <a:lstStyle>
            <a:lvl1pPr>
              <a:defRPr sz="4600"/>
            </a:lvl1pPr>
          </a:lstStyle>
          <a:p>
            <a:r>
              <a:rPr lang="en-US"/>
              <a:t>Click to add agenda</a:t>
            </a:r>
          </a:p>
        </p:txBody>
      </p:sp>
      <p:sp>
        <p:nvSpPr>
          <p:cNvPr id="6" name="Table Placeholder 5">
            <a:extLst>
              <a:ext uri="{FF2B5EF4-FFF2-40B4-BE49-F238E27FC236}">
                <a16:creationId xmlns:a16="http://schemas.microsoft.com/office/drawing/2014/main" id="{63A86495-008D-CE05-04FB-E43BCCB8C6A0}"/>
              </a:ext>
            </a:extLst>
          </p:cNvPr>
          <p:cNvSpPr>
            <a:spLocks noGrp="1"/>
          </p:cNvSpPr>
          <p:nvPr>
            <p:ph type="tbl" sz="quarter" idx="10"/>
          </p:nvPr>
        </p:nvSpPr>
        <p:spPr>
          <a:xfrm>
            <a:off x="504828" y="1714503"/>
            <a:ext cx="11183937" cy="3857625"/>
          </a:xfrm>
        </p:spPr>
        <p:txBody>
          <a:bodyPr/>
          <a:lstStyle>
            <a:lvl1pPr>
              <a:defRPr b="0">
                <a:solidFill>
                  <a:schemeClr val="tx2"/>
                </a:solidFill>
              </a:defRPr>
            </a:lvl1pPr>
          </a:lstStyle>
          <a:p>
            <a:r>
              <a:rPr lang="en-US"/>
              <a:t>Click icon to add table</a:t>
            </a:r>
          </a:p>
        </p:txBody>
      </p:sp>
      <p:sp>
        <p:nvSpPr>
          <p:cNvPr id="3" name="Footer Placeholder 2">
            <a:extLst>
              <a:ext uri="{FF2B5EF4-FFF2-40B4-BE49-F238E27FC236}">
                <a16:creationId xmlns:a16="http://schemas.microsoft.com/office/drawing/2014/main" id="{5482D7F3-03DE-3D3C-4ECF-525BAC203CE9}"/>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2033209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C087C-ADC7-471D-9779-65728514A9D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329DDF-1E90-40B7-97C4-3D8294054120}"/>
              </a:ext>
            </a:extLst>
          </p:cNvPr>
          <p:cNvSpPr>
            <a:spLocks noGrp="1"/>
          </p:cNvSpPr>
          <p:nvPr>
            <p:ph idx="1"/>
          </p:nvPr>
        </p:nvSpPr>
        <p:spPr>
          <a:xfrm>
            <a:off x="504825" y="1828800"/>
            <a:ext cx="8324851"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ubtitle 2">
            <a:extLst>
              <a:ext uri="{FF2B5EF4-FFF2-40B4-BE49-F238E27FC236}">
                <a16:creationId xmlns:a16="http://schemas.microsoft.com/office/drawing/2014/main" id="{E3B2E980-01D0-B782-7A89-5A8F604732F6}"/>
              </a:ext>
            </a:extLst>
          </p:cNvPr>
          <p:cNvSpPr>
            <a:spLocks noGrp="1"/>
          </p:cNvSpPr>
          <p:nvPr>
            <p:ph type="subTitle" idx="10"/>
          </p:nvPr>
        </p:nvSpPr>
        <p:spPr>
          <a:xfrm>
            <a:off x="504825" y="1285875"/>
            <a:ext cx="11183939" cy="299434"/>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Text Placeholder 3">
            <a:extLst>
              <a:ext uri="{FF2B5EF4-FFF2-40B4-BE49-F238E27FC236}">
                <a16:creationId xmlns:a16="http://schemas.microsoft.com/office/drawing/2014/main" id="{5CE38D2A-2D5B-B784-0C2A-ADF6CEE58EAE}"/>
              </a:ext>
            </a:extLst>
          </p:cNvPr>
          <p:cNvSpPr>
            <a:spLocks noGrp="1"/>
          </p:cNvSpPr>
          <p:nvPr>
            <p:ph type="body" sz="half" idx="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4" name="Footer Placeholder 3">
            <a:extLst>
              <a:ext uri="{FF2B5EF4-FFF2-40B4-BE49-F238E27FC236}">
                <a16:creationId xmlns:a16="http://schemas.microsoft.com/office/drawing/2014/main" id="{BB0828B8-589D-6EEF-2762-373603DB1CB6}"/>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1465629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8" y="1828800"/>
            <a:ext cx="5467351"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41" y="1828800"/>
            <a:ext cx="5467351"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Text Placeholder 3">
            <a:extLst>
              <a:ext uri="{FF2B5EF4-FFF2-40B4-BE49-F238E27FC236}">
                <a16:creationId xmlns:a16="http://schemas.microsoft.com/office/drawing/2014/main" id="{4508E9B8-AF29-A6AE-3A3A-43D51D2203CE}"/>
              </a:ext>
            </a:extLst>
          </p:cNvPr>
          <p:cNvSpPr>
            <a:spLocks noGrp="1"/>
          </p:cNvSpPr>
          <p:nvPr>
            <p:ph type="body" sz="half" idx="11"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7" name="Footer Placeholder 6">
            <a:extLst>
              <a:ext uri="{FF2B5EF4-FFF2-40B4-BE49-F238E27FC236}">
                <a16:creationId xmlns:a16="http://schemas.microsoft.com/office/drawing/2014/main" id="{C3282214-2EC4-58D1-6FDE-0915FFF73104}"/>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3454101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2642B4-0CC8-4104-857F-4836973BD33E}"/>
              </a:ext>
            </a:extLst>
          </p:cNvPr>
          <p:cNvSpPr>
            <a:spLocks noGrp="1"/>
          </p:cNvSpPr>
          <p:nvPr>
            <p:ph type="body" idx="1"/>
          </p:nvPr>
        </p:nvSpPr>
        <p:spPr>
          <a:xfrm>
            <a:off x="504828" y="1828800"/>
            <a:ext cx="5467349" cy="361950"/>
          </a:xfrm>
        </p:spPr>
        <p:txBody>
          <a:bodyPr anchor="t"/>
          <a:lstStyle>
            <a:lvl1pPr marL="0" indent="0">
              <a:spcBef>
                <a:spcPts val="0"/>
              </a:spcBef>
              <a:buNone/>
              <a:defRPr sz="1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8BF76D-D5E1-4698-9C97-D58273F22DF9}"/>
              </a:ext>
            </a:extLst>
          </p:cNvPr>
          <p:cNvSpPr>
            <a:spLocks noGrp="1"/>
          </p:cNvSpPr>
          <p:nvPr>
            <p:ph sz="half" idx="2"/>
          </p:nvPr>
        </p:nvSpPr>
        <p:spPr>
          <a:xfrm>
            <a:off x="504828" y="2263302"/>
            <a:ext cx="5467351"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FAA2066-1D7A-4CFB-A042-5BC8A31E9675}"/>
              </a:ext>
            </a:extLst>
          </p:cNvPr>
          <p:cNvSpPr>
            <a:spLocks noGrp="1"/>
          </p:cNvSpPr>
          <p:nvPr>
            <p:ph type="body" sz="quarter" idx="3"/>
          </p:nvPr>
        </p:nvSpPr>
        <p:spPr>
          <a:xfrm>
            <a:off x="6219827" y="1828800"/>
            <a:ext cx="5467348" cy="361950"/>
          </a:xfrm>
        </p:spPr>
        <p:txBody>
          <a:bodyPr anchor="t"/>
          <a:lstStyle>
            <a:lvl1pPr marL="0" indent="0">
              <a:spcBef>
                <a:spcPts val="0"/>
              </a:spcBef>
              <a:buNone/>
              <a:defRPr sz="1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6676E0-66A1-4897-A9E9-A45BA6558473}"/>
              </a:ext>
            </a:extLst>
          </p:cNvPr>
          <p:cNvSpPr>
            <a:spLocks noGrp="1"/>
          </p:cNvSpPr>
          <p:nvPr>
            <p:ph sz="quarter" idx="4"/>
          </p:nvPr>
        </p:nvSpPr>
        <p:spPr>
          <a:xfrm>
            <a:off x="6219827" y="2263302"/>
            <a:ext cx="5467348"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57025606-624F-386A-F3F1-DDEF7049F912}"/>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E8F851E7-8143-E09D-9CBA-C39D2AFD816C}"/>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2" name="Text Placeholder 3">
            <a:extLst>
              <a:ext uri="{FF2B5EF4-FFF2-40B4-BE49-F238E27FC236}">
                <a16:creationId xmlns:a16="http://schemas.microsoft.com/office/drawing/2014/main" id="{EB572AE9-B92E-A247-B3ED-74E0C5870284}"/>
              </a:ext>
            </a:extLst>
          </p:cNvPr>
          <p:cNvSpPr>
            <a:spLocks noGrp="1"/>
          </p:cNvSpPr>
          <p:nvPr>
            <p:ph type="body" sz="half" idx="11"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9" name="Footer Placeholder 8">
            <a:extLst>
              <a:ext uri="{FF2B5EF4-FFF2-40B4-BE49-F238E27FC236}">
                <a16:creationId xmlns:a16="http://schemas.microsoft.com/office/drawing/2014/main" id="{0DB28C47-396A-4E5D-D378-5A6A17DB48A6}"/>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1078632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4313239"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8121652" y="1828800"/>
            <a:ext cx="3567112"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3">
            <a:extLst>
              <a:ext uri="{FF2B5EF4-FFF2-40B4-BE49-F238E27FC236}">
                <a16:creationId xmlns:a16="http://schemas.microsoft.com/office/drawing/2014/main" id="{A605323A-761D-AC55-FFA5-1A9B9A30BEBC}"/>
              </a:ext>
            </a:extLst>
          </p:cNvPr>
          <p:cNvSpPr>
            <a:spLocks noGrp="1"/>
          </p:cNvSpPr>
          <p:nvPr>
            <p:ph type="body" sz="half" idx="1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8" name="Footer Placeholder 7">
            <a:extLst>
              <a:ext uri="{FF2B5EF4-FFF2-40B4-BE49-F238E27FC236}">
                <a16:creationId xmlns:a16="http://schemas.microsoft.com/office/drawing/2014/main" id="{6EADC917-1F4D-9AA2-10B4-34ECA961C6F8}"/>
              </a:ext>
            </a:extLst>
          </p:cNvPr>
          <p:cNvSpPr>
            <a:spLocks noGrp="1"/>
          </p:cNvSpPr>
          <p:nvPr>
            <p:ph type="ftr" sz="quarter" idx="13"/>
          </p:nvPr>
        </p:nvSpPr>
        <p:spPr/>
        <p:txBody>
          <a:bodyPr/>
          <a:lstStyle/>
          <a:p>
            <a:r>
              <a:rPr lang="en-US"/>
              <a:t>XXXXXXX.X.X.GBL.INST</a:t>
            </a:r>
          </a:p>
        </p:txBody>
      </p:sp>
    </p:spTree>
    <p:extLst>
      <p:ext uri="{BB962C8B-B14F-4D97-AF65-F5344CB8AC3E}">
        <p14:creationId xmlns:p14="http://schemas.microsoft.com/office/powerpoint/2010/main" val="4211869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3362325" y="1828800"/>
            <a:ext cx="2609851"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6218237" y="1828800"/>
            <a:ext cx="2609851"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3">
            <a:extLst>
              <a:ext uri="{FF2B5EF4-FFF2-40B4-BE49-F238E27FC236}">
                <a16:creationId xmlns:a16="http://schemas.microsoft.com/office/drawing/2014/main" id="{4A1C3E2B-A6B8-CD6F-8EE4-ACF923A19FAF}"/>
              </a:ext>
            </a:extLst>
          </p:cNvPr>
          <p:cNvSpPr>
            <a:spLocks noGrp="1"/>
          </p:cNvSpPr>
          <p:nvPr>
            <p:ph sz="half" idx="12"/>
          </p:nvPr>
        </p:nvSpPr>
        <p:spPr>
          <a:xfrm>
            <a:off x="9077325"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3">
            <a:extLst>
              <a:ext uri="{FF2B5EF4-FFF2-40B4-BE49-F238E27FC236}">
                <a16:creationId xmlns:a16="http://schemas.microsoft.com/office/drawing/2014/main" id="{3AC471FE-4E6F-207A-F6B0-9B773955F24F}"/>
              </a:ext>
            </a:extLst>
          </p:cNvPr>
          <p:cNvSpPr>
            <a:spLocks noGrp="1"/>
          </p:cNvSpPr>
          <p:nvPr>
            <p:ph type="body" sz="half" idx="13"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8" name="Footer Placeholder 7">
            <a:extLst>
              <a:ext uri="{FF2B5EF4-FFF2-40B4-BE49-F238E27FC236}">
                <a16:creationId xmlns:a16="http://schemas.microsoft.com/office/drawing/2014/main" id="{F6275B4E-8A16-5B09-113B-A1457D892A57}"/>
              </a:ext>
            </a:extLst>
          </p:cNvPr>
          <p:cNvSpPr>
            <a:spLocks noGrp="1"/>
          </p:cNvSpPr>
          <p:nvPr>
            <p:ph type="ftr" sz="quarter" idx="14"/>
          </p:nvPr>
        </p:nvSpPr>
        <p:spPr/>
        <p:txBody>
          <a:bodyPr/>
          <a:lstStyle/>
          <a:p>
            <a:r>
              <a:rPr lang="en-US"/>
              <a:t>XXXXXXX.X.X.GBL.INST</a:t>
            </a:r>
          </a:p>
        </p:txBody>
      </p:sp>
    </p:spTree>
    <p:extLst>
      <p:ext uri="{BB962C8B-B14F-4D97-AF65-F5344CB8AC3E}">
        <p14:creationId xmlns:p14="http://schemas.microsoft.com/office/powerpoint/2010/main" val="110812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Content + Char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8" y="1828800"/>
            <a:ext cx="5467351"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41" y="428631"/>
            <a:ext cx="5467351" cy="557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8" y="1289310"/>
            <a:ext cx="5467351"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Title 5">
            <a:extLst>
              <a:ext uri="{FF2B5EF4-FFF2-40B4-BE49-F238E27FC236}">
                <a16:creationId xmlns:a16="http://schemas.microsoft.com/office/drawing/2014/main" id="{2A817094-1331-B2E1-2BF4-B435B1DD7B46}"/>
              </a:ext>
            </a:extLst>
          </p:cNvPr>
          <p:cNvSpPr>
            <a:spLocks noGrp="1"/>
          </p:cNvSpPr>
          <p:nvPr>
            <p:ph type="title"/>
          </p:nvPr>
        </p:nvSpPr>
        <p:spPr>
          <a:xfrm>
            <a:off x="504828" y="310896"/>
            <a:ext cx="5467351" cy="822960"/>
          </a:xfrm>
        </p:spPr>
        <p:txBody>
          <a:bodyPr/>
          <a:lstStyle/>
          <a:p>
            <a:r>
              <a:rPr lang="en-US"/>
              <a:t>Click to edit Master title style</a:t>
            </a:r>
          </a:p>
        </p:txBody>
      </p:sp>
      <p:sp>
        <p:nvSpPr>
          <p:cNvPr id="2" name="Text Placeholder 3">
            <a:extLst>
              <a:ext uri="{FF2B5EF4-FFF2-40B4-BE49-F238E27FC236}">
                <a16:creationId xmlns:a16="http://schemas.microsoft.com/office/drawing/2014/main" id="{7C89D5B4-7365-103E-16E3-D3504C1D2C06}"/>
              </a:ext>
            </a:extLst>
          </p:cNvPr>
          <p:cNvSpPr>
            <a:spLocks noGrp="1"/>
          </p:cNvSpPr>
          <p:nvPr>
            <p:ph type="body" sz="half" idx="11"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7" name="Footer Placeholder 6">
            <a:extLst>
              <a:ext uri="{FF2B5EF4-FFF2-40B4-BE49-F238E27FC236}">
                <a16:creationId xmlns:a16="http://schemas.microsoft.com/office/drawing/2014/main" id="{FB5D8A0F-B03F-B2E5-5B8B-D1210C31114F}"/>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995966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8922F-BA9F-4562-A612-00FB61040E0C}"/>
              </a:ext>
            </a:extLst>
          </p:cNvPr>
          <p:cNvSpPr>
            <a:spLocks noGrp="1"/>
          </p:cNvSpPr>
          <p:nvPr>
            <p:ph type="title"/>
          </p:nvPr>
        </p:nvSpPr>
        <p:spPr/>
        <p:txBody>
          <a:bodyPr/>
          <a:lstStyle/>
          <a:p>
            <a:r>
              <a:rPr lang="en-US"/>
              <a:t>Click to edit Master title style</a:t>
            </a:r>
            <a:endParaRPr lang="en-GB"/>
          </a:p>
        </p:txBody>
      </p:sp>
      <p:sp>
        <p:nvSpPr>
          <p:cNvPr id="3" name="Subtitle 2">
            <a:extLst>
              <a:ext uri="{FF2B5EF4-FFF2-40B4-BE49-F238E27FC236}">
                <a16:creationId xmlns:a16="http://schemas.microsoft.com/office/drawing/2014/main" id="{C191D88D-9FEA-1ECD-113E-E4DB8761DEBC}"/>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4" name="Text Placeholder 3">
            <a:extLst>
              <a:ext uri="{FF2B5EF4-FFF2-40B4-BE49-F238E27FC236}">
                <a16:creationId xmlns:a16="http://schemas.microsoft.com/office/drawing/2014/main" id="{A8393D59-44BF-1B93-A65A-4AB9A9A383D6}"/>
              </a:ext>
            </a:extLst>
          </p:cNvPr>
          <p:cNvSpPr>
            <a:spLocks noGrp="1"/>
          </p:cNvSpPr>
          <p:nvPr>
            <p:ph type="body" sz="half" idx="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5" name="Footer Placeholder 4">
            <a:extLst>
              <a:ext uri="{FF2B5EF4-FFF2-40B4-BE49-F238E27FC236}">
                <a16:creationId xmlns:a16="http://schemas.microsoft.com/office/drawing/2014/main" id="{EF7B56B3-64A8-DB7E-2704-E61C9048099F}"/>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2917766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09BFD6D-2212-5FD6-AB20-DE8D4A32845A}"/>
              </a:ext>
            </a:extLst>
          </p:cNvPr>
          <p:cNvSpPr>
            <a:spLocks noGrp="1"/>
          </p:cNvSpPr>
          <p:nvPr>
            <p:ph type="ftr" sz="quarter" idx="10"/>
          </p:nvPr>
        </p:nvSpPr>
        <p:spPr/>
        <p:txBody>
          <a:bodyPr/>
          <a:lstStyle/>
          <a:p>
            <a:r>
              <a:rPr lang="en-US"/>
              <a:t>XXXXXXX.X.X.GBL.INST</a:t>
            </a:r>
          </a:p>
        </p:txBody>
      </p:sp>
    </p:spTree>
    <p:extLst>
      <p:ext uri="{BB962C8B-B14F-4D97-AF65-F5344CB8AC3E}">
        <p14:creationId xmlns:p14="http://schemas.microsoft.com/office/powerpoint/2010/main" val="713462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Callout">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5" y="1285875"/>
            <a:ext cx="8324851" cy="4286250"/>
          </a:xfrm>
        </p:spPr>
        <p:txBody>
          <a:bodyPr anchor="ctr"/>
          <a:lstStyle>
            <a:lvl1pPr>
              <a:spcBef>
                <a:spcPts val="0"/>
              </a:spcBef>
              <a:defRPr sz="5600" b="0">
                <a:solidFill>
                  <a:schemeClr val="tx2"/>
                </a:solidFill>
                <a:latin typeface="+mj-lt"/>
              </a:defRPr>
            </a:lvl1pPr>
            <a:lvl2pPr marL="0" indent="0">
              <a:buNone/>
              <a:defRPr/>
            </a:lvl2pPr>
          </a:lstStyle>
          <a:p>
            <a:pPr lvl="0"/>
            <a:r>
              <a:rPr lang="en-US"/>
              <a:t>Callout text block should always align to the center vertically. Lorem ipsum dolor sit amet, consectetuer adipiscing </a:t>
            </a:r>
            <a:r>
              <a:rPr lang="en-US" err="1"/>
              <a:t>elit</a:t>
            </a:r>
            <a:r>
              <a:rPr lang="en-US"/>
              <a:t>.</a:t>
            </a:r>
          </a:p>
        </p:txBody>
      </p:sp>
      <p:sp>
        <p:nvSpPr>
          <p:cNvPr id="3" name="Footer Placeholder 2">
            <a:extLst>
              <a:ext uri="{FF2B5EF4-FFF2-40B4-BE49-F238E27FC236}">
                <a16:creationId xmlns:a16="http://schemas.microsoft.com/office/drawing/2014/main" id="{3BECCE4A-CBB2-B61C-3EC5-DC4741A27FB9}"/>
              </a:ext>
            </a:extLst>
          </p:cNvPr>
          <p:cNvSpPr>
            <a:spLocks noGrp="1"/>
          </p:cNvSpPr>
          <p:nvPr>
            <p:ph type="ftr" sz="quarter" idx="11"/>
          </p:nvPr>
        </p:nvSpPr>
        <p:spPr/>
        <p:txBody>
          <a:bodyPr/>
          <a:lstStyle>
            <a:lvl1pPr>
              <a:defRPr>
                <a:solidFill>
                  <a:schemeClr val="tx1"/>
                </a:solidFill>
              </a:defRPr>
            </a:lvl1pPr>
          </a:lstStyle>
          <a:p>
            <a:r>
              <a:rPr lang="en-US"/>
              <a:t>XXXXXXX.X.X.GBL.INST</a:t>
            </a:r>
          </a:p>
        </p:txBody>
      </p:sp>
    </p:spTree>
    <p:extLst>
      <p:ext uri="{BB962C8B-B14F-4D97-AF65-F5344CB8AC3E}">
        <p14:creationId xmlns:p14="http://schemas.microsoft.com/office/powerpoint/2010/main" val="4240767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Callout w/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hasCustomPrompt="1"/>
          </p:nvPr>
        </p:nvSpPr>
        <p:spPr>
          <a:xfrm>
            <a:off x="0" y="857250"/>
            <a:ext cx="12192000" cy="5143500"/>
          </a:xfrm>
          <a:solidFill>
            <a:schemeClr val="bg1">
              <a:lumMod val="95000"/>
            </a:schemeClr>
          </a:solidFill>
        </p:spPr>
        <p:txBody>
          <a:bodyPr/>
          <a:lstStyle>
            <a:lvl1pPr>
              <a:defRPr sz="1200" b="0">
                <a:solidFill>
                  <a:srgbClr val="FF0000"/>
                </a:solidFill>
              </a:defRPr>
            </a:lvl1pPr>
          </a:lstStyle>
          <a:p>
            <a:r>
              <a:rPr lang="en-US"/>
              <a:t>Right click picture placeholder &gt; Bring to Front. Drag picture to placeholder or click icon to add. Right click picture placeholder &gt;Sent to Back. </a:t>
            </a:r>
            <a:br>
              <a:rPr lang="en-US"/>
            </a:br>
            <a:r>
              <a:rPr lang="en-US"/>
              <a:t>NOTE: Select an image that relates to the presentation subject and aligns with the State Street image guidelines. Do not use more than one image.</a:t>
            </a:r>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5" y="1285879"/>
            <a:ext cx="8572499" cy="4286249"/>
          </a:xfrm>
        </p:spPr>
        <p:txBody>
          <a:bodyPr anchor="ctr"/>
          <a:lstStyle>
            <a:lvl1pPr>
              <a:spcBef>
                <a:spcPts val="0"/>
              </a:spcBef>
              <a:defRPr sz="5600" b="0">
                <a:solidFill>
                  <a:schemeClr val="tx2"/>
                </a:solidFill>
                <a:latin typeface="+mj-lt"/>
              </a:defRPr>
            </a:lvl1pPr>
            <a:lvl2pPr marL="0" indent="0">
              <a:buNone/>
              <a:defRPr/>
            </a:lvl2pPr>
          </a:lstStyle>
          <a:p>
            <a:pPr lvl="0"/>
            <a:r>
              <a:rPr lang="en-US"/>
              <a:t>Callout with background image. Text block should always align to the center vertically.</a:t>
            </a:r>
          </a:p>
        </p:txBody>
      </p:sp>
      <p:sp>
        <p:nvSpPr>
          <p:cNvPr id="2" name="Footer Placeholder 1">
            <a:extLst>
              <a:ext uri="{FF2B5EF4-FFF2-40B4-BE49-F238E27FC236}">
                <a16:creationId xmlns:a16="http://schemas.microsoft.com/office/drawing/2014/main" id="{488FD4BA-DFE8-4BE5-B443-912B7C397A28}"/>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2334577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Callout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a:t>Click icon to add picture</a:t>
            </a:r>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9" y="1285879"/>
            <a:ext cx="6896099" cy="4286249"/>
          </a:xfrm>
        </p:spPr>
        <p:txBody>
          <a:bodyPr anchor="ctr"/>
          <a:lstStyle>
            <a:lvl1pPr>
              <a:spcBef>
                <a:spcPts val="0"/>
              </a:spcBef>
              <a:defRPr sz="4000" b="0">
                <a:solidFill>
                  <a:schemeClr val="tx2"/>
                </a:solidFill>
                <a:latin typeface="+mj-lt"/>
              </a:defRPr>
            </a:lvl1pPr>
            <a:lvl2pPr marL="0" indent="0">
              <a:buNone/>
              <a:defRPr/>
            </a:lvl2pPr>
          </a:lstStyle>
          <a:p>
            <a:pPr lvl="0"/>
            <a:r>
              <a:rPr lang="en-US"/>
              <a:t>Callout with image on right side.  Lorem ipsum dolor sit amet, consectetuer adipiscing elit. Maecenas porttitor congue </a:t>
            </a:r>
            <a:r>
              <a:rPr lang="en-US" err="1"/>
              <a:t>massa</a:t>
            </a:r>
            <a:r>
              <a:rPr lang="en-US"/>
              <a:t>.</a:t>
            </a:r>
          </a:p>
        </p:txBody>
      </p:sp>
      <p:sp>
        <p:nvSpPr>
          <p:cNvPr id="2" name="Footer Placeholder 1">
            <a:extLst>
              <a:ext uri="{FF2B5EF4-FFF2-40B4-BE49-F238E27FC236}">
                <a16:creationId xmlns:a16="http://schemas.microsoft.com/office/drawing/2014/main" id="{96AB2F76-4D12-E184-684B-C20B9C338263}"/>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3049653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Quote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a:t>Click icon to add picture</a:t>
            </a:r>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342904" y="1663405"/>
            <a:ext cx="7058025" cy="2622851"/>
          </a:xfrm>
        </p:spPr>
        <p:txBody>
          <a:bodyPr anchor="t"/>
          <a:lstStyle>
            <a:lvl1pPr marL="165096" indent="-165096">
              <a:spcBef>
                <a:spcPts val="0"/>
              </a:spcBef>
              <a:tabLst/>
              <a:defRPr sz="4000" b="0">
                <a:solidFill>
                  <a:schemeClr val="tx2"/>
                </a:solidFill>
                <a:latin typeface="+mj-lt"/>
              </a:defRPr>
            </a:lvl1pPr>
            <a:lvl2pPr marL="0" indent="0">
              <a:buNone/>
              <a:defRPr/>
            </a:lvl2pPr>
          </a:lstStyle>
          <a:p>
            <a:pPr lvl="0"/>
            <a:r>
              <a:rPr lang="en-US"/>
              <a:t>“Quote with image. Lorem ipsum dolor sit </a:t>
            </a:r>
            <a:r>
              <a:rPr lang="en-US" err="1"/>
              <a:t>amet</a:t>
            </a:r>
            <a:r>
              <a:rPr lang="en-US"/>
              <a:t>, </a:t>
            </a:r>
            <a:r>
              <a:rPr lang="en-US" err="1"/>
              <a:t>consectetur</a:t>
            </a:r>
            <a:r>
              <a:rPr lang="en-US"/>
              <a:t> </a:t>
            </a:r>
            <a:r>
              <a:rPr lang="en-US" err="1"/>
              <a:t>adipicing</a:t>
            </a:r>
            <a:r>
              <a:rPr lang="en-US"/>
              <a:t> </a:t>
            </a:r>
            <a:r>
              <a:rPr lang="en-US" err="1"/>
              <a:t>elit</a:t>
            </a:r>
            <a:r>
              <a:rPr lang="en-US"/>
              <a:t>, sed do </a:t>
            </a:r>
            <a:r>
              <a:rPr lang="en-US" err="1"/>
              <a:t>eismod</a:t>
            </a:r>
            <a:r>
              <a:rPr lang="en-US"/>
              <a:t> </a:t>
            </a:r>
            <a:r>
              <a:rPr lang="en-US" err="1"/>
              <a:t>inciduntan</a:t>
            </a:r>
            <a:r>
              <a:rPr lang="en-US"/>
              <a:t> </a:t>
            </a:r>
            <a:r>
              <a:rPr lang="en-US" err="1"/>
              <a:t>tempor</a:t>
            </a:r>
            <a:r>
              <a:rPr lang="en-US"/>
              <a:t> </a:t>
            </a:r>
            <a:r>
              <a:rPr lang="en-US" err="1"/>
              <a:t>ut</a:t>
            </a:r>
            <a:r>
              <a:rPr lang="en-US"/>
              <a:t> labore et dolore magna.”</a:t>
            </a:r>
          </a:p>
        </p:txBody>
      </p:sp>
      <p:sp>
        <p:nvSpPr>
          <p:cNvPr id="3" name="Text Placeholder 2">
            <a:extLst>
              <a:ext uri="{FF2B5EF4-FFF2-40B4-BE49-F238E27FC236}">
                <a16:creationId xmlns:a16="http://schemas.microsoft.com/office/drawing/2014/main" id="{0B066D84-C89D-7D31-2383-E5EF5EBDEB34}"/>
              </a:ext>
            </a:extLst>
          </p:cNvPr>
          <p:cNvSpPr>
            <a:spLocks noGrp="1"/>
          </p:cNvSpPr>
          <p:nvPr>
            <p:ph type="body" idx="12" hasCustomPrompt="1"/>
          </p:nvPr>
        </p:nvSpPr>
        <p:spPr>
          <a:xfrm>
            <a:off x="511404" y="5024288"/>
            <a:ext cx="6040701" cy="284619"/>
          </a:xfrm>
        </p:spPr>
        <p:txBody>
          <a:bodyPr/>
          <a:lstStyle>
            <a:lvl1pPr marL="0" indent="0">
              <a:spcBef>
                <a:spcPts val="0"/>
              </a:spcBef>
              <a:buNone/>
              <a:defRPr sz="1600" b="0">
                <a:solidFill>
                  <a:schemeClr val="tx2"/>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title</a:t>
            </a:r>
          </a:p>
        </p:txBody>
      </p:sp>
      <p:sp>
        <p:nvSpPr>
          <p:cNvPr id="4" name="Text Placeholder 2">
            <a:extLst>
              <a:ext uri="{FF2B5EF4-FFF2-40B4-BE49-F238E27FC236}">
                <a16:creationId xmlns:a16="http://schemas.microsoft.com/office/drawing/2014/main" id="{F41C9D69-2D05-1B4F-0DC9-5D046EAF8FE3}"/>
              </a:ext>
            </a:extLst>
          </p:cNvPr>
          <p:cNvSpPr>
            <a:spLocks noGrp="1"/>
          </p:cNvSpPr>
          <p:nvPr>
            <p:ph type="body" idx="13" hasCustomPrompt="1"/>
          </p:nvPr>
        </p:nvSpPr>
        <p:spPr>
          <a:xfrm>
            <a:off x="511404" y="4694088"/>
            <a:ext cx="6040701" cy="284619"/>
          </a:xfrm>
        </p:spPr>
        <p:txBody>
          <a:bodyPr/>
          <a:lstStyle>
            <a:lvl1pPr marL="0" indent="0">
              <a:spcBef>
                <a:spcPts val="0"/>
              </a:spcBef>
              <a:buNone/>
              <a:defRPr sz="1600" b="1">
                <a:solidFill>
                  <a:schemeClr val="tx2"/>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Attribution name</a:t>
            </a:r>
          </a:p>
        </p:txBody>
      </p:sp>
      <p:sp>
        <p:nvSpPr>
          <p:cNvPr id="2" name="Footer Placeholder 1">
            <a:extLst>
              <a:ext uri="{FF2B5EF4-FFF2-40B4-BE49-F238E27FC236}">
                <a16:creationId xmlns:a16="http://schemas.microsoft.com/office/drawing/2014/main" id="{2F66943F-0553-C262-8C85-D75448E9F394}"/>
              </a:ext>
            </a:extLst>
          </p:cNvPr>
          <p:cNvSpPr>
            <a:spLocks noGrp="1"/>
          </p:cNvSpPr>
          <p:nvPr>
            <p:ph type="ftr" sz="quarter" idx="14"/>
          </p:nvPr>
        </p:nvSpPr>
        <p:spPr/>
        <p:txBody>
          <a:bodyPr/>
          <a:lstStyle/>
          <a:p>
            <a:r>
              <a:rPr lang="en-US"/>
              <a:t>XXXXXXX.X.X.GBL.INST</a:t>
            </a:r>
          </a:p>
        </p:txBody>
      </p:sp>
    </p:spTree>
    <p:extLst>
      <p:ext uri="{BB962C8B-B14F-4D97-AF65-F5344CB8AC3E}">
        <p14:creationId xmlns:p14="http://schemas.microsoft.com/office/powerpoint/2010/main" val="846259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Block Text - 4 up">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D5BF3EDC-D80D-3ACB-5DE7-D2694E706519}"/>
              </a:ext>
            </a:extLst>
          </p:cNvPr>
          <p:cNvSpPr txBox="1">
            <a:spLocks/>
          </p:cNvSpPr>
          <p:nvPr/>
        </p:nvSpPr>
        <p:spPr bwMode="auto">
          <a:xfrm>
            <a:off x="511407" y="3000374"/>
            <a:ext cx="5547319"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a:solidFill>
                <a:schemeClr val="bg2"/>
              </a:solidFill>
              <a:latin typeface="+mn-lt" panose="020B0604020202020204" pitchFamily="34" charset="0"/>
            </a:endParaRPr>
          </a:p>
        </p:txBody>
      </p:sp>
      <p:sp>
        <p:nvSpPr>
          <p:cNvPr id="3" name="Subtitle 2">
            <a:extLst>
              <a:ext uri="{FF2B5EF4-FFF2-40B4-BE49-F238E27FC236}">
                <a16:creationId xmlns:a16="http://schemas.microsoft.com/office/drawing/2014/main" id="{44AEFDEC-E4CE-0138-55D6-504E2BFC40C8}"/>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Text Placeholder 5">
            <a:extLst>
              <a:ext uri="{FF2B5EF4-FFF2-40B4-BE49-F238E27FC236}">
                <a16:creationId xmlns:a16="http://schemas.microsoft.com/office/drawing/2014/main" id="{38B390A4-9C43-93C3-A1DF-825A2E7338D4}"/>
              </a:ext>
            </a:extLst>
          </p:cNvPr>
          <p:cNvSpPr>
            <a:spLocks noGrp="1"/>
          </p:cNvSpPr>
          <p:nvPr>
            <p:ph type="body" sz="quarter" idx="11"/>
          </p:nvPr>
        </p:nvSpPr>
        <p:spPr>
          <a:xfrm>
            <a:off x="504825" y="1828806"/>
            <a:ext cx="8324851" cy="593497"/>
          </a:xfrm>
        </p:spPr>
        <p:txBody>
          <a:bodyPr/>
          <a:lstStyle>
            <a:lvl1pPr>
              <a:defRPr b="0"/>
            </a:lvl1pPr>
            <a:lvl2pPr marL="0" indent="0">
              <a:buNone/>
              <a:defRPr b="0"/>
            </a:lvl2pPr>
            <a:lvl3pPr>
              <a:defRPr b="0"/>
            </a:lvl3pPr>
            <a:lvl4pPr>
              <a:defRPr b="0"/>
            </a:lvl4pPr>
            <a:lvl5pPr>
              <a:defRPr b="0"/>
            </a:lvl5pPr>
          </a:lstStyle>
          <a:p>
            <a:pPr lvl="0"/>
            <a:r>
              <a:rPr lang="en-US"/>
              <a:t>Click to edit Master text styles</a:t>
            </a:r>
          </a:p>
        </p:txBody>
      </p:sp>
      <p:sp>
        <p:nvSpPr>
          <p:cNvPr id="8" name="Text Placeholder 3">
            <a:extLst>
              <a:ext uri="{FF2B5EF4-FFF2-40B4-BE49-F238E27FC236}">
                <a16:creationId xmlns:a16="http://schemas.microsoft.com/office/drawing/2014/main" id="{B15B4A93-785F-E9FF-3152-C074B0811718}"/>
              </a:ext>
            </a:extLst>
          </p:cNvPr>
          <p:cNvSpPr>
            <a:spLocks noGrp="1"/>
          </p:cNvSpPr>
          <p:nvPr>
            <p:ph type="body" sz="quarter" idx="13" hasCustomPrompt="1"/>
          </p:nvPr>
        </p:nvSpPr>
        <p:spPr>
          <a:xfrm>
            <a:off x="722940" y="3180699"/>
            <a:ext cx="3066224" cy="220701"/>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Heading</a:t>
            </a:r>
          </a:p>
        </p:txBody>
      </p:sp>
      <p:sp>
        <p:nvSpPr>
          <p:cNvPr id="9" name="Text Placeholder 2">
            <a:extLst>
              <a:ext uri="{FF2B5EF4-FFF2-40B4-BE49-F238E27FC236}">
                <a16:creationId xmlns:a16="http://schemas.microsoft.com/office/drawing/2014/main" id="{762E66E7-8CFE-B1C0-51ED-6BF6E42C2F67}"/>
              </a:ext>
            </a:extLst>
          </p:cNvPr>
          <p:cNvSpPr>
            <a:spLocks noGrp="1"/>
          </p:cNvSpPr>
          <p:nvPr>
            <p:ph type="body" sz="quarter" idx="21"/>
          </p:nvPr>
        </p:nvSpPr>
        <p:spPr>
          <a:xfrm>
            <a:off x="722940" y="3501510"/>
            <a:ext cx="5005893" cy="18921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6" name="Text Placeholder 2">
            <a:extLst>
              <a:ext uri="{FF2B5EF4-FFF2-40B4-BE49-F238E27FC236}">
                <a16:creationId xmlns:a16="http://schemas.microsoft.com/office/drawing/2014/main" id="{417DD9D1-DE16-2363-937D-01452D7DCD92}"/>
              </a:ext>
            </a:extLst>
          </p:cNvPr>
          <p:cNvSpPr txBox="1">
            <a:spLocks/>
          </p:cNvSpPr>
          <p:nvPr/>
        </p:nvSpPr>
        <p:spPr bwMode="auto">
          <a:xfrm>
            <a:off x="511407" y="4454204"/>
            <a:ext cx="5547319"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a:solidFill>
                <a:schemeClr val="bg2"/>
              </a:solidFill>
              <a:latin typeface="+mn-lt" panose="020B0604020202020204" pitchFamily="34" charset="0"/>
            </a:endParaRPr>
          </a:p>
        </p:txBody>
      </p:sp>
      <p:sp>
        <p:nvSpPr>
          <p:cNvPr id="17" name="Text Placeholder 3">
            <a:extLst>
              <a:ext uri="{FF2B5EF4-FFF2-40B4-BE49-F238E27FC236}">
                <a16:creationId xmlns:a16="http://schemas.microsoft.com/office/drawing/2014/main" id="{DA17F1E8-A13E-473D-F6F0-F65E6FEBDF29}"/>
              </a:ext>
            </a:extLst>
          </p:cNvPr>
          <p:cNvSpPr>
            <a:spLocks noGrp="1"/>
          </p:cNvSpPr>
          <p:nvPr>
            <p:ph type="body" sz="quarter" idx="22" hasCustomPrompt="1"/>
          </p:nvPr>
        </p:nvSpPr>
        <p:spPr>
          <a:xfrm>
            <a:off x="722940" y="4634529"/>
            <a:ext cx="3066224" cy="220701"/>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Heading</a:t>
            </a:r>
          </a:p>
        </p:txBody>
      </p:sp>
      <p:sp>
        <p:nvSpPr>
          <p:cNvPr id="18" name="Text Placeholder 2">
            <a:extLst>
              <a:ext uri="{FF2B5EF4-FFF2-40B4-BE49-F238E27FC236}">
                <a16:creationId xmlns:a16="http://schemas.microsoft.com/office/drawing/2014/main" id="{808461B3-FCEF-1D1F-C76B-BF7F0FB4DAE3}"/>
              </a:ext>
            </a:extLst>
          </p:cNvPr>
          <p:cNvSpPr>
            <a:spLocks noGrp="1"/>
          </p:cNvSpPr>
          <p:nvPr>
            <p:ph type="body" sz="quarter" idx="23"/>
          </p:nvPr>
        </p:nvSpPr>
        <p:spPr>
          <a:xfrm>
            <a:off x="722940" y="4955340"/>
            <a:ext cx="5005893" cy="18921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9" name="Text Placeholder 2">
            <a:extLst>
              <a:ext uri="{FF2B5EF4-FFF2-40B4-BE49-F238E27FC236}">
                <a16:creationId xmlns:a16="http://schemas.microsoft.com/office/drawing/2014/main" id="{9529F24D-FF3E-4E2F-B14D-06332C959561}"/>
              </a:ext>
            </a:extLst>
          </p:cNvPr>
          <p:cNvSpPr txBox="1">
            <a:spLocks/>
          </p:cNvSpPr>
          <p:nvPr/>
        </p:nvSpPr>
        <p:spPr bwMode="auto">
          <a:xfrm>
            <a:off x="6142533" y="3000374"/>
            <a:ext cx="5547319"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a:solidFill>
                <a:schemeClr val="bg2"/>
              </a:solidFill>
              <a:latin typeface="+mn-lt" panose="020B0604020202020204" pitchFamily="34" charset="0"/>
            </a:endParaRPr>
          </a:p>
        </p:txBody>
      </p:sp>
      <p:sp>
        <p:nvSpPr>
          <p:cNvPr id="20" name="Text Placeholder 3">
            <a:extLst>
              <a:ext uri="{FF2B5EF4-FFF2-40B4-BE49-F238E27FC236}">
                <a16:creationId xmlns:a16="http://schemas.microsoft.com/office/drawing/2014/main" id="{48BF683B-0736-8D0D-4034-F4323CBBA125}"/>
              </a:ext>
            </a:extLst>
          </p:cNvPr>
          <p:cNvSpPr>
            <a:spLocks noGrp="1"/>
          </p:cNvSpPr>
          <p:nvPr>
            <p:ph type="body" sz="quarter" idx="24" hasCustomPrompt="1"/>
          </p:nvPr>
        </p:nvSpPr>
        <p:spPr>
          <a:xfrm>
            <a:off x="6354065" y="3180699"/>
            <a:ext cx="3066224" cy="220701"/>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Heading</a:t>
            </a:r>
          </a:p>
        </p:txBody>
      </p:sp>
      <p:sp>
        <p:nvSpPr>
          <p:cNvPr id="21" name="Text Placeholder 2">
            <a:extLst>
              <a:ext uri="{FF2B5EF4-FFF2-40B4-BE49-F238E27FC236}">
                <a16:creationId xmlns:a16="http://schemas.microsoft.com/office/drawing/2014/main" id="{D224BD05-E422-FDFD-F3E0-4AE0B761EC65}"/>
              </a:ext>
            </a:extLst>
          </p:cNvPr>
          <p:cNvSpPr>
            <a:spLocks noGrp="1"/>
          </p:cNvSpPr>
          <p:nvPr>
            <p:ph type="body" sz="quarter" idx="25"/>
          </p:nvPr>
        </p:nvSpPr>
        <p:spPr>
          <a:xfrm>
            <a:off x="6354068" y="3501510"/>
            <a:ext cx="5005893" cy="18921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2" name="Text Placeholder 2">
            <a:extLst>
              <a:ext uri="{FF2B5EF4-FFF2-40B4-BE49-F238E27FC236}">
                <a16:creationId xmlns:a16="http://schemas.microsoft.com/office/drawing/2014/main" id="{71DC63EA-EF31-E18F-9A5B-E677A57CEAA2}"/>
              </a:ext>
            </a:extLst>
          </p:cNvPr>
          <p:cNvSpPr txBox="1">
            <a:spLocks/>
          </p:cNvSpPr>
          <p:nvPr/>
        </p:nvSpPr>
        <p:spPr bwMode="auto">
          <a:xfrm>
            <a:off x="6142533" y="4454204"/>
            <a:ext cx="5547319"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a:solidFill>
                <a:schemeClr val="bg2"/>
              </a:solidFill>
              <a:latin typeface="+mn-lt" panose="020B0604020202020204" pitchFamily="34" charset="0"/>
            </a:endParaRPr>
          </a:p>
        </p:txBody>
      </p:sp>
      <p:sp>
        <p:nvSpPr>
          <p:cNvPr id="23" name="Text Placeholder 3">
            <a:extLst>
              <a:ext uri="{FF2B5EF4-FFF2-40B4-BE49-F238E27FC236}">
                <a16:creationId xmlns:a16="http://schemas.microsoft.com/office/drawing/2014/main" id="{8BE6E7AB-2F08-ADF7-1919-2509388A7236}"/>
              </a:ext>
            </a:extLst>
          </p:cNvPr>
          <p:cNvSpPr>
            <a:spLocks noGrp="1"/>
          </p:cNvSpPr>
          <p:nvPr>
            <p:ph type="body" sz="quarter" idx="26" hasCustomPrompt="1"/>
          </p:nvPr>
        </p:nvSpPr>
        <p:spPr>
          <a:xfrm>
            <a:off x="6354065" y="4634529"/>
            <a:ext cx="3066224" cy="220701"/>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Heading</a:t>
            </a:r>
          </a:p>
        </p:txBody>
      </p:sp>
      <p:sp>
        <p:nvSpPr>
          <p:cNvPr id="24" name="Text Placeholder 2">
            <a:extLst>
              <a:ext uri="{FF2B5EF4-FFF2-40B4-BE49-F238E27FC236}">
                <a16:creationId xmlns:a16="http://schemas.microsoft.com/office/drawing/2014/main" id="{76E2E437-8398-6DF2-ACFB-CBA97EDEC4FE}"/>
              </a:ext>
            </a:extLst>
          </p:cNvPr>
          <p:cNvSpPr>
            <a:spLocks noGrp="1"/>
          </p:cNvSpPr>
          <p:nvPr>
            <p:ph type="body" sz="quarter" idx="27"/>
          </p:nvPr>
        </p:nvSpPr>
        <p:spPr>
          <a:xfrm>
            <a:off x="6354068" y="4955340"/>
            <a:ext cx="5005893" cy="18921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4" name="Title 3">
            <a:extLst>
              <a:ext uri="{FF2B5EF4-FFF2-40B4-BE49-F238E27FC236}">
                <a16:creationId xmlns:a16="http://schemas.microsoft.com/office/drawing/2014/main" id="{929BF6F3-5A3B-64D1-ABA9-7C829D0B73E4}"/>
              </a:ext>
            </a:extLst>
          </p:cNvPr>
          <p:cNvSpPr>
            <a:spLocks noGrp="1"/>
          </p:cNvSpPr>
          <p:nvPr>
            <p:ph type="title"/>
          </p:nvPr>
        </p:nvSpPr>
        <p:spPr/>
        <p:txBody>
          <a:bodyPr/>
          <a:lstStyle/>
          <a:p>
            <a:r>
              <a:rPr lang="en-US"/>
              <a:t>Click to edit Master title style</a:t>
            </a:r>
          </a:p>
        </p:txBody>
      </p:sp>
      <p:sp>
        <p:nvSpPr>
          <p:cNvPr id="2" name="Text Placeholder 3">
            <a:extLst>
              <a:ext uri="{FF2B5EF4-FFF2-40B4-BE49-F238E27FC236}">
                <a16:creationId xmlns:a16="http://schemas.microsoft.com/office/drawing/2014/main" id="{F6E16ABD-62D3-BF5A-C4C6-35960E4542B2}"/>
              </a:ext>
            </a:extLst>
          </p:cNvPr>
          <p:cNvSpPr>
            <a:spLocks noGrp="1"/>
          </p:cNvSpPr>
          <p:nvPr>
            <p:ph type="body" sz="half" idx="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5" name="Footer Placeholder 4">
            <a:extLst>
              <a:ext uri="{FF2B5EF4-FFF2-40B4-BE49-F238E27FC236}">
                <a16:creationId xmlns:a16="http://schemas.microsoft.com/office/drawing/2014/main" id="{34AFBB27-D331-5833-0388-5A80BB9E76B7}"/>
              </a:ext>
            </a:extLst>
          </p:cNvPr>
          <p:cNvSpPr>
            <a:spLocks noGrp="1"/>
          </p:cNvSpPr>
          <p:nvPr>
            <p:ph type="ftr" sz="quarter" idx="28"/>
          </p:nvPr>
        </p:nvSpPr>
        <p:spPr/>
        <p:txBody>
          <a:bodyPr/>
          <a:lstStyle/>
          <a:p>
            <a:r>
              <a:rPr lang="en-US"/>
              <a:t>XXXXXXX.X.X.GBL.INST</a:t>
            </a:r>
          </a:p>
        </p:txBody>
      </p:sp>
    </p:spTree>
    <p:extLst>
      <p:ext uri="{BB962C8B-B14F-4D97-AF65-F5344CB8AC3E}">
        <p14:creationId xmlns:p14="http://schemas.microsoft.com/office/powerpoint/2010/main" val="3562093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Four Stats">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5"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1" y="3429000"/>
            <a:ext cx="2609851"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1"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2190618"/>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Stat 1</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7" y="3624708"/>
            <a:ext cx="2609851"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7" y="2190618"/>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Stat 2</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8" y="3624708"/>
            <a:ext cx="2609851"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8" y="2190618"/>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Stat 3</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1" y="3624708"/>
            <a:ext cx="2609851"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1" y="2190618"/>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Stat 4</a:t>
            </a:r>
          </a:p>
        </p:txBody>
      </p:sp>
      <p:sp>
        <p:nvSpPr>
          <p:cNvPr id="3" name="Text Placeholder 3">
            <a:extLst>
              <a:ext uri="{FF2B5EF4-FFF2-40B4-BE49-F238E27FC236}">
                <a16:creationId xmlns:a16="http://schemas.microsoft.com/office/drawing/2014/main" id="{18F6FE20-0F6F-3852-458C-FE40B0466172}"/>
              </a:ext>
            </a:extLst>
          </p:cNvPr>
          <p:cNvSpPr>
            <a:spLocks noGrp="1"/>
          </p:cNvSpPr>
          <p:nvPr>
            <p:ph type="body" sz="half" idx="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4" name="Footer Placeholder 3">
            <a:extLst>
              <a:ext uri="{FF2B5EF4-FFF2-40B4-BE49-F238E27FC236}">
                <a16:creationId xmlns:a16="http://schemas.microsoft.com/office/drawing/2014/main" id="{0CFDAE69-4BC4-C716-BDE3-91CEF2F5BFBF}"/>
              </a:ext>
            </a:extLst>
          </p:cNvPr>
          <p:cNvSpPr>
            <a:spLocks noGrp="1"/>
          </p:cNvSpPr>
          <p:nvPr>
            <p:ph type="ftr" sz="quarter" idx="19"/>
          </p:nvPr>
        </p:nvSpPr>
        <p:spPr/>
        <p:txBody>
          <a:bodyPr/>
          <a:lstStyle/>
          <a:p>
            <a:r>
              <a:rPr lang="en-US"/>
              <a:t>XXXXXXX.X.X.GBL.INST</a:t>
            </a:r>
          </a:p>
        </p:txBody>
      </p:sp>
    </p:spTree>
    <p:extLst>
      <p:ext uri="{BB962C8B-B14F-4D97-AF65-F5344CB8AC3E}">
        <p14:creationId xmlns:p14="http://schemas.microsoft.com/office/powerpoint/2010/main" val="2564697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Four Stats Bottom">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5"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1" y="3429000"/>
            <a:ext cx="2609851"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10"/>
            <a:ext cx="11183939" cy="305149"/>
          </a:xfrm>
        </p:spPr>
        <p:txBody>
          <a:bodyPr/>
          <a:lstStyle>
            <a:lvl1pPr marL="0" indent="0" algn="l">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1"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4833486"/>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000%</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7" y="3624708"/>
            <a:ext cx="2609851"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7" y="4833486"/>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000%</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8" y="3624708"/>
            <a:ext cx="2609851"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8" y="4833486"/>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000%</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1" y="3624708"/>
            <a:ext cx="2609851"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1" y="4833486"/>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000%</a:t>
            </a:r>
          </a:p>
        </p:txBody>
      </p:sp>
      <p:sp>
        <p:nvSpPr>
          <p:cNvPr id="3" name="Text Placeholder 3">
            <a:extLst>
              <a:ext uri="{FF2B5EF4-FFF2-40B4-BE49-F238E27FC236}">
                <a16:creationId xmlns:a16="http://schemas.microsoft.com/office/drawing/2014/main" id="{8B0D0FA1-47CF-C4AC-A8CE-3B4E698AD8D1}"/>
              </a:ext>
            </a:extLst>
          </p:cNvPr>
          <p:cNvSpPr>
            <a:spLocks noGrp="1"/>
          </p:cNvSpPr>
          <p:nvPr>
            <p:ph type="body" sz="half" idx="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4" name="Footer Placeholder 3">
            <a:extLst>
              <a:ext uri="{FF2B5EF4-FFF2-40B4-BE49-F238E27FC236}">
                <a16:creationId xmlns:a16="http://schemas.microsoft.com/office/drawing/2014/main" id="{EB28BEB7-D5BA-28A5-148F-7D11A1A86E6C}"/>
              </a:ext>
            </a:extLst>
          </p:cNvPr>
          <p:cNvSpPr>
            <a:spLocks noGrp="1"/>
          </p:cNvSpPr>
          <p:nvPr>
            <p:ph type="ftr" sz="quarter" idx="19"/>
          </p:nvPr>
        </p:nvSpPr>
        <p:spPr/>
        <p:txBody>
          <a:bodyPr/>
          <a:lstStyle/>
          <a:p>
            <a:r>
              <a:rPr lang="en-US"/>
              <a:t>XXXXXXX.X.X.GBL.INST</a:t>
            </a:r>
          </a:p>
        </p:txBody>
      </p:sp>
    </p:spTree>
    <p:extLst>
      <p:ext uri="{BB962C8B-B14F-4D97-AF65-F5344CB8AC3E}">
        <p14:creationId xmlns:p14="http://schemas.microsoft.com/office/powerpoint/2010/main" val="508597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Bio - Shor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7" y="1286268"/>
            <a:ext cx="3100148" cy="4285863"/>
          </a:xfrm>
          <a:solidFill>
            <a:schemeClr val="bg1">
              <a:lumMod val="95000"/>
            </a:schemeClr>
          </a:solidFill>
        </p:spPr>
        <p:txBody>
          <a:bodyPr/>
          <a:lstStyle>
            <a:lvl1pPr>
              <a:defRPr sz="1200" b="0"/>
            </a:lvl1pPr>
          </a:lstStyle>
          <a:p>
            <a:r>
              <a:rPr lang="en-US"/>
              <a:t>Click icon to add picture</a:t>
            </a:r>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4543425" y="1615830"/>
            <a:ext cx="7145339" cy="568211"/>
          </a:xfrm>
        </p:spPr>
        <p:txBody>
          <a:bodyPr/>
          <a:lstStyle>
            <a:lvl1pPr>
              <a:spcBef>
                <a:spcPts val="0"/>
              </a:spcBef>
              <a:defRPr sz="40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4543425" y="2234201"/>
            <a:ext cx="7145339" cy="337555"/>
          </a:xfrm>
        </p:spPr>
        <p:txBody>
          <a:bodyPr/>
          <a:lstStyle>
            <a:lvl1pPr>
              <a:spcBef>
                <a:spcPts val="0"/>
              </a:spcBef>
              <a:defRPr b="0"/>
            </a:lvl1pPr>
            <a:lvl2pPr marL="0" indent="0">
              <a:buNone/>
              <a:defRPr/>
            </a:lvl2pPr>
          </a:lstStyle>
          <a:p>
            <a:pPr lvl="0"/>
            <a:r>
              <a:rPr lang="en-US"/>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4556736" y="2747313"/>
            <a:ext cx="6217920" cy="2834640"/>
          </a:xfrm>
        </p:spPr>
        <p:txBody>
          <a:bodyPr numCol="2" spcCol="256032"/>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 </a:t>
            </a:r>
            <a:r>
              <a:rPr lang="en-US" err="1"/>
              <a:t>nisl</a:t>
            </a:r>
            <a:r>
              <a:rPr lang="en-US"/>
              <a:t>. </a:t>
            </a:r>
            <a:r>
              <a:rPr lang="en-US" err="1"/>
              <a:t>Arcu</a:t>
            </a:r>
            <a:r>
              <a:rPr lang="en-US"/>
              <a:t> dui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a:t>
            </a:r>
            <a:r>
              <a:rPr lang="en-US" err="1"/>
              <a:t>Lacus</a:t>
            </a:r>
            <a:r>
              <a:rPr lang="en-US"/>
              <a:t> sed </a:t>
            </a:r>
            <a:r>
              <a:rPr lang="en-US" err="1"/>
              <a:t>turpis</a:t>
            </a:r>
            <a:r>
              <a:rPr lang="en-US"/>
              <a:t> </a:t>
            </a:r>
            <a:r>
              <a:rPr lang="en-US" err="1"/>
              <a:t>tincidunt</a:t>
            </a:r>
            <a:r>
              <a:rPr lang="en-US"/>
              <a:t> id </a:t>
            </a:r>
            <a:r>
              <a:rPr lang="en-US" err="1"/>
              <a:t>aliquet</a:t>
            </a:r>
            <a:r>
              <a:rPr lang="en-US"/>
              <a:t> </a:t>
            </a:r>
            <a:r>
              <a:rPr lang="en-US" err="1"/>
              <a:t>risus</a:t>
            </a:r>
            <a:r>
              <a:rPr lang="en-US"/>
              <a:t> </a:t>
            </a:r>
            <a:r>
              <a:rPr lang="en-US" err="1"/>
              <a:t>feugiat</a:t>
            </a:r>
            <a:r>
              <a:rPr lang="en-US"/>
              <a:t> in ante. </a:t>
            </a:r>
            <a:r>
              <a:rPr lang="en-US" err="1"/>
              <a:t>Erat</a:t>
            </a:r>
            <a:r>
              <a:rPr lang="en-US"/>
              <a:t> </a:t>
            </a:r>
            <a:r>
              <a:rPr lang="en-US" err="1"/>
              <a:t>velit</a:t>
            </a:r>
            <a:r>
              <a:rPr lang="en-US"/>
              <a:t> </a:t>
            </a:r>
            <a:r>
              <a:rPr lang="en-US" err="1"/>
              <a:t>scelerisque</a:t>
            </a:r>
            <a:r>
              <a:rPr lang="en-US"/>
              <a:t> in dictum non </a:t>
            </a:r>
            <a:r>
              <a:rPr lang="en-US" err="1"/>
              <a:t>consectetur</a:t>
            </a:r>
            <a:r>
              <a:rPr lang="en-US"/>
              <a:t> a </a:t>
            </a:r>
            <a:r>
              <a:rPr lang="en-US" err="1"/>
              <a:t>erat</a:t>
            </a:r>
            <a:r>
              <a:rPr lang="en-US"/>
              <a:t> </a:t>
            </a:r>
            <a:r>
              <a:rPr lang="en-US" err="1"/>
              <a:t>nam</a:t>
            </a:r>
            <a:r>
              <a:rPr lang="en-US"/>
              <a:t>. </a:t>
            </a:r>
            <a:br>
              <a:rPr lang="en-US"/>
            </a:br>
            <a:r>
              <a:rPr lang="en-US" err="1"/>
              <a:t>Nulla</a:t>
            </a:r>
            <a:r>
              <a:rPr lang="en-US"/>
              <a:t> </a:t>
            </a:r>
            <a:r>
              <a:rPr lang="en-US" err="1"/>
              <a:t>aliquet</a:t>
            </a:r>
            <a:r>
              <a:rPr lang="en-US"/>
              <a:t> </a:t>
            </a:r>
            <a:r>
              <a:rPr lang="en-US" err="1"/>
              <a:t>porttitor</a:t>
            </a:r>
            <a:r>
              <a:rPr lang="en-US"/>
              <a:t> </a:t>
            </a:r>
            <a:r>
              <a:rPr lang="en-US" err="1"/>
              <a:t>lacus</a:t>
            </a:r>
            <a:r>
              <a:rPr lang="en-US"/>
              <a:t> </a:t>
            </a:r>
            <a:r>
              <a:rPr lang="en-US" err="1"/>
              <a:t>luctus</a:t>
            </a:r>
            <a:r>
              <a:rPr lang="en-US"/>
              <a:t>.</a:t>
            </a:r>
            <a:br>
              <a:rPr lang="en-US"/>
            </a:br>
            <a:br>
              <a:rPr lang="en-US"/>
            </a:br>
            <a:r>
              <a:rPr lang="en-US"/>
              <a:t>Cras sed </a:t>
            </a:r>
            <a:r>
              <a:rPr lang="en-US" err="1"/>
              <a:t>felis</a:t>
            </a:r>
            <a:r>
              <a:rPr lang="en-US"/>
              <a:t> </a:t>
            </a:r>
            <a:r>
              <a:rPr lang="en-US" err="1"/>
              <a:t>eget</a:t>
            </a:r>
            <a:r>
              <a:rPr lang="en-US"/>
              <a:t> </a:t>
            </a:r>
            <a:r>
              <a:rPr lang="en-US" err="1"/>
              <a:t>velit</a:t>
            </a:r>
            <a:r>
              <a:rPr lang="en-US"/>
              <a:t> </a:t>
            </a:r>
            <a:r>
              <a:rPr lang="en-US" err="1"/>
              <a:t>aliquet</a:t>
            </a:r>
            <a:r>
              <a:rPr lang="en-US"/>
              <a:t> </a:t>
            </a:r>
            <a:r>
              <a:rPr lang="en-US" err="1"/>
              <a:t>sagittis</a:t>
            </a:r>
            <a:r>
              <a:rPr lang="en-US"/>
              <a:t> id </a:t>
            </a:r>
            <a:r>
              <a:rPr lang="en-US" err="1"/>
              <a:t>consectetur</a:t>
            </a:r>
            <a:r>
              <a:rPr lang="en-US"/>
              <a:t>. Sem </a:t>
            </a:r>
            <a:r>
              <a:rPr lang="en-US" err="1"/>
              <a:t>viverra</a:t>
            </a:r>
            <a:r>
              <a:rPr lang="en-US"/>
              <a:t> </a:t>
            </a:r>
            <a:r>
              <a:rPr lang="en-US" err="1"/>
              <a:t>aliquet</a:t>
            </a:r>
            <a:r>
              <a:rPr lang="en-US"/>
              <a:t> </a:t>
            </a:r>
            <a:r>
              <a:rPr lang="en-US" err="1"/>
              <a:t>eget</a:t>
            </a:r>
            <a:r>
              <a:rPr lang="en-US"/>
              <a:t> sit </a:t>
            </a:r>
            <a:r>
              <a:rPr lang="en-US" err="1"/>
              <a:t>amet</a:t>
            </a:r>
            <a:r>
              <a:rPr lang="en-US"/>
              <a:t> </a:t>
            </a:r>
            <a:r>
              <a:rPr lang="en-US" err="1"/>
              <a:t>tellus</a:t>
            </a:r>
            <a:r>
              <a:rPr lang="en-US"/>
              <a:t> </a:t>
            </a:r>
            <a:r>
              <a:rPr lang="en-US" err="1"/>
              <a:t>cras</a:t>
            </a:r>
            <a:r>
              <a:rPr lang="en-US"/>
              <a:t>. </a:t>
            </a:r>
            <a:r>
              <a:rPr lang="en-US" err="1"/>
              <a:t>Elementum</a:t>
            </a:r>
            <a:r>
              <a:rPr lang="en-US"/>
              <a:t> </a:t>
            </a:r>
            <a:r>
              <a:rPr lang="en-US" err="1"/>
              <a:t>sagittis</a:t>
            </a:r>
            <a:r>
              <a:rPr lang="en-US"/>
              <a:t> vitae et </a:t>
            </a:r>
            <a:r>
              <a:rPr lang="en-US" err="1"/>
              <a:t>leo</a:t>
            </a:r>
            <a:r>
              <a:rPr lang="en-US"/>
              <a:t>. Eu </a:t>
            </a:r>
            <a:r>
              <a:rPr lang="en-US" err="1"/>
              <a:t>feugiat</a:t>
            </a:r>
            <a:r>
              <a:rPr lang="en-US"/>
              <a:t> </a:t>
            </a:r>
            <a:r>
              <a:rPr lang="en-US" err="1"/>
              <a:t>pretium</a:t>
            </a:r>
            <a:r>
              <a:rPr lang="en-US"/>
              <a:t> </a:t>
            </a:r>
            <a:r>
              <a:rPr lang="en-US" err="1"/>
              <a:t>nibh</a:t>
            </a:r>
            <a:r>
              <a:rPr lang="en-US"/>
              <a:t> ipsum </a:t>
            </a:r>
            <a:r>
              <a:rPr lang="en-US" err="1"/>
              <a:t>consequat</a:t>
            </a:r>
            <a:r>
              <a:rPr lang="en-US"/>
              <a:t> </a:t>
            </a:r>
            <a:r>
              <a:rPr lang="en-US" err="1"/>
              <a:t>nisl</a:t>
            </a:r>
            <a:r>
              <a:rPr lang="en-US"/>
              <a:t> vel. Mi tempus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Nunc non </a:t>
            </a:r>
            <a:r>
              <a:rPr lang="en-US" err="1"/>
              <a:t>blandit</a:t>
            </a:r>
            <a:r>
              <a:rPr lang="en-US"/>
              <a:t> </a:t>
            </a:r>
            <a:r>
              <a:rPr lang="en-US" err="1"/>
              <a:t>massa</a:t>
            </a:r>
            <a:r>
              <a:rPr lang="en-US"/>
              <a:t> </a:t>
            </a:r>
            <a:r>
              <a:rPr lang="en-US" err="1"/>
              <a:t>enim</a:t>
            </a:r>
            <a:r>
              <a:rPr lang="en-US"/>
              <a:t> </a:t>
            </a:r>
            <a:r>
              <a:rPr lang="en-US" err="1"/>
              <a:t>nec</a:t>
            </a:r>
            <a:r>
              <a:rPr lang="en-US"/>
              <a:t> dui. Id </a:t>
            </a:r>
            <a:r>
              <a:rPr lang="en-US" err="1"/>
              <a:t>consectetur</a:t>
            </a:r>
            <a:r>
              <a:rPr lang="en-US"/>
              <a:t> </a:t>
            </a:r>
            <a:r>
              <a:rPr lang="en-US" err="1"/>
              <a:t>purus</a:t>
            </a:r>
            <a:r>
              <a:rPr lang="en-US"/>
              <a:t> </a:t>
            </a:r>
            <a:r>
              <a:rPr lang="en-US" err="1"/>
              <a:t>ut</a:t>
            </a:r>
            <a:r>
              <a:rPr lang="en-US"/>
              <a:t> </a:t>
            </a:r>
            <a:r>
              <a:rPr lang="en-US" err="1"/>
              <a:t>faucibus</a:t>
            </a:r>
            <a:r>
              <a:rPr lang="en-US"/>
              <a:t>. At </a:t>
            </a:r>
            <a:r>
              <a:rPr lang="en-US" err="1"/>
              <a:t>consectetur</a:t>
            </a:r>
            <a:r>
              <a:rPr lang="en-US"/>
              <a:t> lorem </a:t>
            </a:r>
            <a:r>
              <a:rPr lang="en-US" err="1"/>
              <a:t>donec</a:t>
            </a:r>
            <a:r>
              <a:rPr lang="en-US"/>
              <a:t> </a:t>
            </a:r>
            <a:r>
              <a:rPr lang="en-US" err="1"/>
              <a:t>massa</a:t>
            </a:r>
            <a:r>
              <a:rPr lang="en-US"/>
              <a:t> </a:t>
            </a:r>
            <a:r>
              <a:rPr lang="en-US" err="1"/>
              <a:t>risus</a:t>
            </a:r>
            <a:r>
              <a:rPr lang="en-US"/>
              <a:t> </a:t>
            </a:r>
            <a:r>
              <a:rPr lang="en-US" err="1"/>
              <a:t>feugiat</a:t>
            </a:r>
            <a:r>
              <a:rPr lang="en-US"/>
              <a:t> in ante.</a:t>
            </a:r>
            <a:br>
              <a:rPr lang="en-US"/>
            </a:b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magna.</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A77A88A-3C3C-B82E-4089-24A694A58894}"/>
              </a:ext>
            </a:extLst>
          </p:cNvPr>
          <p:cNvSpPr>
            <a:spLocks noGrp="1"/>
          </p:cNvSpPr>
          <p:nvPr>
            <p:ph type="ftr" sz="quarter" idx="14"/>
          </p:nvPr>
        </p:nvSpPr>
        <p:spPr/>
        <p:txBody>
          <a:bodyPr/>
          <a:lstStyle/>
          <a:p>
            <a:r>
              <a:rPr lang="en-US"/>
              <a:t>XXXXXXX.X.X.GBL.INST</a:t>
            </a:r>
          </a:p>
        </p:txBody>
      </p:sp>
    </p:spTree>
    <p:extLst>
      <p:ext uri="{BB962C8B-B14F-4D97-AF65-F5344CB8AC3E}">
        <p14:creationId xmlns:p14="http://schemas.microsoft.com/office/powerpoint/2010/main" val="195658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Bio - Lon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9" y="1714500"/>
            <a:ext cx="2037959" cy="2807396"/>
          </a:xfrm>
          <a:solidFill>
            <a:schemeClr val="bg1">
              <a:lumMod val="95000"/>
            </a:schemeClr>
          </a:solidFill>
        </p:spPr>
        <p:txBody>
          <a:bodyPr/>
          <a:lstStyle>
            <a:lvl1pPr>
              <a:defRPr sz="1200" b="0"/>
            </a:lvl1pPr>
          </a:lstStyle>
          <a:p>
            <a:r>
              <a:rPr lang="en-US"/>
              <a:t>Click icon to add picture</a:t>
            </a:r>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504829" y="4797426"/>
            <a:ext cx="2609849" cy="637236"/>
          </a:xfrm>
        </p:spPr>
        <p:txBody>
          <a:bodyPr/>
          <a:lstStyle>
            <a:lvl1pPr>
              <a:spcBef>
                <a:spcPts val="0"/>
              </a:spcBef>
              <a:defRPr sz="28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504825" y="5393193"/>
            <a:ext cx="2609848" cy="337555"/>
          </a:xfrm>
        </p:spPr>
        <p:txBody>
          <a:bodyPr/>
          <a:lstStyle>
            <a:lvl1pPr>
              <a:spcBef>
                <a:spcPts val="0"/>
              </a:spcBef>
              <a:defRPr sz="1400" b="0"/>
            </a:lvl1pPr>
            <a:lvl2pPr marL="0" indent="0">
              <a:buNone/>
              <a:defRPr/>
            </a:lvl2pPr>
          </a:lstStyle>
          <a:p>
            <a:pPr lvl="0"/>
            <a:r>
              <a:rPr lang="en-US"/>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3362329" y="1714500"/>
            <a:ext cx="8324849" cy="4286250"/>
          </a:xfrm>
        </p:spPr>
        <p:txBody>
          <a:bodyPr numCol="2" spcCol="256032">
            <a:normAutofit/>
          </a:bodyPr>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 </a:t>
            </a:r>
            <a:r>
              <a:rPr lang="en-US" err="1"/>
              <a:t>nisl</a:t>
            </a:r>
            <a:r>
              <a:rPr lang="en-US"/>
              <a:t>. </a:t>
            </a:r>
            <a:r>
              <a:rPr lang="en-US" err="1"/>
              <a:t>Arcu</a:t>
            </a:r>
            <a:r>
              <a:rPr lang="en-US"/>
              <a:t> dui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a:t>
            </a:r>
            <a:r>
              <a:rPr lang="en-US" err="1"/>
              <a:t>Lacus</a:t>
            </a:r>
            <a:r>
              <a:rPr lang="en-US"/>
              <a:t> sed </a:t>
            </a:r>
            <a:r>
              <a:rPr lang="en-US" err="1"/>
              <a:t>turpis</a:t>
            </a:r>
            <a:r>
              <a:rPr lang="en-US"/>
              <a:t> </a:t>
            </a:r>
            <a:r>
              <a:rPr lang="en-US" err="1"/>
              <a:t>tincidunt</a:t>
            </a:r>
            <a:r>
              <a:rPr lang="en-US"/>
              <a:t> id </a:t>
            </a:r>
            <a:r>
              <a:rPr lang="en-US" err="1"/>
              <a:t>aliquet</a:t>
            </a:r>
            <a:r>
              <a:rPr lang="en-US"/>
              <a:t> </a:t>
            </a:r>
            <a:r>
              <a:rPr lang="en-US" err="1"/>
              <a:t>risus</a:t>
            </a:r>
            <a:r>
              <a:rPr lang="en-US"/>
              <a:t> </a:t>
            </a:r>
            <a:r>
              <a:rPr lang="en-US" err="1"/>
              <a:t>feugiat</a:t>
            </a:r>
            <a:r>
              <a:rPr lang="en-US"/>
              <a:t> in ante. </a:t>
            </a:r>
            <a:r>
              <a:rPr lang="en-US" err="1"/>
              <a:t>Erat</a:t>
            </a:r>
            <a:r>
              <a:rPr lang="en-US"/>
              <a:t> </a:t>
            </a:r>
            <a:r>
              <a:rPr lang="en-US" err="1"/>
              <a:t>velit</a:t>
            </a:r>
            <a:r>
              <a:rPr lang="en-US"/>
              <a:t> </a:t>
            </a:r>
            <a:r>
              <a:rPr lang="en-US" err="1"/>
              <a:t>scelerisque</a:t>
            </a:r>
            <a:r>
              <a:rPr lang="en-US"/>
              <a:t> in dictum non </a:t>
            </a:r>
            <a:r>
              <a:rPr lang="en-US" err="1"/>
              <a:t>consectetur</a:t>
            </a:r>
            <a:r>
              <a:rPr lang="en-US"/>
              <a:t> a </a:t>
            </a:r>
            <a:r>
              <a:rPr lang="en-US" err="1"/>
              <a:t>erat</a:t>
            </a:r>
            <a:r>
              <a:rPr lang="en-US"/>
              <a:t> </a:t>
            </a:r>
            <a:r>
              <a:rPr lang="en-US" err="1"/>
              <a:t>nam</a:t>
            </a:r>
            <a:r>
              <a:rPr lang="en-US"/>
              <a:t>. </a:t>
            </a:r>
            <a:r>
              <a:rPr lang="en-US" err="1"/>
              <a:t>Nulla</a:t>
            </a:r>
            <a:r>
              <a:rPr lang="en-US"/>
              <a:t> </a:t>
            </a:r>
            <a:r>
              <a:rPr lang="en-US" err="1"/>
              <a:t>aliquet</a:t>
            </a:r>
            <a:r>
              <a:rPr lang="en-US"/>
              <a:t> </a:t>
            </a:r>
            <a:r>
              <a:rPr lang="en-US" err="1"/>
              <a:t>porttitor</a:t>
            </a:r>
            <a:r>
              <a:rPr lang="en-US"/>
              <a:t> </a:t>
            </a:r>
            <a:r>
              <a:rPr lang="en-US" err="1"/>
              <a:t>lacus</a:t>
            </a:r>
            <a:r>
              <a:rPr lang="en-US"/>
              <a:t> </a:t>
            </a:r>
            <a:r>
              <a:rPr lang="en-US" err="1"/>
              <a:t>luctus</a:t>
            </a:r>
            <a:r>
              <a:rPr lang="en-US"/>
              <a:t>.</a:t>
            </a:r>
            <a:br>
              <a:rPr lang="en-US"/>
            </a:br>
            <a:br>
              <a:rPr lang="en-US"/>
            </a:br>
            <a:r>
              <a:rPr lang="en-US"/>
              <a:t>Cras sed </a:t>
            </a:r>
            <a:r>
              <a:rPr lang="en-US" err="1"/>
              <a:t>felis</a:t>
            </a:r>
            <a:r>
              <a:rPr lang="en-US"/>
              <a:t> </a:t>
            </a:r>
            <a:r>
              <a:rPr lang="en-US" err="1"/>
              <a:t>eget</a:t>
            </a:r>
            <a:r>
              <a:rPr lang="en-US"/>
              <a:t> </a:t>
            </a:r>
            <a:r>
              <a:rPr lang="en-US" err="1"/>
              <a:t>velit</a:t>
            </a:r>
            <a:r>
              <a:rPr lang="en-US"/>
              <a:t> </a:t>
            </a:r>
            <a:r>
              <a:rPr lang="en-US" err="1"/>
              <a:t>aliquet</a:t>
            </a:r>
            <a:r>
              <a:rPr lang="en-US"/>
              <a:t> </a:t>
            </a:r>
            <a:r>
              <a:rPr lang="en-US" err="1"/>
              <a:t>sagittis</a:t>
            </a:r>
            <a:r>
              <a:rPr lang="en-US"/>
              <a:t> id </a:t>
            </a:r>
            <a:r>
              <a:rPr lang="en-US" err="1"/>
              <a:t>consectetur</a:t>
            </a:r>
            <a:r>
              <a:rPr lang="en-US"/>
              <a:t>. Sem </a:t>
            </a:r>
            <a:r>
              <a:rPr lang="en-US" err="1"/>
              <a:t>viverra</a:t>
            </a:r>
            <a:r>
              <a:rPr lang="en-US"/>
              <a:t> </a:t>
            </a:r>
            <a:r>
              <a:rPr lang="en-US" err="1"/>
              <a:t>aliquet</a:t>
            </a:r>
            <a:r>
              <a:rPr lang="en-US"/>
              <a:t> </a:t>
            </a:r>
            <a:r>
              <a:rPr lang="en-US" err="1"/>
              <a:t>eget</a:t>
            </a:r>
            <a:r>
              <a:rPr lang="en-US"/>
              <a:t> sit </a:t>
            </a:r>
            <a:r>
              <a:rPr lang="en-US" err="1"/>
              <a:t>amet</a:t>
            </a:r>
            <a:r>
              <a:rPr lang="en-US"/>
              <a:t> </a:t>
            </a:r>
            <a:r>
              <a:rPr lang="en-US" err="1"/>
              <a:t>tellus</a:t>
            </a:r>
            <a:r>
              <a:rPr lang="en-US"/>
              <a:t> </a:t>
            </a:r>
            <a:r>
              <a:rPr lang="en-US" err="1"/>
              <a:t>cras</a:t>
            </a:r>
            <a:r>
              <a:rPr lang="en-US"/>
              <a:t>. </a:t>
            </a:r>
            <a:r>
              <a:rPr lang="en-US" err="1"/>
              <a:t>Elementum</a:t>
            </a:r>
            <a:r>
              <a:rPr lang="en-US"/>
              <a:t> </a:t>
            </a:r>
            <a:r>
              <a:rPr lang="en-US" err="1"/>
              <a:t>sagittis</a:t>
            </a:r>
            <a:r>
              <a:rPr lang="en-US"/>
              <a:t> vitae et </a:t>
            </a:r>
            <a:r>
              <a:rPr lang="en-US" err="1"/>
              <a:t>leo</a:t>
            </a:r>
            <a:r>
              <a:rPr lang="en-US"/>
              <a:t>. Eu </a:t>
            </a:r>
            <a:r>
              <a:rPr lang="en-US" err="1"/>
              <a:t>feugiat</a:t>
            </a:r>
            <a:r>
              <a:rPr lang="en-US"/>
              <a:t> </a:t>
            </a:r>
            <a:r>
              <a:rPr lang="en-US" err="1"/>
              <a:t>pretium</a:t>
            </a:r>
            <a:r>
              <a:rPr lang="en-US"/>
              <a:t> </a:t>
            </a:r>
            <a:r>
              <a:rPr lang="en-US" err="1"/>
              <a:t>nibh</a:t>
            </a:r>
            <a:r>
              <a:rPr lang="en-US"/>
              <a:t> ipsum </a:t>
            </a:r>
            <a:r>
              <a:rPr lang="en-US" err="1"/>
              <a:t>consequat</a:t>
            </a:r>
            <a:r>
              <a:rPr lang="en-US"/>
              <a:t> </a:t>
            </a:r>
            <a:r>
              <a:rPr lang="en-US" err="1"/>
              <a:t>nisl</a:t>
            </a:r>
            <a:r>
              <a:rPr lang="en-US"/>
              <a:t> vel. Mi tempus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Nunc non </a:t>
            </a:r>
            <a:r>
              <a:rPr lang="en-US" err="1"/>
              <a:t>blandit</a:t>
            </a:r>
            <a:r>
              <a:rPr lang="en-US"/>
              <a:t> </a:t>
            </a:r>
            <a:r>
              <a:rPr lang="en-US" err="1"/>
              <a:t>massa</a:t>
            </a:r>
            <a:r>
              <a:rPr lang="en-US"/>
              <a:t> </a:t>
            </a:r>
            <a:r>
              <a:rPr lang="en-US" err="1"/>
              <a:t>enim</a:t>
            </a:r>
            <a:r>
              <a:rPr lang="en-US"/>
              <a:t> </a:t>
            </a:r>
            <a:r>
              <a:rPr lang="en-US" err="1"/>
              <a:t>nec</a:t>
            </a:r>
            <a:r>
              <a:rPr lang="en-US"/>
              <a:t> dui. Id </a:t>
            </a:r>
            <a:r>
              <a:rPr lang="en-US" err="1"/>
              <a:t>consectetur</a:t>
            </a:r>
            <a:r>
              <a:rPr lang="en-US"/>
              <a:t> </a:t>
            </a:r>
            <a:r>
              <a:rPr lang="en-US" err="1"/>
              <a:t>purus</a:t>
            </a:r>
            <a:r>
              <a:rPr lang="en-US"/>
              <a:t> </a:t>
            </a:r>
            <a:r>
              <a:rPr lang="en-US" err="1"/>
              <a:t>ut</a:t>
            </a:r>
            <a:r>
              <a:rPr lang="en-US"/>
              <a:t> </a:t>
            </a:r>
            <a:r>
              <a:rPr lang="en-US" err="1"/>
              <a:t>faucibus</a:t>
            </a:r>
            <a:r>
              <a:rPr lang="en-US"/>
              <a:t>. At </a:t>
            </a:r>
            <a:r>
              <a:rPr lang="en-US" err="1"/>
              <a:t>consectetur</a:t>
            </a:r>
            <a:r>
              <a:rPr lang="en-US"/>
              <a:t> lorem </a:t>
            </a:r>
            <a:r>
              <a:rPr lang="en-US" err="1"/>
              <a:t>donec</a:t>
            </a:r>
            <a:r>
              <a:rPr lang="en-US"/>
              <a:t> </a:t>
            </a:r>
            <a:r>
              <a:rPr lang="en-US" err="1"/>
              <a:t>massa</a:t>
            </a:r>
            <a:r>
              <a:rPr lang="en-US"/>
              <a:t> </a:t>
            </a:r>
            <a:r>
              <a:rPr lang="en-US" err="1"/>
              <a:t>risus</a:t>
            </a:r>
            <a:r>
              <a:rPr lang="en-US"/>
              <a:t> </a:t>
            </a:r>
            <a:r>
              <a:rPr lang="en-US" err="1"/>
              <a:t>feugiat</a:t>
            </a:r>
            <a:r>
              <a:rPr lang="en-US"/>
              <a:t> in ante.</a:t>
            </a:r>
            <a:br>
              <a:rPr lang="en-US"/>
            </a:b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 </a:t>
            </a:r>
            <a:r>
              <a:rPr lang="en-US" err="1"/>
              <a:t>nisl</a:t>
            </a:r>
            <a:r>
              <a:rPr lang="en-US"/>
              <a:t>. </a:t>
            </a:r>
            <a:r>
              <a:rPr lang="en-US" err="1"/>
              <a:t>Arcu</a:t>
            </a:r>
            <a:r>
              <a:rPr lang="en-US"/>
              <a:t> dui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a:t>
            </a:r>
            <a:r>
              <a:rPr lang="en-US" err="1"/>
              <a:t>Lacus</a:t>
            </a:r>
            <a:r>
              <a:rPr lang="en-US"/>
              <a:t> sed </a:t>
            </a:r>
            <a:r>
              <a:rPr lang="en-US" err="1"/>
              <a:t>turpis</a:t>
            </a:r>
            <a:r>
              <a:rPr lang="en-US"/>
              <a:t> </a:t>
            </a:r>
            <a:r>
              <a:rPr lang="en-US" err="1"/>
              <a:t>tincidunt</a:t>
            </a:r>
            <a:r>
              <a:rPr lang="en-US"/>
              <a:t> id </a:t>
            </a:r>
            <a:r>
              <a:rPr lang="en-US" err="1"/>
              <a:t>aliquet</a:t>
            </a:r>
            <a:r>
              <a:rPr lang="en-US"/>
              <a:t> </a:t>
            </a:r>
            <a:r>
              <a:rPr lang="en-US" err="1"/>
              <a:t>risus</a:t>
            </a:r>
            <a:r>
              <a:rPr lang="en-US"/>
              <a:t> </a:t>
            </a:r>
            <a:r>
              <a:rPr lang="en-US" err="1"/>
              <a:t>feugiat</a:t>
            </a:r>
            <a:r>
              <a:rPr lang="en-US"/>
              <a:t> in ante. </a:t>
            </a:r>
            <a:r>
              <a:rPr lang="en-US" err="1"/>
              <a:t>Erat</a:t>
            </a:r>
            <a:r>
              <a:rPr lang="en-US"/>
              <a:t> </a:t>
            </a:r>
            <a:r>
              <a:rPr lang="en-US" err="1"/>
              <a:t>velit</a:t>
            </a:r>
            <a:r>
              <a:rPr lang="en-US"/>
              <a:t> </a:t>
            </a:r>
            <a:r>
              <a:rPr lang="en-US" err="1"/>
              <a:t>scelerisque</a:t>
            </a:r>
            <a:r>
              <a:rPr lang="en-US"/>
              <a:t> in dictum non </a:t>
            </a:r>
            <a:r>
              <a:rPr lang="en-US" err="1"/>
              <a:t>consectetur</a:t>
            </a:r>
            <a:r>
              <a:rPr lang="en-US"/>
              <a:t> a </a:t>
            </a:r>
            <a:r>
              <a:rPr lang="en-US" err="1"/>
              <a:t>erat</a:t>
            </a:r>
            <a:r>
              <a:rPr lang="en-US"/>
              <a:t> </a:t>
            </a:r>
            <a:r>
              <a:rPr lang="en-US" err="1"/>
              <a:t>nam</a:t>
            </a:r>
            <a:r>
              <a:rPr lang="en-US"/>
              <a:t>. </a:t>
            </a:r>
            <a:r>
              <a:rPr lang="en-US" err="1"/>
              <a:t>Nulla</a:t>
            </a:r>
            <a:r>
              <a:rPr lang="en-US"/>
              <a:t> </a:t>
            </a:r>
            <a:r>
              <a:rPr lang="en-US" err="1"/>
              <a:t>aliquet</a:t>
            </a:r>
            <a:r>
              <a:rPr lang="en-US"/>
              <a:t> </a:t>
            </a:r>
            <a:r>
              <a:rPr lang="en-US" err="1"/>
              <a:t>porttitor</a:t>
            </a:r>
            <a:r>
              <a:rPr lang="en-US"/>
              <a:t> </a:t>
            </a:r>
            <a:r>
              <a:rPr lang="en-US" err="1"/>
              <a:t>lacus</a:t>
            </a:r>
            <a:r>
              <a:rPr lang="en-US"/>
              <a:t> </a:t>
            </a:r>
            <a:r>
              <a:rPr lang="en-US" err="1"/>
              <a:t>luctus</a:t>
            </a:r>
            <a:r>
              <a:rPr lang="en-US"/>
              <a:t>.</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18F8CB1A-D110-C687-FA81-D7266FDF1C12}"/>
              </a:ext>
            </a:extLst>
          </p:cNvPr>
          <p:cNvSpPr>
            <a:spLocks noGrp="1"/>
          </p:cNvSpPr>
          <p:nvPr>
            <p:ph type="ftr" sz="quarter" idx="14"/>
          </p:nvPr>
        </p:nvSpPr>
        <p:spPr/>
        <p:txBody>
          <a:bodyPr/>
          <a:lstStyle/>
          <a:p>
            <a:r>
              <a:rPr lang="en-US"/>
              <a:t>XXXXXXX.X.X.GBL.INST</a:t>
            </a:r>
          </a:p>
        </p:txBody>
      </p:sp>
    </p:spTree>
    <p:extLst>
      <p:ext uri="{BB962C8B-B14F-4D97-AF65-F5344CB8AC3E}">
        <p14:creationId xmlns:p14="http://schemas.microsoft.com/office/powerpoint/2010/main" val="28176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Bios - Short Intro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8" y="914406"/>
            <a:ext cx="11183937"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714500"/>
            <a:ext cx="2609851" cy="1463040"/>
          </a:xfrm>
          <a:solidFill>
            <a:schemeClr val="bg1">
              <a:lumMod val="95000"/>
            </a:schemeClr>
          </a:solidFill>
        </p:spPr>
        <p:txBody>
          <a:bodyPr/>
          <a:lstStyle>
            <a:lvl1pPr>
              <a:defRPr sz="1200" b="0"/>
            </a:lvl1pPr>
          </a:lstStyle>
          <a:p>
            <a:r>
              <a:rPr lang="en-US"/>
              <a:t>Click icon to add picture</a:t>
            </a:r>
          </a:p>
        </p:txBody>
      </p:sp>
      <p:sp>
        <p:nvSpPr>
          <p:cNvPr id="20" name="Picture Placeholder 4">
            <a:extLst>
              <a:ext uri="{FF2B5EF4-FFF2-40B4-BE49-F238E27FC236}">
                <a16:creationId xmlns:a16="http://schemas.microsoft.com/office/drawing/2014/main" id="{0671090B-CE3B-FA15-AC77-3D086DF90A36}"/>
              </a:ext>
            </a:extLst>
          </p:cNvPr>
          <p:cNvSpPr>
            <a:spLocks noGrp="1"/>
          </p:cNvSpPr>
          <p:nvPr>
            <p:ph type="pic" sz="quarter" idx="26"/>
          </p:nvPr>
        </p:nvSpPr>
        <p:spPr>
          <a:xfrm>
            <a:off x="3362325" y="1714500"/>
            <a:ext cx="2609851" cy="1465898"/>
          </a:xfrm>
          <a:solidFill>
            <a:schemeClr val="bg1">
              <a:lumMod val="95000"/>
            </a:schemeClr>
          </a:solidFill>
        </p:spPr>
        <p:txBody>
          <a:bodyPr/>
          <a:lstStyle>
            <a:lvl1pPr>
              <a:defRPr sz="1200" b="0"/>
            </a:lvl1pPr>
          </a:lstStyle>
          <a:p>
            <a:r>
              <a:rPr lang="en-US"/>
              <a:t>Click icon to add picture</a:t>
            </a:r>
          </a:p>
        </p:txBody>
      </p:sp>
      <p:sp>
        <p:nvSpPr>
          <p:cNvPr id="21" name="Picture Placeholder 4">
            <a:extLst>
              <a:ext uri="{FF2B5EF4-FFF2-40B4-BE49-F238E27FC236}">
                <a16:creationId xmlns:a16="http://schemas.microsoft.com/office/drawing/2014/main" id="{E2D91C14-C2D1-BE60-A621-CFEE18C77E9C}"/>
              </a:ext>
            </a:extLst>
          </p:cNvPr>
          <p:cNvSpPr>
            <a:spLocks noGrp="1"/>
          </p:cNvSpPr>
          <p:nvPr>
            <p:ph type="pic" sz="quarter" idx="27"/>
          </p:nvPr>
        </p:nvSpPr>
        <p:spPr>
          <a:xfrm>
            <a:off x="6219825" y="1714500"/>
            <a:ext cx="2609851" cy="1463040"/>
          </a:xfrm>
          <a:solidFill>
            <a:schemeClr val="bg1">
              <a:lumMod val="95000"/>
            </a:schemeClr>
          </a:solidFill>
        </p:spPr>
        <p:txBody>
          <a:bodyPr/>
          <a:lstStyle>
            <a:lvl1pPr>
              <a:defRPr sz="1200" b="0"/>
            </a:lvl1pPr>
          </a:lstStyle>
          <a:p>
            <a:r>
              <a:rPr lang="en-US"/>
              <a:t>Click icon to add picture</a:t>
            </a:r>
          </a:p>
        </p:txBody>
      </p:sp>
      <p:sp>
        <p:nvSpPr>
          <p:cNvPr id="22" name="Picture Placeholder 4">
            <a:extLst>
              <a:ext uri="{FF2B5EF4-FFF2-40B4-BE49-F238E27FC236}">
                <a16:creationId xmlns:a16="http://schemas.microsoft.com/office/drawing/2014/main" id="{C09825F1-2D02-90C6-CF68-C606232A14B0}"/>
              </a:ext>
            </a:extLst>
          </p:cNvPr>
          <p:cNvSpPr>
            <a:spLocks noGrp="1"/>
          </p:cNvSpPr>
          <p:nvPr>
            <p:ph type="pic" sz="quarter" idx="28"/>
          </p:nvPr>
        </p:nvSpPr>
        <p:spPr>
          <a:xfrm>
            <a:off x="9088017" y="1714500"/>
            <a:ext cx="2609851" cy="1463040"/>
          </a:xfrm>
          <a:solidFill>
            <a:schemeClr val="bg1">
              <a:lumMod val="95000"/>
            </a:schemeClr>
          </a:solidFill>
        </p:spPr>
        <p:txBody>
          <a:bodyPr/>
          <a:lstStyle>
            <a:lvl1pPr>
              <a:defRPr sz="1200" b="0"/>
            </a:lvl1pPr>
          </a:lstStyle>
          <a:p>
            <a:r>
              <a:rPr lang="en-US"/>
              <a:t>Click icon to add picture</a:t>
            </a:r>
          </a:p>
        </p:txBody>
      </p:sp>
      <p:sp>
        <p:nvSpPr>
          <p:cNvPr id="23" name="Text Placeholder 6">
            <a:extLst>
              <a:ext uri="{FF2B5EF4-FFF2-40B4-BE49-F238E27FC236}">
                <a16:creationId xmlns:a16="http://schemas.microsoft.com/office/drawing/2014/main" id="{1A27F20D-C248-412D-50D5-87889427FC1B}"/>
              </a:ext>
            </a:extLst>
          </p:cNvPr>
          <p:cNvSpPr>
            <a:spLocks noGrp="1"/>
          </p:cNvSpPr>
          <p:nvPr>
            <p:ph type="body" sz="quarter" idx="13" hasCustomPrompt="1"/>
          </p:nvPr>
        </p:nvSpPr>
        <p:spPr>
          <a:xfrm>
            <a:off x="504825" y="4286256"/>
            <a:ext cx="2609851" cy="1714499"/>
          </a:xfrm>
        </p:spPr>
        <p:txBody>
          <a:bodyPr numCol="1" spcCol="256032"/>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reors</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aliqualia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a:t>
            </a:r>
          </a:p>
        </p:txBody>
      </p:sp>
      <p:sp>
        <p:nvSpPr>
          <p:cNvPr id="24" name="Text Placeholder 6">
            <a:extLst>
              <a:ext uri="{FF2B5EF4-FFF2-40B4-BE49-F238E27FC236}">
                <a16:creationId xmlns:a16="http://schemas.microsoft.com/office/drawing/2014/main" id="{BE4AAD78-93E6-189E-929B-B1A6CF5CC36F}"/>
              </a:ext>
            </a:extLst>
          </p:cNvPr>
          <p:cNvSpPr>
            <a:spLocks noGrp="1"/>
          </p:cNvSpPr>
          <p:nvPr>
            <p:ph type="body" sz="quarter" idx="29" hasCustomPrompt="1"/>
          </p:nvPr>
        </p:nvSpPr>
        <p:spPr>
          <a:xfrm>
            <a:off x="3362325" y="4286256"/>
            <a:ext cx="2609851" cy="1714499"/>
          </a:xfrm>
        </p:spPr>
        <p:txBody>
          <a:bodyPr numCol="1" spcCol="256032"/>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reors</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aliqualia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a:t>
            </a:r>
          </a:p>
        </p:txBody>
      </p:sp>
      <p:sp>
        <p:nvSpPr>
          <p:cNvPr id="25" name="Text Placeholder 6">
            <a:extLst>
              <a:ext uri="{FF2B5EF4-FFF2-40B4-BE49-F238E27FC236}">
                <a16:creationId xmlns:a16="http://schemas.microsoft.com/office/drawing/2014/main" id="{05DD3E24-41D0-F6A5-F4C1-72F89B740714}"/>
              </a:ext>
            </a:extLst>
          </p:cNvPr>
          <p:cNvSpPr>
            <a:spLocks noGrp="1"/>
          </p:cNvSpPr>
          <p:nvPr>
            <p:ph type="body" sz="quarter" idx="30" hasCustomPrompt="1"/>
          </p:nvPr>
        </p:nvSpPr>
        <p:spPr>
          <a:xfrm>
            <a:off x="6219825" y="4286256"/>
            <a:ext cx="2609851" cy="1714499"/>
          </a:xfrm>
        </p:spPr>
        <p:txBody>
          <a:bodyPr numCol="1" spcCol="256032"/>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reors</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aliqualia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a:t>
            </a:r>
          </a:p>
        </p:txBody>
      </p:sp>
      <p:sp>
        <p:nvSpPr>
          <p:cNvPr id="26" name="Text Placeholder 6">
            <a:extLst>
              <a:ext uri="{FF2B5EF4-FFF2-40B4-BE49-F238E27FC236}">
                <a16:creationId xmlns:a16="http://schemas.microsoft.com/office/drawing/2014/main" id="{A6A5B8F8-1CD4-77FD-00CC-C8B90F4F6099}"/>
              </a:ext>
            </a:extLst>
          </p:cNvPr>
          <p:cNvSpPr>
            <a:spLocks noGrp="1"/>
          </p:cNvSpPr>
          <p:nvPr>
            <p:ph type="body" sz="quarter" idx="31" hasCustomPrompt="1"/>
          </p:nvPr>
        </p:nvSpPr>
        <p:spPr>
          <a:xfrm>
            <a:off x="9088017" y="4286256"/>
            <a:ext cx="2609851" cy="1714499"/>
          </a:xfrm>
        </p:spPr>
        <p:txBody>
          <a:bodyPr numCol="1" spcCol="256032"/>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reors</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aliqualia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a:t>
            </a:r>
          </a:p>
        </p:txBody>
      </p:sp>
      <p:sp>
        <p:nvSpPr>
          <p:cNvPr id="3" name="Title 2">
            <a:extLst>
              <a:ext uri="{FF2B5EF4-FFF2-40B4-BE49-F238E27FC236}">
                <a16:creationId xmlns:a16="http://schemas.microsoft.com/office/drawing/2014/main" id="{F02A43F5-5319-262A-870C-A5C9C3995B1A}"/>
              </a:ext>
            </a:extLst>
          </p:cNvPr>
          <p:cNvSpPr>
            <a:spLocks noGrp="1"/>
          </p:cNvSpPr>
          <p:nvPr>
            <p:ph type="title"/>
          </p:nvPr>
        </p:nvSpPr>
        <p:spPr/>
        <p:txBody>
          <a:bodyPr/>
          <a:lstStyle/>
          <a:p>
            <a:r>
              <a:rPr lang="en-US"/>
              <a:t>Click to edit Master title style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5" y="3429000"/>
            <a:ext cx="2609851"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5" y="3725436"/>
            <a:ext cx="2609851" cy="274320"/>
          </a:xfrm>
        </p:spPr>
        <p:txBody>
          <a:bodyPr/>
          <a:lstStyle>
            <a:lvl1pPr>
              <a:spcBef>
                <a:spcPts val="0"/>
              </a:spcBef>
              <a:defRPr sz="1100" b="0"/>
            </a:lvl1pPr>
            <a:lvl2pPr marL="0" indent="0">
              <a:buNone/>
              <a:defRPr/>
            </a:lvl2pPr>
          </a:lstStyle>
          <a:p>
            <a:pPr lvl="0"/>
            <a:r>
              <a:rPr lang="en-US"/>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3362325" y="3429000"/>
            <a:ext cx="2609851"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3362325" y="3725436"/>
            <a:ext cx="2609851" cy="274320"/>
          </a:xfrm>
        </p:spPr>
        <p:txBody>
          <a:bodyPr/>
          <a:lstStyle>
            <a:lvl1pPr>
              <a:spcBef>
                <a:spcPts val="0"/>
              </a:spcBef>
              <a:defRPr sz="1100" b="0"/>
            </a:lvl1pPr>
            <a:lvl2pPr marL="0" indent="0">
              <a:buNone/>
              <a:defRPr/>
            </a:lvl2pPr>
          </a:lstStyle>
          <a:p>
            <a:pPr lvl="0"/>
            <a:r>
              <a:rPr lang="en-US"/>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6219825" y="3429000"/>
            <a:ext cx="2609851"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6219825" y="3725436"/>
            <a:ext cx="2609851" cy="274320"/>
          </a:xfrm>
        </p:spPr>
        <p:txBody>
          <a:bodyPr/>
          <a:lstStyle>
            <a:lvl1pPr>
              <a:spcBef>
                <a:spcPts val="0"/>
              </a:spcBef>
              <a:defRPr sz="1100" b="0"/>
            </a:lvl1pPr>
            <a:lvl2pPr marL="0" indent="0">
              <a:buNone/>
              <a:defRPr/>
            </a:lvl2pPr>
          </a:lstStyle>
          <a:p>
            <a:pPr lvl="0"/>
            <a:r>
              <a:rPr lang="en-US"/>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9088020" y="3429000"/>
            <a:ext cx="2599161"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9088020" y="3725436"/>
            <a:ext cx="2599161" cy="274320"/>
          </a:xfrm>
        </p:spPr>
        <p:txBody>
          <a:bodyPr/>
          <a:lstStyle>
            <a:lvl1pPr>
              <a:spcBef>
                <a:spcPts val="0"/>
              </a:spcBef>
              <a:defRPr sz="1100" b="0"/>
            </a:lvl1pPr>
            <a:lvl2pPr marL="0" indent="0">
              <a:buNone/>
              <a:defRPr/>
            </a:lvl2pPr>
          </a:lstStyle>
          <a:p>
            <a:pPr lvl="0"/>
            <a:r>
              <a:rPr lang="en-US"/>
              <a:t>Position title</a:t>
            </a:r>
          </a:p>
        </p:txBody>
      </p:sp>
      <p:sp>
        <p:nvSpPr>
          <p:cNvPr id="2" name="Footer Placeholder 1">
            <a:extLst>
              <a:ext uri="{FF2B5EF4-FFF2-40B4-BE49-F238E27FC236}">
                <a16:creationId xmlns:a16="http://schemas.microsoft.com/office/drawing/2014/main" id="{67F015DD-FB98-57E1-5699-75DE9D7B91B7}"/>
              </a:ext>
            </a:extLst>
          </p:cNvPr>
          <p:cNvSpPr>
            <a:spLocks noGrp="1"/>
          </p:cNvSpPr>
          <p:nvPr>
            <p:ph type="ftr" sz="quarter" idx="32"/>
          </p:nvPr>
        </p:nvSpPr>
        <p:spPr/>
        <p:txBody>
          <a:bodyPr/>
          <a:lstStyle/>
          <a:p>
            <a:r>
              <a:rPr lang="en-US"/>
              <a:t>XXXXXXX.X.X.GBL.INST</a:t>
            </a:r>
          </a:p>
        </p:txBody>
      </p:sp>
    </p:spTree>
    <p:extLst>
      <p:ext uri="{BB962C8B-B14F-4D97-AF65-F5344CB8AC3E}">
        <p14:creationId xmlns:p14="http://schemas.microsoft.com/office/powerpoint/2010/main" val="3907973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Bio - Pic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8" y="914406"/>
            <a:ext cx="11183937"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880899"/>
            <a:ext cx="2139696" cy="3044952"/>
          </a:xfrm>
          <a:solidFill>
            <a:schemeClr val="bg1">
              <a:lumMod val="95000"/>
            </a:schemeClr>
          </a:solidFill>
        </p:spPr>
        <p:txBody>
          <a:bodyPr/>
          <a:lstStyle>
            <a:lvl1pPr>
              <a:defRPr sz="1200" b="0"/>
            </a:lvl1pPr>
          </a:lstStyle>
          <a:p>
            <a:r>
              <a:rPr lang="en-US"/>
              <a:t>Click icon to add picture</a:t>
            </a:r>
          </a:p>
        </p:txBody>
      </p:sp>
      <p:sp>
        <p:nvSpPr>
          <p:cNvPr id="6" name="Picture Placeholder 4">
            <a:extLst>
              <a:ext uri="{FF2B5EF4-FFF2-40B4-BE49-F238E27FC236}">
                <a16:creationId xmlns:a16="http://schemas.microsoft.com/office/drawing/2014/main" id="{3CD04B3B-9CB0-795F-3985-566A7A773B6D}"/>
              </a:ext>
            </a:extLst>
          </p:cNvPr>
          <p:cNvSpPr>
            <a:spLocks noGrp="1"/>
          </p:cNvSpPr>
          <p:nvPr>
            <p:ph type="pic" sz="quarter" idx="12"/>
          </p:nvPr>
        </p:nvSpPr>
        <p:spPr>
          <a:xfrm>
            <a:off x="2765885" y="1880899"/>
            <a:ext cx="2139696" cy="3044952"/>
          </a:xfrm>
          <a:solidFill>
            <a:schemeClr val="bg1">
              <a:lumMod val="95000"/>
            </a:schemeClr>
          </a:solidFill>
        </p:spPr>
        <p:txBody>
          <a:bodyPr/>
          <a:lstStyle>
            <a:lvl1pPr>
              <a:defRPr sz="1200" b="0"/>
            </a:lvl1pPr>
          </a:lstStyle>
          <a:p>
            <a:r>
              <a:rPr lang="en-US"/>
              <a:t>Click icon to add picture</a:t>
            </a:r>
          </a:p>
        </p:txBody>
      </p:sp>
      <p:sp>
        <p:nvSpPr>
          <p:cNvPr id="7" name="Picture Placeholder 4">
            <a:extLst>
              <a:ext uri="{FF2B5EF4-FFF2-40B4-BE49-F238E27FC236}">
                <a16:creationId xmlns:a16="http://schemas.microsoft.com/office/drawing/2014/main" id="{D6D0E272-2965-66E3-5153-F0CFCAF49416}"/>
              </a:ext>
            </a:extLst>
          </p:cNvPr>
          <p:cNvSpPr>
            <a:spLocks noGrp="1"/>
          </p:cNvSpPr>
          <p:nvPr>
            <p:ph type="pic" sz="quarter" idx="13"/>
          </p:nvPr>
        </p:nvSpPr>
        <p:spPr>
          <a:xfrm>
            <a:off x="5026947" y="1880899"/>
            <a:ext cx="2139696" cy="3044952"/>
          </a:xfrm>
          <a:solidFill>
            <a:schemeClr val="bg1">
              <a:lumMod val="95000"/>
            </a:schemeClr>
          </a:solidFill>
        </p:spPr>
        <p:txBody>
          <a:bodyPr/>
          <a:lstStyle>
            <a:lvl1pPr>
              <a:defRPr sz="1200" b="0"/>
            </a:lvl1pPr>
          </a:lstStyle>
          <a:p>
            <a:r>
              <a:rPr lang="en-US"/>
              <a:t>Click icon to add picture</a:t>
            </a:r>
          </a:p>
        </p:txBody>
      </p:sp>
      <p:sp>
        <p:nvSpPr>
          <p:cNvPr id="8" name="Picture Placeholder 4">
            <a:extLst>
              <a:ext uri="{FF2B5EF4-FFF2-40B4-BE49-F238E27FC236}">
                <a16:creationId xmlns:a16="http://schemas.microsoft.com/office/drawing/2014/main" id="{43A621D3-E82B-1016-EDE1-85CDB0352D04}"/>
              </a:ext>
            </a:extLst>
          </p:cNvPr>
          <p:cNvSpPr>
            <a:spLocks noGrp="1"/>
          </p:cNvSpPr>
          <p:nvPr>
            <p:ph type="pic" sz="quarter" idx="14"/>
          </p:nvPr>
        </p:nvSpPr>
        <p:spPr>
          <a:xfrm>
            <a:off x="7288007" y="1880899"/>
            <a:ext cx="2139696" cy="3044952"/>
          </a:xfrm>
          <a:solidFill>
            <a:schemeClr val="bg1">
              <a:lumMod val="95000"/>
            </a:schemeClr>
          </a:solidFill>
        </p:spPr>
        <p:txBody>
          <a:bodyPr/>
          <a:lstStyle>
            <a:lvl1pPr>
              <a:defRPr sz="1200" b="0"/>
            </a:lvl1pPr>
          </a:lstStyle>
          <a:p>
            <a:r>
              <a:rPr lang="en-US"/>
              <a:t>Click icon to add picture</a:t>
            </a:r>
          </a:p>
        </p:txBody>
      </p:sp>
      <p:sp>
        <p:nvSpPr>
          <p:cNvPr id="9" name="Picture Placeholder 4">
            <a:extLst>
              <a:ext uri="{FF2B5EF4-FFF2-40B4-BE49-F238E27FC236}">
                <a16:creationId xmlns:a16="http://schemas.microsoft.com/office/drawing/2014/main" id="{2646D5ED-0FCB-4F11-0C88-B1069268926D}"/>
              </a:ext>
            </a:extLst>
          </p:cNvPr>
          <p:cNvSpPr>
            <a:spLocks noGrp="1"/>
          </p:cNvSpPr>
          <p:nvPr>
            <p:ph type="pic" sz="quarter" idx="15"/>
          </p:nvPr>
        </p:nvSpPr>
        <p:spPr>
          <a:xfrm>
            <a:off x="9549067" y="1880899"/>
            <a:ext cx="2139696" cy="3044952"/>
          </a:xfrm>
          <a:solidFill>
            <a:schemeClr val="bg1">
              <a:lumMod val="95000"/>
            </a:schemeClr>
          </a:solidFill>
        </p:spPr>
        <p:txBody>
          <a:bodyPr/>
          <a:lstStyle>
            <a:lvl1pPr>
              <a:defRPr sz="1200" b="0"/>
            </a:lvl1pPr>
          </a:lstStyle>
          <a:p>
            <a:r>
              <a:rPr lang="en-US"/>
              <a:t>Click icon to add picture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8" y="5072033"/>
            <a:ext cx="2139697"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8" y="5348735"/>
            <a:ext cx="2139697" cy="274320"/>
          </a:xfrm>
        </p:spPr>
        <p:txBody>
          <a:bodyPr/>
          <a:lstStyle>
            <a:lvl1pPr>
              <a:spcBef>
                <a:spcPts val="0"/>
              </a:spcBef>
              <a:defRPr sz="1100" b="0"/>
            </a:lvl1pPr>
            <a:lvl2pPr marL="0" indent="0">
              <a:buNone/>
              <a:defRPr/>
            </a:lvl2pPr>
          </a:lstStyle>
          <a:p>
            <a:pPr lvl="0"/>
            <a:r>
              <a:rPr lang="en-US"/>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2765889" y="5072033"/>
            <a:ext cx="2139697"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2765889" y="5348735"/>
            <a:ext cx="2139697" cy="274320"/>
          </a:xfrm>
        </p:spPr>
        <p:txBody>
          <a:bodyPr/>
          <a:lstStyle>
            <a:lvl1pPr>
              <a:spcBef>
                <a:spcPts val="0"/>
              </a:spcBef>
              <a:defRPr sz="1100" b="0"/>
            </a:lvl1pPr>
            <a:lvl2pPr marL="0" indent="0">
              <a:buNone/>
              <a:defRPr/>
            </a:lvl2pPr>
          </a:lstStyle>
          <a:p>
            <a:pPr lvl="0"/>
            <a:r>
              <a:rPr lang="en-US"/>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5026950" y="5072033"/>
            <a:ext cx="2139697"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5026950" y="5348735"/>
            <a:ext cx="2139697" cy="274320"/>
          </a:xfrm>
        </p:spPr>
        <p:txBody>
          <a:bodyPr/>
          <a:lstStyle>
            <a:lvl1pPr>
              <a:spcBef>
                <a:spcPts val="0"/>
              </a:spcBef>
              <a:defRPr sz="1100" b="0"/>
            </a:lvl1pPr>
            <a:lvl2pPr marL="0" indent="0">
              <a:buNone/>
              <a:defRPr/>
            </a:lvl2pPr>
          </a:lstStyle>
          <a:p>
            <a:pPr lvl="0"/>
            <a:r>
              <a:rPr lang="en-US"/>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7288011" y="5072033"/>
            <a:ext cx="2139697"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7288011" y="5348735"/>
            <a:ext cx="2139697" cy="274320"/>
          </a:xfrm>
        </p:spPr>
        <p:txBody>
          <a:bodyPr/>
          <a:lstStyle>
            <a:lvl1pPr>
              <a:spcBef>
                <a:spcPts val="0"/>
              </a:spcBef>
              <a:defRPr sz="1100" b="0"/>
            </a:lvl1pPr>
            <a:lvl2pPr marL="0" indent="0">
              <a:buNone/>
              <a:defRPr/>
            </a:lvl2pPr>
          </a:lstStyle>
          <a:p>
            <a:pPr lvl="0"/>
            <a:r>
              <a:rPr lang="en-US"/>
              <a:t>Position title</a:t>
            </a:r>
          </a:p>
        </p:txBody>
      </p:sp>
      <p:sp>
        <p:nvSpPr>
          <p:cNvPr id="18" name="Text Placeholder 6">
            <a:extLst>
              <a:ext uri="{FF2B5EF4-FFF2-40B4-BE49-F238E27FC236}">
                <a16:creationId xmlns:a16="http://schemas.microsoft.com/office/drawing/2014/main" id="{4D3983D9-6553-1831-26D4-B4ACE3A1E86A}"/>
              </a:ext>
            </a:extLst>
          </p:cNvPr>
          <p:cNvSpPr>
            <a:spLocks noGrp="1"/>
          </p:cNvSpPr>
          <p:nvPr>
            <p:ph type="body" sz="quarter" idx="24" hasCustomPrompt="1"/>
          </p:nvPr>
        </p:nvSpPr>
        <p:spPr>
          <a:xfrm>
            <a:off x="9549070" y="5072033"/>
            <a:ext cx="2139697"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9" name="Text Placeholder 6">
            <a:extLst>
              <a:ext uri="{FF2B5EF4-FFF2-40B4-BE49-F238E27FC236}">
                <a16:creationId xmlns:a16="http://schemas.microsoft.com/office/drawing/2014/main" id="{FA97E8F0-E1CE-E1AD-BFFD-7E72C7AFA21E}"/>
              </a:ext>
            </a:extLst>
          </p:cNvPr>
          <p:cNvSpPr>
            <a:spLocks noGrp="1"/>
          </p:cNvSpPr>
          <p:nvPr>
            <p:ph type="body" sz="quarter" idx="25" hasCustomPrompt="1"/>
          </p:nvPr>
        </p:nvSpPr>
        <p:spPr>
          <a:xfrm>
            <a:off x="9549070" y="5348735"/>
            <a:ext cx="2139697" cy="274320"/>
          </a:xfrm>
        </p:spPr>
        <p:txBody>
          <a:bodyPr/>
          <a:lstStyle>
            <a:lvl1pPr>
              <a:spcBef>
                <a:spcPts val="0"/>
              </a:spcBef>
              <a:defRPr sz="1100" b="0"/>
            </a:lvl1pPr>
            <a:lvl2pPr marL="0" indent="0">
              <a:buNone/>
              <a:defRPr/>
            </a:lvl2pPr>
          </a:lstStyle>
          <a:p>
            <a:pPr lvl="0"/>
            <a:r>
              <a:rPr lang="en-US"/>
              <a:t>Position title</a:t>
            </a:r>
          </a:p>
        </p:txBody>
      </p:sp>
      <p:sp>
        <p:nvSpPr>
          <p:cNvPr id="3" name="Title 2">
            <a:extLst>
              <a:ext uri="{FF2B5EF4-FFF2-40B4-BE49-F238E27FC236}">
                <a16:creationId xmlns:a16="http://schemas.microsoft.com/office/drawing/2014/main" id="{97387FD8-5F13-DE79-3CF9-D1A5189D837A}"/>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06657D7-9967-0A33-EA10-87708751FF9F}"/>
              </a:ext>
            </a:extLst>
          </p:cNvPr>
          <p:cNvSpPr>
            <a:spLocks noGrp="1"/>
          </p:cNvSpPr>
          <p:nvPr>
            <p:ph type="ftr" sz="quarter" idx="26"/>
          </p:nvPr>
        </p:nvSpPr>
        <p:spPr/>
        <p:txBody>
          <a:bodyPr/>
          <a:lstStyle/>
          <a:p>
            <a:r>
              <a:rPr lang="en-US"/>
              <a:t>XXXXXXX.X.X.GBL.INST</a:t>
            </a:r>
          </a:p>
        </p:txBody>
      </p:sp>
    </p:spTree>
    <p:extLst>
      <p:ext uri="{BB962C8B-B14F-4D97-AF65-F5344CB8AC3E}">
        <p14:creationId xmlns:p14="http://schemas.microsoft.com/office/powerpoint/2010/main" val="943084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90D72-CCA6-644A-7C49-E6F104306B33}"/>
              </a:ext>
            </a:extLst>
          </p:cNvPr>
          <p:cNvSpPr>
            <a:spLocks noGrp="1"/>
          </p:cNvSpPr>
          <p:nvPr>
            <p:ph type="title" hasCustomPrompt="1"/>
          </p:nvPr>
        </p:nvSpPr>
        <p:spPr>
          <a:xfrm>
            <a:off x="504825" y="310896"/>
            <a:ext cx="11183939" cy="546354"/>
          </a:xfrm>
        </p:spPr>
        <p:txBody>
          <a:bodyPr/>
          <a:lstStyle/>
          <a:p>
            <a:r>
              <a:rPr lang="en-US"/>
              <a:t>Click to add Disclaimer</a:t>
            </a:r>
          </a:p>
        </p:txBody>
      </p:sp>
      <p:sp>
        <p:nvSpPr>
          <p:cNvPr id="4" name="Text Placeholder 3">
            <a:extLst>
              <a:ext uri="{FF2B5EF4-FFF2-40B4-BE49-F238E27FC236}">
                <a16:creationId xmlns:a16="http://schemas.microsoft.com/office/drawing/2014/main" id="{1AB141D5-B3CD-A333-AD2B-F98B2A8AE7EE}"/>
              </a:ext>
            </a:extLst>
          </p:cNvPr>
          <p:cNvSpPr>
            <a:spLocks noGrp="1"/>
          </p:cNvSpPr>
          <p:nvPr>
            <p:ph type="body" sz="quarter" idx="10"/>
          </p:nvPr>
        </p:nvSpPr>
        <p:spPr>
          <a:xfrm>
            <a:off x="504829" y="1285876"/>
            <a:ext cx="11181959" cy="3429000"/>
          </a:xfrm>
        </p:spPr>
        <p:txBody>
          <a:bodyPr/>
          <a:lstStyle>
            <a:lvl1pPr>
              <a:defRPr sz="900"/>
            </a:lvl1pPr>
            <a:lvl2pPr marL="0" indent="0">
              <a:buNone/>
              <a:defRPr/>
            </a:lvl2pPr>
          </a:lstStyle>
          <a:p>
            <a:pPr lvl="0"/>
            <a:r>
              <a:rPr lang="en-US"/>
              <a:t>Click to edit Master text styles</a:t>
            </a:r>
          </a:p>
        </p:txBody>
      </p:sp>
      <p:sp>
        <p:nvSpPr>
          <p:cNvPr id="5" name="Text Placeholder 3">
            <a:extLst>
              <a:ext uri="{FF2B5EF4-FFF2-40B4-BE49-F238E27FC236}">
                <a16:creationId xmlns:a16="http://schemas.microsoft.com/office/drawing/2014/main" id="{102D895C-5063-8070-FCFD-8146FD0078AE}"/>
              </a:ext>
            </a:extLst>
          </p:cNvPr>
          <p:cNvSpPr>
            <a:spLocks noGrp="1"/>
          </p:cNvSpPr>
          <p:nvPr>
            <p:ph type="body" sz="quarter" idx="11" hasCustomPrompt="1"/>
          </p:nvPr>
        </p:nvSpPr>
        <p:spPr>
          <a:xfrm>
            <a:off x="504828" y="5143503"/>
            <a:ext cx="4038601" cy="857248"/>
          </a:xfrm>
        </p:spPr>
        <p:txBody>
          <a:bodyPr/>
          <a:lstStyle>
            <a:lvl1pPr>
              <a:spcBef>
                <a:spcPts val="0"/>
              </a:spcBef>
              <a:defRPr sz="800">
                <a:latin typeface="+mn-lt"/>
              </a:defRPr>
            </a:lvl1pPr>
            <a:lvl2pPr marL="0" indent="0">
              <a:buNone/>
              <a:defRPr/>
            </a:lvl2pPr>
          </a:lstStyle>
          <a:p>
            <a:r>
              <a:rPr lang="en-US"/>
              <a:t>State Street Corporation</a:t>
            </a:r>
            <a:br>
              <a:rPr lang="en-US"/>
            </a:br>
            <a:r>
              <a:rPr lang="en-US" b="0"/>
              <a:t>One Lincoln Street, Boston, MA 02111-2900</a:t>
            </a:r>
            <a:br>
              <a:rPr lang="en-US" b="0"/>
            </a:br>
            <a:r>
              <a:rPr lang="en-US" b="0"/>
              <a:t>© 2023 State Street Corporation and/or its applicable third-party licensor</a:t>
            </a:r>
            <a:br>
              <a:rPr lang="en-US" b="0"/>
            </a:br>
            <a:r>
              <a:rPr lang="en-US" b="0"/>
              <a:t>All Rights Reserved</a:t>
            </a:r>
            <a:br>
              <a:rPr lang="en-US" b="0"/>
            </a:br>
            <a:r>
              <a:rPr lang="en-US" b="0"/>
              <a:t>Expiration date: [date]</a:t>
            </a:r>
          </a:p>
        </p:txBody>
      </p:sp>
      <p:sp>
        <p:nvSpPr>
          <p:cNvPr id="3" name="Footer Placeholder 2">
            <a:extLst>
              <a:ext uri="{FF2B5EF4-FFF2-40B4-BE49-F238E27FC236}">
                <a16:creationId xmlns:a16="http://schemas.microsoft.com/office/drawing/2014/main" id="{2C18E9EA-2F83-10FA-2A20-566C0973B728}"/>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724717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End Page">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89D7CBE-6B34-7B1D-333E-E258C6E011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9828" y="2820924"/>
            <a:ext cx="4452353" cy="1216152"/>
          </a:xfrm>
          <a:prstGeom prst="rect">
            <a:avLst/>
          </a:prstGeom>
        </p:spPr>
      </p:pic>
      <p:sp useBgFill="1">
        <p:nvSpPr>
          <p:cNvPr id="2" name="Rectangle 1">
            <a:extLst>
              <a:ext uri="{FF2B5EF4-FFF2-40B4-BE49-F238E27FC236}">
                <a16:creationId xmlns:a16="http://schemas.microsoft.com/office/drawing/2014/main" id="{AD2AF3E4-D688-E99D-B778-6DA5BAB6BE02}"/>
              </a:ext>
            </a:extLst>
          </p:cNvPr>
          <p:cNvSpPr/>
          <p:nvPr/>
        </p:nvSpPr>
        <p:spPr>
          <a:xfrm>
            <a:off x="9926877" y="6365385"/>
            <a:ext cx="2265123"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Footer Placeholder 2">
            <a:extLst>
              <a:ext uri="{FF2B5EF4-FFF2-40B4-BE49-F238E27FC236}">
                <a16:creationId xmlns:a16="http://schemas.microsoft.com/office/drawing/2014/main" id="{A3C619D0-8BCA-CEC7-2874-F7AEECBC9D65}"/>
              </a:ext>
            </a:extLst>
          </p:cNvPr>
          <p:cNvSpPr>
            <a:spLocks noGrp="1"/>
          </p:cNvSpPr>
          <p:nvPr>
            <p:ph type="ftr" sz="quarter" idx="10"/>
          </p:nvPr>
        </p:nvSpPr>
        <p:spPr/>
        <p:txBody>
          <a:bodyPr/>
          <a:lstStyle/>
          <a:p>
            <a:r>
              <a:rPr lang="en-US"/>
              <a:t>XXXXXXX.X.X.GBL.INST</a:t>
            </a:r>
          </a:p>
        </p:txBody>
      </p:sp>
    </p:spTree>
    <p:extLst>
      <p:ext uri="{BB962C8B-B14F-4D97-AF65-F5344CB8AC3E}">
        <p14:creationId xmlns:p14="http://schemas.microsoft.com/office/powerpoint/2010/main" val="2779022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Divider Ultramarine">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3F7FB6-810E-4116-8A6F-C39CE82A8C55}"/>
              </a:ext>
            </a:extLst>
          </p:cNvPr>
          <p:cNvSpPr>
            <a:spLocks noGrp="1"/>
          </p:cNvSpPr>
          <p:nvPr>
            <p:ph type="body" idx="1"/>
          </p:nvPr>
        </p:nvSpPr>
        <p:spPr>
          <a:xfrm>
            <a:off x="513569" y="4164911"/>
            <a:ext cx="9744859" cy="557407"/>
          </a:xfrm>
        </p:spPr>
        <p:txBody>
          <a:bodyPr/>
          <a:lstStyle>
            <a:lvl1pPr marL="0" indent="0">
              <a:spcBef>
                <a:spcPts val="0"/>
              </a:spcBef>
              <a:buNone/>
              <a:defRPr sz="16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6">
            <a:extLst>
              <a:ext uri="{FF2B5EF4-FFF2-40B4-BE49-F238E27FC236}">
                <a16:creationId xmlns:a16="http://schemas.microsoft.com/office/drawing/2014/main" id="{6D29A128-AE5D-0E3A-AB43-C07696B6EB58}"/>
              </a:ext>
            </a:extLst>
          </p:cNvPr>
          <p:cNvSpPr>
            <a:spLocks noGrp="1"/>
          </p:cNvSpPr>
          <p:nvPr>
            <p:ph type="ftr" sz="quarter" idx="10"/>
          </p:nvPr>
        </p:nvSpPr>
        <p:spPr/>
        <p:txBody>
          <a:bodyPr/>
          <a:lstStyle>
            <a:lvl1pPr>
              <a:defRPr>
                <a:solidFill>
                  <a:schemeClr val="tx1"/>
                </a:solidFill>
              </a:defRPr>
            </a:lvl1pPr>
          </a:lstStyle>
          <a:p>
            <a:r>
              <a:rPr lang="en-US"/>
              <a:t>XXXXXXX.X.X.GBL.INST</a:t>
            </a:r>
          </a:p>
        </p:txBody>
      </p:sp>
      <p:sp>
        <p:nvSpPr>
          <p:cNvPr id="4" name="Title 3">
            <a:extLst>
              <a:ext uri="{FF2B5EF4-FFF2-40B4-BE49-F238E27FC236}">
                <a16:creationId xmlns:a16="http://schemas.microsoft.com/office/drawing/2014/main" id="{0ABFAE79-3C0B-4FD6-FAA9-75B323851CE1}"/>
              </a:ext>
            </a:extLst>
          </p:cNvPr>
          <p:cNvSpPr>
            <a:spLocks noGrp="1"/>
          </p:cNvSpPr>
          <p:nvPr>
            <p:ph type="title" hasCustomPrompt="1"/>
          </p:nvPr>
        </p:nvSpPr>
        <p:spPr>
          <a:xfrm>
            <a:off x="512064" y="1"/>
            <a:ext cx="9747504" cy="3749039"/>
          </a:xfrm>
        </p:spPr>
        <p:txBody>
          <a:bodyPr anchor="b" anchorCtr="0"/>
          <a:lstStyle>
            <a:lvl1pPr>
              <a:lnSpc>
                <a:spcPct val="113000"/>
              </a:lnSpc>
              <a:defRPr sz="10000"/>
            </a:lvl1pPr>
          </a:lstStyle>
          <a:p>
            <a:r>
              <a:rPr lang="en-US"/>
              <a:t>Divider </a:t>
            </a:r>
            <a:br>
              <a:rPr lang="en-US"/>
            </a:br>
            <a:r>
              <a:rPr lang="en-US"/>
              <a:t>title</a:t>
            </a:r>
          </a:p>
        </p:txBody>
      </p:sp>
    </p:spTree>
    <p:extLst>
      <p:ext uri="{BB962C8B-B14F-4D97-AF65-F5344CB8AC3E}">
        <p14:creationId xmlns:p14="http://schemas.microsoft.com/office/powerpoint/2010/main" val="2191209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Divider Navy">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3F7FB6-810E-4116-8A6F-C39CE82A8C55}"/>
              </a:ext>
            </a:extLst>
          </p:cNvPr>
          <p:cNvSpPr>
            <a:spLocks noGrp="1"/>
          </p:cNvSpPr>
          <p:nvPr>
            <p:ph type="body" idx="1"/>
          </p:nvPr>
        </p:nvSpPr>
        <p:spPr>
          <a:xfrm>
            <a:off x="513569" y="4164911"/>
            <a:ext cx="9744859" cy="557407"/>
          </a:xfrm>
        </p:spPr>
        <p:txBody>
          <a:bodyPr/>
          <a:lstStyle>
            <a:lvl1pPr marL="0" indent="0">
              <a:spcBef>
                <a:spcPts val="0"/>
              </a:spcBef>
              <a:buNone/>
              <a:defRPr sz="16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6">
            <a:extLst>
              <a:ext uri="{FF2B5EF4-FFF2-40B4-BE49-F238E27FC236}">
                <a16:creationId xmlns:a16="http://schemas.microsoft.com/office/drawing/2014/main" id="{F1F146CE-8DF7-5CB5-CDB8-A37B15B916DF}"/>
              </a:ext>
            </a:extLst>
          </p:cNvPr>
          <p:cNvSpPr>
            <a:spLocks noGrp="1"/>
          </p:cNvSpPr>
          <p:nvPr>
            <p:ph type="ftr" sz="quarter" idx="10"/>
          </p:nvPr>
        </p:nvSpPr>
        <p:spPr/>
        <p:txBody>
          <a:bodyPr/>
          <a:lstStyle>
            <a:lvl1pPr>
              <a:defRPr>
                <a:solidFill>
                  <a:schemeClr val="tx1"/>
                </a:solidFill>
              </a:defRPr>
            </a:lvl1pPr>
          </a:lstStyle>
          <a:p>
            <a:r>
              <a:rPr lang="en-US"/>
              <a:t>XXXXXXX.X.X.GBL.INST</a:t>
            </a:r>
          </a:p>
        </p:txBody>
      </p:sp>
      <p:sp>
        <p:nvSpPr>
          <p:cNvPr id="4" name="Title 3">
            <a:extLst>
              <a:ext uri="{FF2B5EF4-FFF2-40B4-BE49-F238E27FC236}">
                <a16:creationId xmlns:a16="http://schemas.microsoft.com/office/drawing/2014/main" id="{6575B76D-25B7-8D27-5EB8-BD3E059DDC58}"/>
              </a:ext>
            </a:extLst>
          </p:cNvPr>
          <p:cNvSpPr>
            <a:spLocks noGrp="1"/>
          </p:cNvSpPr>
          <p:nvPr>
            <p:ph type="title" hasCustomPrompt="1"/>
          </p:nvPr>
        </p:nvSpPr>
        <p:spPr>
          <a:xfrm>
            <a:off x="512064" y="1"/>
            <a:ext cx="9747504" cy="3749039"/>
          </a:xfrm>
        </p:spPr>
        <p:txBody>
          <a:bodyPr anchor="b" anchorCtr="0"/>
          <a:lstStyle>
            <a:lvl1pPr>
              <a:lnSpc>
                <a:spcPct val="113000"/>
              </a:lnSpc>
              <a:defRPr sz="10000"/>
            </a:lvl1pPr>
          </a:lstStyle>
          <a:p>
            <a:r>
              <a:rPr lang="en-US"/>
              <a:t>Divider title</a:t>
            </a:r>
          </a:p>
        </p:txBody>
      </p:sp>
    </p:spTree>
    <p:extLst>
      <p:ext uri="{BB962C8B-B14F-4D97-AF65-F5344CB8AC3E}">
        <p14:creationId xmlns:p14="http://schemas.microsoft.com/office/powerpoint/2010/main" val="822580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Callout">
  <p:cSld name="Callout">
    <p:bg>
      <p:bgPr>
        <a:solidFill>
          <a:schemeClr val="lt1"/>
        </a:solidFill>
        <a:effectLst/>
      </p:bgPr>
    </p:bg>
    <p:spTree>
      <p:nvGrpSpPr>
        <p:cNvPr id="1" name="Shape 300"/>
        <p:cNvGrpSpPr/>
        <p:nvPr/>
      </p:nvGrpSpPr>
      <p:grpSpPr>
        <a:xfrm>
          <a:off x="0" y="0"/>
          <a:ext cx="0" cy="0"/>
          <a:chOff x="0" y="0"/>
          <a:chExt cx="0" cy="0"/>
        </a:xfrm>
      </p:grpSpPr>
      <p:sp>
        <p:nvSpPr>
          <p:cNvPr id="301" name="Google Shape;301;p36"/>
          <p:cNvSpPr txBox="1">
            <a:spLocks noGrp="1"/>
          </p:cNvSpPr>
          <p:nvPr>
            <p:ph type="body" idx="1"/>
          </p:nvPr>
        </p:nvSpPr>
        <p:spPr>
          <a:xfrm>
            <a:off x="504827" y="1285875"/>
            <a:ext cx="8325200" cy="4286400"/>
          </a:xfrm>
          <a:prstGeom prst="rect">
            <a:avLst/>
          </a:prstGeom>
          <a:noFill/>
          <a:ln>
            <a:noFill/>
          </a:ln>
        </p:spPr>
        <p:txBody>
          <a:bodyPr spcFirstLastPara="1" wrap="square" lIns="0" tIns="0" rIns="0" bIns="0" anchor="ctr" anchorCtr="0">
            <a:noAutofit/>
          </a:bodyPr>
          <a:lstStyle>
            <a:lvl1pPr marL="609585" lvl="0" indent="-304792" algn="l">
              <a:lnSpc>
                <a:spcPct val="110000"/>
              </a:lnSpc>
              <a:spcBef>
                <a:spcPts val="0"/>
              </a:spcBef>
              <a:spcAft>
                <a:spcPts val="0"/>
              </a:spcAft>
              <a:buClr>
                <a:schemeClr val="dk2"/>
              </a:buClr>
              <a:buSzPts val="3300"/>
              <a:buNone/>
              <a:defRPr sz="4400" b="1">
                <a:solidFill>
                  <a:schemeClr val="dk2"/>
                </a:solidFill>
                <a:latin typeface="Arial"/>
                <a:ea typeface="Arial"/>
                <a:cs typeface="Arial"/>
                <a:sym typeface="Arial"/>
              </a:defRPr>
            </a:lvl1pPr>
            <a:lvl2pPr marL="1219170" lvl="1" indent="-304792" algn="l">
              <a:lnSpc>
                <a:spcPct val="110000"/>
              </a:lnSpc>
              <a:spcBef>
                <a:spcPts val="667"/>
              </a:spcBef>
              <a:spcAft>
                <a:spcPts val="0"/>
              </a:spcAft>
              <a:buClr>
                <a:schemeClr val="dk1"/>
              </a:buClr>
              <a:buSzPts val="1100"/>
              <a:buNone/>
              <a:defRPr/>
            </a:lvl2pPr>
            <a:lvl3pPr marL="1828754" lvl="2" indent="-423323" algn="l">
              <a:lnSpc>
                <a:spcPct val="110000"/>
              </a:lnSpc>
              <a:spcBef>
                <a:spcPts val="667"/>
              </a:spcBef>
              <a:spcAft>
                <a:spcPts val="0"/>
              </a:spcAft>
              <a:buClr>
                <a:schemeClr val="dk1"/>
              </a:buClr>
              <a:buSzPts val="1400"/>
              <a:buChar char="–"/>
              <a:defRPr/>
            </a:lvl3pPr>
            <a:lvl4pPr marL="2438339" lvl="3" indent="-423323" algn="l">
              <a:lnSpc>
                <a:spcPct val="110000"/>
              </a:lnSpc>
              <a:spcBef>
                <a:spcPts val="667"/>
              </a:spcBef>
              <a:spcAft>
                <a:spcPts val="0"/>
              </a:spcAft>
              <a:buClr>
                <a:schemeClr val="dk1"/>
              </a:buClr>
              <a:buSzPts val="1400"/>
              <a:buChar char="•"/>
              <a:defRPr/>
            </a:lvl4pPr>
            <a:lvl5pPr marL="3047924" lvl="4" indent="-423323" algn="l">
              <a:lnSpc>
                <a:spcPct val="110000"/>
              </a:lnSpc>
              <a:spcBef>
                <a:spcPts val="667"/>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1723794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8922F-BA9F-4562-A612-00FB61040E0C}"/>
              </a:ext>
            </a:extLst>
          </p:cNvPr>
          <p:cNvSpPr>
            <a:spLocks noGrp="1"/>
          </p:cNvSpPr>
          <p:nvPr>
            <p:ph type="title"/>
          </p:nvPr>
        </p:nvSpPr>
        <p:spPr/>
        <p:txBody>
          <a:bodyPr/>
          <a:lstStyle/>
          <a:p>
            <a:r>
              <a:rPr lang="en-US"/>
              <a:t>Click to edit Master title style</a:t>
            </a:r>
            <a:endParaRPr lang="en-GB" dirty="0"/>
          </a:p>
        </p:txBody>
      </p:sp>
      <p:sp>
        <p:nvSpPr>
          <p:cNvPr id="3" name="Subtitle 2">
            <a:extLst>
              <a:ext uri="{FF2B5EF4-FFF2-40B4-BE49-F238E27FC236}">
                <a16:creationId xmlns:a16="http://schemas.microsoft.com/office/drawing/2014/main" id="{C191D88D-9FEA-1ECD-113E-E4DB8761DEBC}"/>
              </a:ext>
            </a:extLst>
          </p:cNvPr>
          <p:cNvSpPr>
            <a:spLocks noGrp="1"/>
          </p:cNvSpPr>
          <p:nvPr>
            <p:ph type="subTitle" idx="10"/>
          </p:nvPr>
        </p:nvSpPr>
        <p:spPr>
          <a:xfrm>
            <a:off x="504825" y="1289304"/>
            <a:ext cx="11183938" cy="305149"/>
          </a:xfrm>
        </p:spPr>
        <p:txBody>
          <a:bodyPr/>
          <a:lstStyle>
            <a:lvl1pPr marL="0" indent="0" algn="l">
              <a:spcBef>
                <a:spcPts val="0"/>
              </a:spcBef>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Text Placeholder 3">
            <a:extLst>
              <a:ext uri="{FF2B5EF4-FFF2-40B4-BE49-F238E27FC236}">
                <a16:creationId xmlns:a16="http://schemas.microsoft.com/office/drawing/2014/main" id="{A8393D59-44BF-1B93-A65A-4AB9A9A383D6}"/>
              </a:ext>
            </a:extLst>
          </p:cNvPr>
          <p:cNvSpPr>
            <a:spLocks noGrp="1"/>
          </p:cNvSpPr>
          <p:nvPr>
            <p:ph type="body" sz="half" idx="2" hasCustomPrompt="1"/>
          </p:nvPr>
        </p:nvSpPr>
        <p:spPr>
          <a:xfrm>
            <a:off x="504825" y="6005056"/>
            <a:ext cx="8324849" cy="424319"/>
          </a:xfrm>
        </p:spPr>
        <p:txBody>
          <a:bodyPr anchor="b"/>
          <a:lstStyle>
            <a:lvl1pPr marL="0" indent="0">
              <a:spcBef>
                <a:spcPts val="0"/>
              </a:spcBef>
              <a:buNone/>
              <a:defRPr sz="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source/footnote or delete if not in use.</a:t>
            </a:r>
          </a:p>
        </p:txBody>
      </p:sp>
      <p:sp>
        <p:nvSpPr>
          <p:cNvPr id="5" name="Footer Placeholder 4">
            <a:extLst>
              <a:ext uri="{FF2B5EF4-FFF2-40B4-BE49-F238E27FC236}">
                <a16:creationId xmlns:a16="http://schemas.microsoft.com/office/drawing/2014/main" id="{EF7B56B3-64A8-DB7E-2704-E61C9048099F}"/>
              </a:ext>
            </a:extLst>
          </p:cNvPr>
          <p:cNvSpPr>
            <a:spLocks noGrp="1"/>
          </p:cNvSpPr>
          <p:nvPr>
            <p:ph type="ftr" sz="quarter" idx="11"/>
          </p:nvPr>
        </p:nvSpPr>
        <p:spPr/>
        <p:txBody>
          <a:bodyPr/>
          <a:lstStyle/>
          <a:p>
            <a:r>
              <a:rPr lang="en-US"/>
              <a:t>XXXXXXX.X.X.GBL.INST</a:t>
            </a:r>
            <a:endParaRPr lang="en-US" dirty="0"/>
          </a:p>
        </p:txBody>
      </p:sp>
    </p:spTree>
    <p:extLst>
      <p:ext uri="{BB962C8B-B14F-4D97-AF65-F5344CB8AC3E}">
        <p14:creationId xmlns:p14="http://schemas.microsoft.com/office/powerpoint/2010/main" val="389032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Title Slide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D3C4E71-4AC6-0E8C-4C97-E14713F914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1407" y="561107"/>
            <a:ext cx="2276391" cy="621792"/>
          </a:xfrm>
          <a:prstGeom prst="rect">
            <a:avLst/>
          </a:prstGeom>
        </p:spPr>
      </p:pic>
      <p:sp useBgFill="1">
        <p:nvSpPr>
          <p:cNvPr id="4" name="Rectangle 3">
            <a:extLst>
              <a:ext uri="{FF2B5EF4-FFF2-40B4-BE49-F238E27FC236}">
                <a16:creationId xmlns:a16="http://schemas.microsoft.com/office/drawing/2014/main" id="{246D5555-422E-C626-52E5-3EA335AFD2B8}"/>
              </a:ext>
            </a:extLst>
          </p:cNvPr>
          <p:cNvSpPr/>
          <p:nvPr/>
        </p:nvSpPr>
        <p:spPr>
          <a:xfrm>
            <a:off x="9394525" y="6365385"/>
            <a:ext cx="2797479"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B9757527-F68B-452C-85A9-A7EB38F0EA5E}"/>
              </a:ext>
            </a:extLst>
          </p:cNvPr>
          <p:cNvSpPr>
            <a:spLocks noGrp="1"/>
          </p:cNvSpPr>
          <p:nvPr>
            <p:ph type="ctrTitle"/>
          </p:nvPr>
        </p:nvSpPr>
        <p:spPr>
          <a:xfrm>
            <a:off x="511403" y="2034727"/>
            <a:ext cx="5760720" cy="3108960"/>
          </a:xfrm>
        </p:spPr>
        <p:txBody>
          <a:bodyPr anchor="t">
            <a:normAutofit/>
          </a:bodyPr>
          <a:lstStyle>
            <a:lvl1pPr algn="l">
              <a:lnSpc>
                <a:spcPct val="84000"/>
              </a:lnSpc>
              <a:defRPr sz="6000">
                <a:solidFill>
                  <a:schemeClr val="tx2"/>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CC0A3912-2609-473F-95E6-4D6F5BBB7B8B}"/>
              </a:ext>
            </a:extLst>
          </p:cNvPr>
          <p:cNvSpPr>
            <a:spLocks noGrp="1"/>
          </p:cNvSpPr>
          <p:nvPr>
            <p:ph type="subTitle" idx="1"/>
          </p:nvPr>
        </p:nvSpPr>
        <p:spPr>
          <a:xfrm>
            <a:off x="511404" y="5287505"/>
            <a:ext cx="5760720" cy="457200"/>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10" name="Text Placeholder 2">
            <a:extLst>
              <a:ext uri="{FF2B5EF4-FFF2-40B4-BE49-F238E27FC236}">
                <a16:creationId xmlns:a16="http://schemas.microsoft.com/office/drawing/2014/main" id="{0E63434A-9FBF-5C34-D829-DD738B61DF43}"/>
              </a:ext>
            </a:extLst>
          </p:cNvPr>
          <p:cNvSpPr>
            <a:spLocks noGrp="1"/>
          </p:cNvSpPr>
          <p:nvPr>
            <p:ph type="body" idx="10" hasCustomPrompt="1"/>
          </p:nvPr>
        </p:nvSpPr>
        <p:spPr>
          <a:xfrm>
            <a:off x="511404" y="6080766"/>
            <a:ext cx="5760720" cy="284619"/>
          </a:xfrm>
        </p:spPr>
        <p:txBody>
          <a:bodyPr/>
          <a:lstStyle>
            <a:lvl1pPr marL="0" indent="0">
              <a:spcBef>
                <a:spcPts val="0"/>
              </a:spcBef>
              <a:buNone/>
              <a:defRPr sz="1600" b="0">
                <a:solidFill>
                  <a:schemeClr val="tx2"/>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date</a:t>
            </a:r>
          </a:p>
        </p:txBody>
      </p:sp>
      <p:sp>
        <p:nvSpPr>
          <p:cNvPr id="5" name="Footer Placeholder 4">
            <a:extLst>
              <a:ext uri="{FF2B5EF4-FFF2-40B4-BE49-F238E27FC236}">
                <a16:creationId xmlns:a16="http://schemas.microsoft.com/office/drawing/2014/main" id="{569A1279-8DAB-50EF-7733-08609C6FD308}"/>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2772997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type="secHead" preserve="1">
  <p:cSld name="Divider">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CBDC-DCC7-4958-A904-125BBE5AAC77}"/>
              </a:ext>
            </a:extLst>
          </p:cNvPr>
          <p:cNvSpPr>
            <a:spLocks noGrp="1"/>
          </p:cNvSpPr>
          <p:nvPr>
            <p:ph type="title" hasCustomPrompt="1"/>
          </p:nvPr>
        </p:nvSpPr>
        <p:spPr>
          <a:xfrm>
            <a:off x="513569" y="1"/>
            <a:ext cx="9744859" cy="3749039"/>
          </a:xfrm>
        </p:spPr>
        <p:txBody>
          <a:bodyPr anchor="b">
            <a:noAutofit/>
          </a:bodyPr>
          <a:lstStyle>
            <a:lvl1pPr>
              <a:lnSpc>
                <a:spcPct val="113000"/>
              </a:lnSpc>
              <a:defRPr sz="10000"/>
            </a:lvl1pPr>
          </a:lstStyle>
          <a:p>
            <a:r>
              <a:rPr lang="en-US"/>
              <a:t>Divider title</a:t>
            </a:r>
            <a:endParaRPr lang="en-GB"/>
          </a:p>
        </p:txBody>
      </p:sp>
      <p:sp>
        <p:nvSpPr>
          <p:cNvPr id="3" name="Text Placeholder 2">
            <a:extLst>
              <a:ext uri="{FF2B5EF4-FFF2-40B4-BE49-F238E27FC236}">
                <a16:creationId xmlns:a16="http://schemas.microsoft.com/office/drawing/2014/main" id="{973F7FB6-810E-4116-8A6F-C39CE82A8C55}"/>
              </a:ext>
            </a:extLst>
          </p:cNvPr>
          <p:cNvSpPr>
            <a:spLocks noGrp="1"/>
          </p:cNvSpPr>
          <p:nvPr>
            <p:ph type="body" idx="1"/>
          </p:nvPr>
        </p:nvSpPr>
        <p:spPr>
          <a:xfrm>
            <a:off x="513569" y="4164911"/>
            <a:ext cx="9744859" cy="557407"/>
          </a:xfrm>
        </p:spPr>
        <p:txBody>
          <a:bodyPr/>
          <a:lstStyle>
            <a:lvl1pPr marL="0" indent="0">
              <a:spcBef>
                <a:spcPts val="0"/>
              </a:spcBef>
              <a:buNone/>
              <a:defRPr sz="1600">
                <a:solidFill>
                  <a:schemeClr val="tx2"/>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Footer Placeholder 3">
            <a:extLst>
              <a:ext uri="{FF2B5EF4-FFF2-40B4-BE49-F238E27FC236}">
                <a16:creationId xmlns:a16="http://schemas.microsoft.com/office/drawing/2014/main" id="{CDADDFFA-1175-AE1E-0D2D-B2001B4D2ECB}"/>
              </a:ext>
            </a:extLst>
          </p:cNvPr>
          <p:cNvSpPr>
            <a:spLocks noGrp="1"/>
          </p:cNvSpPr>
          <p:nvPr>
            <p:ph type="ftr" sz="quarter" idx="10"/>
          </p:nvPr>
        </p:nvSpPr>
        <p:spPr/>
        <p:txBody>
          <a:bodyPr/>
          <a:lstStyle/>
          <a:p>
            <a:r>
              <a:rPr lang="en-US"/>
              <a:t>XXXXXXX.X.X.GBL.INST</a:t>
            </a:r>
          </a:p>
        </p:txBody>
      </p:sp>
    </p:spTree>
    <p:extLst>
      <p:ext uri="{BB962C8B-B14F-4D97-AF65-F5344CB8AC3E}">
        <p14:creationId xmlns:p14="http://schemas.microsoft.com/office/powerpoint/2010/main" val="822524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1AEF-69B2-CA82-551F-9DE3C21AD455}"/>
              </a:ext>
            </a:extLst>
          </p:cNvPr>
          <p:cNvSpPr>
            <a:spLocks noGrp="1"/>
          </p:cNvSpPr>
          <p:nvPr>
            <p:ph type="title" hasCustomPrompt="1"/>
          </p:nvPr>
        </p:nvSpPr>
        <p:spPr>
          <a:xfrm>
            <a:off x="504825" y="2635256"/>
            <a:ext cx="4038600" cy="1285875"/>
          </a:xfrm>
        </p:spPr>
        <p:txBody>
          <a:bodyPr anchor="ctr"/>
          <a:lstStyle>
            <a:lvl1pPr>
              <a:defRPr sz="10000">
                <a:solidFill>
                  <a:schemeClr val="tx2"/>
                </a:solidFill>
              </a:defRPr>
            </a:lvl1pPr>
          </a:lstStyle>
          <a:p>
            <a:r>
              <a:rPr lang="en-US"/>
              <a:t>Agenda</a:t>
            </a:r>
          </a:p>
        </p:txBody>
      </p:sp>
      <p:sp>
        <p:nvSpPr>
          <p:cNvPr id="4" name="Text Placeholder 4">
            <a:extLst>
              <a:ext uri="{FF2B5EF4-FFF2-40B4-BE49-F238E27FC236}">
                <a16:creationId xmlns:a16="http://schemas.microsoft.com/office/drawing/2014/main" id="{4032E69C-4E35-2824-60E7-2A7B276C2703}"/>
              </a:ext>
            </a:extLst>
          </p:cNvPr>
          <p:cNvSpPr>
            <a:spLocks noGrp="1"/>
          </p:cNvSpPr>
          <p:nvPr>
            <p:ph type="body" sz="quarter" idx="10" hasCustomPrompt="1"/>
          </p:nvPr>
        </p:nvSpPr>
        <p:spPr>
          <a:xfrm>
            <a:off x="4789493" y="857254"/>
            <a:ext cx="6897687" cy="5143499"/>
          </a:xfrm>
        </p:spPr>
        <p:txBody>
          <a:bodyPr anchor="ctr">
            <a:normAutofit/>
          </a:bodyPr>
          <a:lstStyle>
            <a:lvl1pPr>
              <a:spcBef>
                <a:spcPts val="600"/>
              </a:spcBef>
              <a:defRPr sz="2000" b="0">
                <a:solidFill>
                  <a:schemeClr val="tx2"/>
                </a:solidFill>
              </a:defRPr>
            </a:lvl1pPr>
            <a:lvl2pPr marL="0" indent="0">
              <a:buNone/>
              <a:defRPr/>
            </a:lvl2pPr>
          </a:lstStyle>
          <a:p>
            <a:r>
              <a:rPr lang="en-US"/>
              <a:t>This is for presentations with many sections</a:t>
            </a:r>
            <a:br>
              <a:rPr lang="en-US"/>
            </a:br>
            <a:r>
              <a:rPr lang="en-US"/>
              <a:t>Keep your section names short (one line)</a:t>
            </a:r>
            <a:br>
              <a:rPr lang="en-US"/>
            </a:br>
            <a:r>
              <a:rPr lang="en-US"/>
              <a:t>Line item three</a:t>
            </a:r>
            <a:br>
              <a:rPr lang="en-US"/>
            </a:br>
            <a:r>
              <a:rPr lang="en-US"/>
              <a:t>Line item four</a:t>
            </a:r>
            <a:br>
              <a:rPr lang="en-US"/>
            </a:br>
            <a:r>
              <a:rPr lang="en-US"/>
              <a:t>Line item five</a:t>
            </a:r>
            <a:br>
              <a:rPr lang="en-US"/>
            </a:br>
            <a:r>
              <a:rPr lang="en-US"/>
              <a:t>Line item six</a:t>
            </a:r>
            <a:br>
              <a:rPr lang="en-US"/>
            </a:br>
            <a:r>
              <a:rPr lang="en-US"/>
              <a:t>Line item seven</a:t>
            </a:r>
            <a:br>
              <a:rPr lang="en-US"/>
            </a:br>
            <a:r>
              <a:rPr lang="en-US"/>
              <a:t>Line item eight</a:t>
            </a:r>
          </a:p>
        </p:txBody>
      </p:sp>
      <p:sp>
        <p:nvSpPr>
          <p:cNvPr id="3" name="Footer Placeholder 2">
            <a:extLst>
              <a:ext uri="{FF2B5EF4-FFF2-40B4-BE49-F238E27FC236}">
                <a16:creationId xmlns:a16="http://schemas.microsoft.com/office/drawing/2014/main" id="{81CBDA59-651B-FB0B-D5E0-8A6243F8F1B8}"/>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485191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Agenda Intr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9" cy="683128"/>
          </a:xfrm>
        </p:spPr>
        <p:txBody>
          <a:bodyPr/>
          <a:lstStyle>
            <a:lvl1pPr>
              <a:defRPr sz="4600"/>
            </a:lvl1pPr>
          </a:lstStyle>
          <a:p>
            <a:r>
              <a:rPr lang="en-US"/>
              <a:t>Click to add agenda</a:t>
            </a:r>
          </a:p>
        </p:txBody>
      </p:sp>
      <p:sp>
        <p:nvSpPr>
          <p:cNvPr id="5" name="Text Placeholder 4">
            <a:extLst>
              <a:ext uri="{FF2B5EF4-FFF2-40B4-BE49-F238E27FC236}">
                <a16:creationId xmlns:a16="http://schemas.microsoft.com/office/drawing/2014/main" id="{638A5F80-900F-76AF-4129-332041060194}"/>
              </a:ext>
            </a:extLst>
          </p:cNvPr>
          <p:cNvSpPr>
            <a:spLocks noGrp="1"/>
          </p:cNvSpPr>
          <p:nvPr>
            <p:ph type="body" sz="quarter" idx="10" hasCustomPrompt="1"/>
          </p:nvPr>
        </p:nvSpPr>
        <p:spPr>
          <a:xfrm>
            <a:off x="504825" y="1285875"/>
            <a:ext cx="8324851" cy="1714500"/>
          </a:xfrm>
        </p:spPr>
        <p:txBody>
          <a:bodyPr/>
          <a:lstStyle>
            <a:lvl1pPr>
              <a:spcBef>
                <a:spcPts val="600"/>
              </a:spcBef>
              <a:defRPr sz="2000" b="0">
                <a:solidFill>
                  <a:schemeClr val="tx2"/>
                </a:solidFill>
              </a:defRPr>
            </a:lvl1pPr>
            <a:lvl2pPr marL="0" indent="0">
              <a:buNone/>
              <a:defRPr/>
            </a:lvl2pPr>
          </a:lstStyle>
          <a:p>
            <a:r>
              <a:rPr lang="en-US"/>
              <a:t>This is a combined agenda</a:t>
            </a:r>
            <a:br>
              <a:rPr lang="en-US"/>
            </a:br>
            <a:r>
              <a:rPr lang="en-US"/>
              <a:t>Large lines are for presentation sections</a:t>
            </a:r>
            <a:br>
              <a:rPr lang="en-US"/>
            </a:br>
            <a:r>
              <a:rPr lang="en-US"/>
              <a:t>Keep your section names short (one line)</a:t>
            </a:r>
            <a:br>
              <a:rPr lang="en-US"/>
            </a:br>
            <a:r>
              <a:rPr lang="en-US"/>
              <a:t>Maximum four sections</a:t>
            </a:r>
          </a:p>
        </p:txBody>
      </p:sp>
      <p:sp>
        <p:nvSpPr>
          <p:cNvPr id="3" name="Footer Placeholder 2">
            <a:extLst>
              <a:ext uri="{FF2B5EF4-FFF2-40B4-BE49-F238E27FC236}">
                <a16:creationId xmlns:a16="http://schemas.microsoft.com/office/drawing/2014/main" id="{8AEA97E1-80C0-5B07-9551-2AACEB3AEA87}"/>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167124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Agenda Lo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431-5F8F-17C5-0C34-9338F0D63074}"/>
              </a:ext>
            </a:extLst>
          </p:cNvPr>
          <p:cNvSpPr>
            <a:spLocks noGrp="1"/>
          </p:cNvSpPr>
          <p:nvPr>
            <p:ph type="title" hasCustomPrompt="1"/>
          </p:nvPr>
        </p:nvSpPr>
        <p:spPr>
          <a:xfrm>
            <a:off x="504825" y="310896"/>
            <a:ext cx="11183939" cy="683128"/>
          </a:xfrm>
        </p:spPr>
        <p:txBody>
          <a:bodyPr/>
          <a:lstStyle>
            <a:lvl1pPr>
              <a:defRPr sz="4600"/>
            </a:lvl1pPr>
          </a:lstStyle>
          <a:p>
            <a:r>
              <a:rPr lang="en-US"/>
              <a:t>Click to add agenda</a:t>
            </a:r>
          </a:p>
        </p:txBody>
      </p:sp>
      <p:sp>
        <p:nvSpPr>
          <p:cNvPr id="6" name="Table Placeholder 5">
            <a:extLst>
              <a:ext uri="{FF2B5EF4-FFF2-40B4-BE49-F238E27FC236}">
                <a16:creationId xmlns:a16="http://schemas.microsoft.com/office/drawing/2014/main" id="{63A86495-008D-CE05-04FB-E43BCCB8C6A0}"/>
              </a:ext>
            </a:extLst>
          </p:cNvPr>
          <p:cNvSpPr>
            <a:spLocks noGrp="1"/>
          </p:cNvSpPr>
          <p:nvPr>
            <p:ph type="tbl" sz="quarter" idx="10"/>
          </p:nvPr>
        </p:nvSpPr>
        <p:spPr>
          <a:xfrm>
            <a:off x="504828" y="1714503"/>
            <a:ext cx="11183937" cy="3857625"/>
          </a:xfrm>
        </p:spPr>
        <p:txBody>
          <a:bodyPr/>
          <a:lstStyle>
            <a:lvl1pPr>
              <a:defRPr b="0">
                <a:solidFill>
                  <a:schemeClr val="tx2"/>
                </a:solidFill>
              </a:defRPr>
            </a:lvl1pPr>
          </a:lstStyle>
          <a:p>
            <a:r>
              <a:rPr lang="en-US"/>
              <a:t>Click icon to add table</a:t>
            </a:r>
          </a:p>
        </p:txBody>
      </p:sp>
      <p:sp>
        <p:nvSpPr>
          <p:cNvPr id="3" name="Footer Placeholder 2">
            <a:extLst>
              <a:ext uri="{FF2B5EF4-FFF2-40B4-BE49-F238E27FC236}">
                <a16:creationId xmlns:a16="http://schemas.microsoft.com/office/drawing/2014/main" id="{5482D7F3-03DE-3D3C-4ECF-525BAC203CE9}"/>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3018376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C087C-ADC7-471D-9779-65728514A9D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329DDF-1E90-40B7-97C4-3D8294054120}"/>
              </a:ext>
            </a:extLst>
          </p:cNvPr>
          <p:cNvSpPr>
            <a:spLocks noGrp="1"/>
          </p:cNvSpPr>
          <p:nvPr>
            <p:ph idx="1"/>
          </p:nvPr>
        </p:nvSpPr>
        <p:spPr>
          <a:xfrm>
            <a:off x="504825" y="1828800"/>
            <a:ext cx="8324851"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ubtitle 2">
            <a:extLst>
              <a:ext uri="{FF2B5EF4-FFF2-40B4-BE49-F238E27FC236}">
                <a16:creationId xmlns:a16="http://schemas.microsoft.com/office/drawing/2014/main" id="{E3B2E980-01D0-B782-7A89-5A8F604732F6}"/>
              </a:ext>
            </a:extLst>
          </p:cNvPr>
          <p:cNvSpPr>
            <a:spLocks noGrp="1"/>
          </p:cNvSpPr>
          <p:nvPr>
            <p:ph type="subTitle" idx="10"/>
          </p:nvPr>
        </p:nvSpPr>
        <p:spPr>
          <a:xfrm>
            <a:off x="504825" y="1285875"/>
            <a:ext cx="11183939" cy="299434"/>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Text Placeholder 3">
            <a:extLst>
              <a:ext uri="{FF2B5EF4-FFF2-40B4-BE49-F238E27FC236}">
                <a16:creationId xmlns:a16="http://schemas.microsoft.com/office/drawing/2014/main" id="{5CE38D2A-2D5B-B784-0C2A-ADF6CEE58EAE}"/>
              </a:ext>
            </a:extLst>
          </p:cNvPr>
          <p:cNvSpPr>
            <a:spLocks noGrp="1"/>
          </p:cNvSpPr>
          <p:nvPr>
            <p:ph type="body" sz="half" idx="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4" name="Footer Placeholder 3">
            <a:extLst>
              <a:ext uri="{FF2B5EF4-FFF2-40B4-BE49-F238E27FC236}">
                <a16:creationId xmlns:a16="http://schemas.microsoft.com/office/drawing/2014/main" id="{BB0828B8-589D-6EEF-2762-373603DB1CB6}"/>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608421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8" y="1828800"/>
            <a:ext cx="5467351"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41" y="1828800"/>
            <a:ext cx="5467351" cy="4171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Text Placeholder 3">
            <a:extLst>
              <a:ext uri="{FF2B5EF4-FFF2-40B4-BE49-F238E27FC236}">
                <a16:creationId xmlns:a16="http://schemas.microsoft.com/office/drawing/2014/main" id="{4508E9B8-AF29-A6AE-3A3A-43D51D2203CE}"/>
              </a:ext>
            </a:extLst>
          </p:cNvPr>
          <p:cNvSpPr>
            <a:spLocks noGrp="1"/>
          </p:cNvSpPr>
          <p:nvPr>
            <p:ph type="body" sz="half" idx="11"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7" name="Footer Placeholder 6">
            <a:extLst>
              <a:ext uri="{FF2B5EF4-FFF2-40B4-BE49-F238E27FC236}">
                <a16:creationId xmlns:a16="http://schemas.microsoft.com/office/drawing/2014/main" id="{C3282214-2EC4-58D1-6FDE-0915FFF73104}"/>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1744682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2642B4-0CC8-4104-857F-4836973BD33E}"/>
              </a:ext>
            </a:extLst>
          </p:cNvPr>
          <p:cNvSpPr>
            <a:spLocks noGrp="1"/>
          </p:cNvSpPr>
          <p:nvPr>
            <p:ph type="body" idx="1"/>
          </p:nvPr>
        </p:nvSpPr>
        <p:spPr>
          <a:xfrm>
            <a:off x="504828" y="1828800"/>
            <a:ext cx="5467349" cy="361950"/>
          </a:xfrm>
        </p:spPr>
        <p:txBody>
          <a:bodyPr anchor="t"/>
          <a:lstStyle>
            <a:lvl1pPr marL="0" indent="0">
              <a:spcBef>
                <a:spcPts val="0"/>
              </a:spcBef>
              <a:buNone/>
              <a:defRPr sz="1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8BF76D-D5E1-4698-9C97-D58273F22DF9}"/>
              </a:ext>
            </a:extLst>
          </p:cNvPr>
          <p:cNvSpPr>
            <a:spLocks noGrp="1"/>
          </p:cNvSpPr>
          <p:nvPr>
            <p:ph sz="half" idx="2"/>
          </p:nvPr>
        </p:nvSpPr>
        <p:spPr>
          <a:xfrm>
            <a:off x="504828" y="2263302"/>
            <a:ext cx="5467351"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FAA2066-1D7A-4CFB-A042-5BC8A31E9675}"/>
              </a:ext>
            </a:extLst>
          </p:cNvPr>
          <p:cNvSpPr>
            <a:spLocks noGrp="1"/>
          </p:cNvSpPr>
          <p:nvPr>
            <p:ph type="body" sz="quarter" idx="3"/>
          </p:nvPr>
        </p:nvSpPr>
        <p:spPr>
          <a:xfrm>
            <a:off x="6219827" y="1828800"/>
            <a:ext cx="5467348" cy="361950"/>
          </a:xfrm>
        </p:spPr>
        <p:txBody>
          <a:bodyPr anchor="t"/>
          <a:lstStyle>
            <a:lvl1pPr marL="0" indent="0">
              <a:spcBef>
                <a:spcPts val="0"/>
              </a:spcBef>
              <a:buNone/>
              <a:defRPr sz="1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6676E0-66A1-4897-A9E9-A45BA6558473}"/>
              </a:ext>
            </a:extLst>
          </p:cNvPr>
          <p:cNvSpPr>
            <a:spLocks noGrp="1"/>
          </p:cNvSpPr>
          <p:nvPr>
            <p:ph sz="quarter" idx="4"/>
          </p:nvPr>
        </p:nvSpPr>
        <p:spPr>
          <a:xfrm>
            <a:off x="6219827" y="2263302"/>
            <a:ext cx="5467348" cy="373744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57025606-624F-386A-F3F1-DDEF7049F912}"/>
              </a:ext>
            </a:extLst>
          </p:cNvPr>
          <p:cNvSpPr>
            <a:spLocks noGrp="1"/>
          </p:cNvSpPr>
          <p:nvPr>
            <p:ph type="title"/>
          </p:nvPr>
        </p:nvSpPr>
        <p:spPr/>
        <p:txBody>
          <a:bodyPr/>
          <a:lstStyle/>
          <a:p>
            <a:r>
              <a:rPr lang="en-US"/>
              <a:t>Click to edit Master title style</a:t>
            </a:r>
          </a:p>
        </p:txBody>
      </p:sp>
      <p:sp>
        <p:nvSpPr>
          <p:cNvPr id="8" name="Subtitle 2">
            <a:extLst>
              <a:ext uri="{FF2B5EF4-FFF2-40B4-BE49-F238E27FC236}">
                <a16:creationId xmlns:a16="http://schemas.microsoft.com/office/drawing/2014/main" id="{E8F851E7-8143-E09D-9CBA-C39D2AFD816C}"/>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2" name="Text Placeholder 3">
            <a:extLst>
              <a:ext uri="{FF2B5EF4-FFF2-40B4-BE49-F238E27FC236}">
                <a16:creationId xmlns:a16="http://schemas.microsoft.com/office/drawing/2014/main" id="{EB572AE9-B92E-A247-B3ED-74E0C5870284}"/>
              </a:ext>
            </a:extLst>
          </p:cNvPr>
          <p:cNvSpPr>
            <a:spLocks noGrp="1"/>
          </p:cNvSpPr>
          <p:nvPr>
            <p:ph type="body" sz="half" idx="11"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9" name="Footer Placeholder 8">
            <a:extLst>
              <a:ext uri="{FF2B5EF4-FFF2-40B4-BE49-F238E27FC236}">
                <a16:creationId xmlns:a16="http://schemas.microsoft.com/office/drawing/2014/main" id="{0DB28C47-396A-4E5D-D378-5A6A17DB48A6}"/>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3099467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4313239" y="1828800"/>
            <a:ext cx="3563936"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8121652" y="1828800"/>
            <a:ext cx="3567112"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3">
            <a:extLst>
              <a:ext uri="{FF2B5EF4-FFF2-40B4-BE49-F238E27FC236}">
                <a16:creationId xmlns:a16="http://schemas.microsoft.com/office/drawing/2014/main" id="{A605323A-761D-AC55-FFA5-1A9B9A30BEBC}"/>
              </a:ext>
            </a:extLst>
          </p:cNvPr>
          <p:cNvSpPr>
            <a:spLocks noGrp="1"/>
          </p:cNvSpPr>
          <p:nvPr>
            <p:ph type="body" sz="half" idx="1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8" name="Footer Placeholder 7">
            <a:extLst>
              <a:ext uri="{FF2B5EF4-FFF2-40B4-BE49-F238E27FC236}">
                <a16:creationId xmlns:a16="http://schemas.microsoft.com/office/drawing/2014/main" id="{6EADC917-1F4D-9AA2-10B4-34ECA961C6F8}"/>
              </a:ext>
            </a:extLst>
          </p:cNvPr>
          <p:cNvSpPr>
            <a:spLocks noGrp="1"/>
          </p:cNvSpPr>
          <p:nvPr>
            <p:ph type="ftr" sz="quarter" idx="13"/>
          </p:nvPr>
        </p:nvSpPr>
        <p:spPr/>
        <p:txBody>
          <a:bodyPr/>
          <a:lstStyle/>
          <a:p>
            <a:r>
              <a:rPr lang="en-US"/>
              <a:t>XXXXXXX.X.X.GBL.INST</a:t>
            </a:r>
          </a:p>
        </p:txBody>
      </p:sp>
    </p:spTree>
    <p:extLst>
      <p:ext uri="{BB962C8B-B14F-4D97-AF65-F5344CB8AC3E}">
        <p14:creationId xmlns:p14="http://schemas.microsoft.com/office/powerpoint/2010/main" val="94244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7"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3362325" y="1828800"/>
            <a:ext cx="2609851"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Content Placeholder 3">
            <a:extLst>
              <a:ext uri="{FF2B5EF4-FFF2-40B4-BE49-F238E27FC236}">
                <a16:creationId xmlns:a16="http://schemas.microsoft.com/office/drawing/2014/main" id="{0F470151-484C-8FA4-73C3-77305B7AAA7A}"/>
              </a:ext>
            </a:extLst>
          </p:cNvPr>
          <p:cNvSpPr>
            <a:spLocks noGrp="1"/>
          </p:cNvSpPr>
          <p:nvPr>
            <p:ph sz="half" idx="11"/>
          </p:nvPr>
        </p:nvSpPr>
        <p:spPr>
          <a:xfrm>
            <a:off x="6218237" y="1828800"/>
            <a:ext cx="2609851"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3">
            <a:extLst>
              <a:ext uri="{FF2B5EF4-FFF2-40B4-BE49-F238E27FC236}">
                <a16:creationId xmlns:a16="http://schemas.microsoft.com/office/drawing/2014/main" id="{4A1C3E2B-A6B8-CD6F-8EE4-ACF923A19FAF}"/>
              </a:ext>
            </a:extLst>
          </p:cNvPr>
          <p:cNvSpPr>
            <a:spLocks noGrp="1"/>
          </p:cNvSpPr>
          <p:nvPr>
            <p:ph sz="half" idx="12"/>
          </p:nvPr>
        </p:nvSpPr>
        <p:spPr>
          <a:xfrm>
            <a:off x="9077325" y="1828800"/>
            <a:ext cx="2609848" cy="4171950"/>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3">
            <a:extLst>
              <a:ext uri="{FF2B5EF4-FFF2-40B4-BE49-F238E27FC236}">
                <a16:creationId xmlns:a16="http://schemas.microsoft.com/office/drawing/2014/main" id="{3AC471FE-4E6F-207A-F6B0-9B773955F24F}"/>
              </a:ext>
            </a:extLst>
          </p:cNvPr>
          <p:cNvSpPr>
            <a:spLocks noGrp="1"/>
          </p:cNvSpPr>
          <p:nvPr>
            <p:ph type="body" sz="half" idx="13"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8" name="Footer Placeholder 7">
            <a:extLst>
              <a:ext uri="{FF2B5EF4-FFF2-40B4-BE49-F238E27FC236}">
                <a16:creationId xmlns:a16="http://schemas.microsoft.com/office/drawing/2014/main" id="{F6275B4E-8A16-5B09-113B-A1457D892A57}"/>
              </a:ext>
            </a:extLst>
          </p:cNvPr>
          <p:cNvSpPr>
            <a:spLocks noGrp="1"/>
          </p:cNvSpPr>
          <p:nvPr>
            <p:ph type="ftr" sz="quarter" idx="14"/>
          </p:nvPr>
        </p:nvSpPr>
        <p:spPr/>
        <p:txBody>
          <a:bodyPr/>
          <a:lstStyle/>
          <a:p>
            <a:r>
              <a:rPr lang="en-US"/>
              <a:t>XXXXXXX.X.X.GBL.INST</a:t>
            </a:r>
          </a:p>
        </p:txBody>
      </p:sp>
    </p:spTree>
    <p:extLst>
      <p:ext uri="{BB962C8B-B14F-4D97-AF65-F5344CB8AC3E}">
        <p14:creationId xmlns:p14="http://schemas.microsoft.com/office/powerpoint/2010/main" val="987916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Content + Char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E7DA1-8F40-47F5-A584-D54BFD297000}"/>
              </a:ext>
            </a:extLst>
          </p:cNvPr>
          <p:cNvSpPr>
            <a:spLocks noGrp="1"/>
          </p:cNvSpPr>
          <p:nvPr>
            <p:ph sz="half" idx="1"/>
          </p:nvPr>
        </p:nvSpPr>
        <p:spPr>
          <a:xfrm>
            <a:off x="504828" y="1828800"/>
            <a:ext cx="5467351"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699F6C5-AD44-484C-BF7D-933379D5450C}"/>
              </a:ext>
            </a:extLst>
          </p:cNvPr>
          <p:cNvSpPr>
            <a:spLocks noGrp="1"/>
          </p:cNvSpPr>
          <p:nvPr>
            <p:ph sz="half" idx="2"/>
          </p:nvPr>
        </p:nvSpPr>
        <p:spPr>
          <a:xfrm>
            <a:off x="6218241" y="428631"/>
            <a:ext cx="5467351" cy="557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8" y="1289310"/>
            <a:ext cx="5467351"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Title 5">
            <a:extLst>
              <a:ext uri="{FF2B5EF4-FFF2-40B4-BE49-F238E27FC236}">
                <a16:creationId xmlns:a16="http://schemas.microsoft.com/office/drawing/2014/main" id="{2A817094-1331-B2E1-2BF4-B435B1DD7B46}"/>
              </a:ext>
            </a:extLst>
          </p:cNvPr>
          <p:cNvSpPr>
            <a:spLocks noGrp="1"/>
          </p:cNvSpPr>
          <p:nvPr>
            <p:ph type="title"/>
          </p:nvPr>
        </p:nvSpPr>
        <p:spPr>
          <a:xfrm>
            <a:off x="504828" y="310896"/>
            <a:ext cx="5467351" cy="822960"/>
          </a:xfrm>
        </p:spPr>
        <p:txBody>
          <a:bodyPr/>
          <a:lstStyle/>
          <a:p>
            <a:r>
              <a:rPr lang="en-US"/>
              <a:t>Click to edit Master title style</a:t>
            </a:r>
          </a:p>
        </p:txBody>
      </p:sp>
      <p:sp>
        <p:nvSpPr>
          <p:cNvPr id="2" name="Text Placeholder 3">
            <a:extLst>
              <a:ext uri="{FF2B5EF4-FFF2-40B4-BE49-F238E27FC236}">
                <a16:creationId xmlns:a16="http://schemas.microsoft.com/office/drawing/2014/main" id="{7C89D5B4-7365-103E-16E3-D3504C1D2C06}"/>
              </a:ext>
            </a:extLst>
          </p:cNvPr>
          <p:cNvSpPr>
            <a:spLocks noGrp="1"/>
          </p:cNvSpPr>
          <p:nvPr>
            <p:ph type="body" sz="half" idx="11"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7" name="Footer Placeholder 6">
            <a:extLst>
              <a:ext uri="{FF2B5EF4-FFF2-40B4-BE49-F238E27FC236}">
                <a16:creationId xmlns:a16="http://schemas.microsoft.com/office/drawing/2014/main" id="{FB5D8A0F-B03F-B2E5-5B8B-D1210C31114F}"/>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2029248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8922F-BA9F-4562-A612-00FB61040E0C}"/>
              </a:ext>
            </a:extLst>
          </p:cNvPr>
          <p:cNvSpPr>
            <a:spLocks noGrp="1"/>
          </p:cNvSpPr>
          <p:nvPr>
            <p:ph type="title"/>
          </p:nvPr>
        </p:nvSpPr>
        <p:spPr/>
        <p:txBody>
          <a:bodyPr/>
          <a:lstStyle/>
          <a:p>
            <a:r>
              <a:rPr lang="en-US"/>
              <a:t>Click to edit Master title style</a:t>
            </a:r>
            <a:endParaRPr lang="en-GB"/>
          </a:p>
        </p:txBody>
      </p:sp>
      <p:sp>
        <p:nvSpPr>
          <p:cNvPr id="3" name="Subtitle 2">
            <a:extLst>
              <a:ext uri="{FF2B5EF4-FFF2-40B4-BE49-F238E27FC236}">
                <a16:creationId xmlns:a16="http://schemas.microsoft.com/office/drawing/2014/main" id="{C191D88D-9FEA-1ECD-113E-E4DB8761DEBC}"/>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4" name="Text Placeholder 3">
            <a:extLst>
              <a:ext uri="{FF2B5EF4-FFF2-40B4-BE49-F238E27FC236}">
                <a16:creationId xmlns:a16="http://schemas.microsoft.com/office/drawing/2014/main" id="{A8393D59-44BF-1B93-A65A-4AB9A9A383D6}"/>
              </a:ext>
            </a:extLst>
          </p:cNvPr>
          <p:cNvSpPr>
            <a:spLocks noGrp="1"/>
          </p:cNvSpPr>
          <p:nvPr>
            <p:ph type="body" sz="half" idx="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5" name="Footer Placeholder 4">
            <a:extLst>
              <a:ext uri="{FF2B5EF4-FFF2-40B4-BE49-F238E27FC236}">
                <a16:creationId xmlns:a16="http://schemas.microsoft.com/office/drawing/2014/main" id="{EF7B56B3-64A8-DB7E-2704-E61C9048099F}"/>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266535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09BFD6D-2212-5FD6-AB20-DE8D4A32845A}"/>
              </a:ext>
            </a:extLst>
          </p:cNvPr>
          <p:cNvSpPr>
            <a:spLocks noGrp="1"/>
          </p:cNvSpPr>
          <p:nvPr>
            <p:ph type="ftr" sz="quarter" idx="10"/>
          </p:nvPr>
        </p:nvSpPr>
        <p:spPr/>
        <p:txBody>
          <a:bodyPr/>
          <a:lstStyle/>
          <a:p>
            <a:r>
              <a:rPr lang="en-US"/>
              <a:t>XXXXXXX.X.X.GBL.INST</a:t>
            </a:r>
          </a:p>
        </p:txBody>
      </p:sp>
    </p:spTree>
    <p:extLst>
      <p:ext uri="{BB962C8B-B14F-4D97-AF65-F5344CB8AC3E}">
        <p14:creationId xmlns:p14="http://schemas.microsoft.com/office/powerpoint/2010/main" val="2591055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Callout">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5" y="1285875"/>
            <a:ext cx="8324851" cy="4286250"/>
          </a:xfrm>
        </p:spPr>
        <p:txBody>
          <a:bodyPr anchor="ctr"/>
          <a:lstStyle>
            <a:lvl1pPr>
              <a:spcBef>
                <a:spcPts val="0"/>
              </a:spcBef>
              <a:defRPr sz="5600" b="0">
                <a:solidFill>
                  <a:schemeClr val="tx2"/>
                </a:solidFill>
                <a:latin typeface="+mj-lt"/>
              </a:defRPr>
            </a:lvl1pPr>
            <a:lvl2pPr marL="0" indent="0">
              <a:buNone/>
              <a:defRPr/>
            </a:lvl2pPr>
          </a:lstStyle>
          <a:p>
            <a:pPr lvl="0"/>
            <a:r>
              <a:rPr lang="en-US"/>
              <a:t>Callout text block should always align to the center vertically. Lorem ipsum dolor sit amet, consectetuer adipiscing </a:t>
            </a:r>
            <a:r>
              <a:rPr lang="en-US" err="1"/>
              <a:t>elit</a:t>
            </a:r>
            <a:r>
              <a:rPr lang="en-US"/>
              <a:t>.</a:t>
            </a:r>
          </a:p>
        </p:txBody>
      </p:sp>
      <p:sp>
        <p:nvSpPr>
          <p:cNvPr id="3" name="Footer Placeholder 2">
            <a:extLst>
              <a:ext uri="{FF2B5EF4-FFF2-40B4-BE49-F238E27FC236}">
                <a16:creationId xmlns:a16="http://schemas.microsoft.com/office/drawing/2014/main" id="{3BECCE4A-CBB2-B61C-3EC5-DC4741A27FB9}"/>
              </a:ext>
            </a:extLst>
          </p:cNvPr>
          <p:cNvSpPr>
            <a:spLocks noGrp="1"/>
          </p:cNvSpPr>
          <p:nvPr>
            <p:ph type="ftr" sz="quarter" idx="11"/>
          </p:nvPr>
        </p:nvSpPr>
        <p:spPr/>
        <p:txBody>
          <a:bodyPr/>
          <a:lstStyle>
            <a:lvl1pPr>
              <a:defRPr>
                <a:solidFill>
                  <a:schemeClr val="tx1"/>
                </a:solidFill>
              </a:defRPr>
            </a:lvl1pPr>
          </a:lstStyle>
          <a:p>
            <a:r>
              <a:rPr lang="en-US"/>
              <a:t>XXXXXXX.X.X.GBL.INST</a:t>
            </a:r>
          </a:p>
        </p:txBody>
      </p:sp>
    </p:spTree>
    <p:extLst>
      <p:ext uri="{BB962C8B-B14F-4D97-AF65-F5344CB8AC3E}">
        <p14:creationId xmlns:p14="http://schemas.microsoft.com/office/powerpoint/2010/main" val="1643614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Callout w/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hasCustomPrompt="1"/>
          </p:nvPr>
        </p:nvSpPr>
        <p:spPr>
          <a:xfrm>
            <a:off x="0" y="857250"/>
            <a:ext cx="12192000" cy="5143500"/>
          </a:xfrm>
          <a:solidFill>
            <a:schemeClr val="bg1">
              <a:lumMod val="95000"/>
            </a:schemeClr>
          </a:solidFill>
        </p:spPr>
        <p:txBody>
          <a:bodyPr/>
          <a:lstStyle>
            <a:lvl1pPr>
              <a:defRPr sz="1200" b="0">
                <a:solidFill>
                  <a:srgbClr val="FF0000"/>
                </a:solidFill>
              </a:defRPr>
            </a:lvl1pPr>
          </a:lstStyle>
          <a:p>
            <a:r>
              <a:rPr lang="en-US"/>
              <a:t>Right click picture placeholder &gt; Bring to Front. Drag picture to placeholder or click icon to add. Right click picture placeholder &gt;Sent to Back. </a:t>
            </a:r>
            <a:br>
              <a:rPr lang="en-US"/>
            </a:br>
            <a:r>
              <a:rPr lang="en-US"/>
              <a:t>NOTE: Select an image that relates to the presentation subject and aligns with the State Street image guidelines. Do not use more than one image.</a:t>
            </a:r>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5" y="1285879"/>
            <a:ext cx="8572499" cy="4286249"/>
          </a:xfrm>
        </p:spPr>
        <p:txBody>
          <a:bodyPr anchor="ctr"/>
          <a:lstStyle>
            <a:lvl1pPr>
              <a:spcBef>
                <a:spcPts val="0"/>
              </a:spcBef>
              <a:defRPr sz="5600" b="0">
                <a:solidFill>
                  <a:schemeClr val="tx2"/>
                </a:solidFill>
                <a:latin typeface="+mj-lt"/>
              </a:defRPr>
            </a:lvl1pPr>
            <a:lvl2pPr marL="0" indent="0">
              <a:buNone/>
              <a:defRPr/>
            </a:lvl2pPr>
          </a:lstStyle>
          <a:p>
            <a:pPr lvl="0"/>
            <a:r>
              <a:rPr lang="en-US"/>
              <a:t>Callout with background image. Text block should always align to the center vertically.</a:t>
            </a:r>
          </a:p>
        </p:txBody>
      </p:sp>
      <p:sp>
        <p:nvSpPr>
          <p:cNvPr id="2" name="Footer Placeholder 1">
            <a:extLst>
              <a:ext uri="{FF2B5EF4-FFF2-40B4-BE49-F238E27FC236}">
                <a16:creationId xmlns:a16="http://schemas.microsoft.com/office/drawing/2014/main" id="{488FD4BA-DFE8-4BE5-B443-912B7C397A28}"/>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50854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Callout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a:t>Click icon to add picture</a:t>
            </a:r>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504829" y="1285879"/>
            <a:ext cx="6896099" cy="4286249"/>
          </a:xfrm>
        </p:spPr>
        <p:txBody>
          <a:bodyPr anchor="ctr"/>
          <a:lstStyle>
            <a:lvl1pPr>
              <a:spcBef>
                <a:spcPts val="0"/>
              </a:spcBef>
              <a:defRPr sz="4000" b="0">
                <a:solidFill>
                  <a:schemeClr val="tx2"/>
                </a:solidFill>
                <a:latin typeface="+mj-lt"/>
              </a:defRPr>
            </a:lvl1pPr>
            <a:lvl2pPr marL="0" indent="0">
              <a:buNone/>
              <a:defRPr/>
            </a:lvl2pPr>
          </a:lstStyle>
          <a:p>
            <a:pPr lvl="0"/>
            <a:r>
              <a:rPr lang="en-US"/>
              <a:t>Callout with image on right side.  Lorem ipsum dolor sit amet, consectetuer adipiscing elit. Maecenas porttitor congue </a:t>
            </a:r>
            <a:r>
              <a:rPr lang="en-US" err="1"/>
              <a:t>massa</a:t>
            </a:r>
            <a:r>
              <a:rPr lang="en-US"/>
              <a:t>.</a:t>
            </a:r>
          </a:p>
        </p:txBody>
      </p:sp>
      <p:sp>
        <p:nvSpPr>
          <p:cNvPr id="2" name="Footer Placeholder 1">
            <a:extLst>
              <a:ext uri="{FF2B5EF4-FFF2-40B4-BE49-F238E27FC236}">
                <a16:creationId xmlns:a16="http://schemas.microsoft.com/office/drawing/2014/main" id="{96AB2F76-4D12-E184-684B-C20B9C338263}"/>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193373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Quote w/ 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0C059A5-9356-C257-B65D-1B8CF0EA3116}"/>
              </a:ext>
            </a:extLst>
          </p:cNvPr>
          <p:cNvSpPr>
            <a:spLocks noGrp="1"/>
          </p:cNvSpPr>
          <p:nvPr>
            <p:ph type="pic" sz="quarter" idx="11"/>
          </p:nvPr>
        </p:nvSpPr>
        <p:spPr>
          <a:xfrm>
            <a:off x="7648575" y="857250"/>
            <a:ext cx="4038600" cy="5143500"/>
          </a:xfrm>
          <a:solidFill>
            <a:schemeClr val="bg1">
              <a:lumMod val="95000"/>
            </a:schemeClr>
          </a:solidFill>
        </p:spPr>
        <p:txBody>
          <a:bodyPr/>
          <a:lstStyle>
            <a:lvl1pPr>
              <a:defRPr b="0"/>
            </a:lvl1pPr>
          </a:lstStyle>
          <a:p>
            <a:r>
              <a:rPr lang="en-US"/>
              <a:t>Click icon to add picture</a:t>
            </a:r>
          </a:p>
        </p:txBody>
      </p:sp>
      <p:sp>
        <p:nvSpPr>
          <p:cNvPr id="7" name="Text Placeholder 6">
            <a:extLst>
              <a:ext uri="{FF2B5EF4-FFF2-40B4-BE49-F238E27FC236}">
                <a16:creationId xmlns:a16="http://schemas.microsoft.com/office/drawing/2014/main" id="{3585FFBD-7BE5-6375-8BC7-22201C10E9DF}"/>
              </a:ext>
            </a:extLst>
          </p:cNvPr>
          <p:cNvSpPr>
            <a:spLocks noGrp="1"/>
          </p:cNvSpPr>
          <p:nvPr>
            <p:ph type="body" sz="quarter" idx="10" hasCustomPrompt="1"/>
          </p:nvPr>
        </p:nvSpPr>
        <p:spPr>
          <a:xfrm>
            <a:off x="342904" y="1663405"/>
            <a:ext cx="7058025" cy="2622851"/>
          </a:xfrm>
        </p:spPr>
        <p:txBody>
          <a:bodyPr anchor="t"/>
          <a:lstStyle>
            <a:lvl1pPr marL="165096" indent="-165096">
              <a:spcBef>
                <a:spcPts val="0"/>
              </a:spcBef>
              <a:tabLst/>
              <a:defRPr sz="4000" b="0">
                <a:solidFill>
                  <a:schemeClr val="tx2"/>
                </a:solidFill>
                <a:latin typeface="+mj-lt"/>
              </a:defRPr>
            </a:lvl1pPr>
            <a:lvl2pPr marL="0" indent="0">
              <a:buNone/>
              <a:defRPr/>
            </a:lvl2pPr>
          </a:lstStyle>
          <a:p>
            <a:pPr lvl="0"/>
            <a:r>
              <a:rPr lang="en-US"/>
              <a:t>“Quote with image. Lorem ipsum dolor sit </a:t>
            </a:r>
            <a:r>
              <a:rPr lang="en-US" err="1"/>
              <a:t>amet</a:t>
            </a:r>
            <a:r>
              <a:rPr lang="en-US"/>
              <a:t>, </a:t>
            </a:r>
            <a:r>
              <a:rPr lang="en-US" err="1"/>
              <a:t>consectetur</a:t>
            </a:r>
            <a:r>
              <a:rPr lang="en-US"/>
              <a:t> </a:t>
            </a:r>
            <a:r>
              <a:rPr lang="en-US" err="1"/>
              <a:t>adipicing</a:t>
            </a:r>
            <a:r>
              <a:rPr lang="en-US"/>
              <a:t> </a:t>
            </a:r>
            <a:r>
              <a:rPr lang="en-US" err="1"/>
              <a:t>elit</a:t>
            </a:r>
            <a:r>
              <a:rPr lang="en-US"/>
              <a:t>, sed do </a:t>
            </a:r>
            <a:r>
              <a:rPr lang="en-US" err="1"/>
              <a:t>eismod</a:t>
            </a:r>
            <a:r>
              <a:rPr lang="en-US"/>
              <a:t> </a:t>
            </a:r>
            <a:r>
              <a:rPr lang="en-US" err="1"/>
              <a:t>inciduntan</a:t>
            </a:r>
            <a:r>
              <a:rPr lang="en-US"/>
              <a:t> </a:t>
            </a:r>
            <a:r>
              <a:rPr lang="en-US" err="1"/>
              <a:t>tempor</a:t>
            </a:r>
            <a:r>
              <a:rPr lang="en-US"/>
              <a:t> </a:t>
            </a:r>
            <a:r>
              <a:rPr lang="en-US" err="1"/>
              <a:t>ut</a:t>
            </a:r>
            <a:r>
              <a:rPr lang="en-US"/>
              <a:t> labore et dolore magna.”</a:t>
            </a:r>
          </a:p>
        </p:txBody>
      </p:sp>
      <p:sp>
        <p:nvSpPr>
          <p:cNvPr id="3" name="Text Placeholder 2">
            <a:extLst>
              <a:ext uri="{FF2B5EF4-FFF2-40B4-BE49-F238E27FC236}">
                <a16:creationId xmlns:a16="http://schemas.microsoft.com/office/drawing/2014/main" id="{0B066D84-C89D-7D31-2383-E5EF5EBDEB34}"/>
              </a:ext>
            </a:extLst>
          </p:cNvPr>
          <p:cNvSpPr>
            <a:spLocks noGrp="1"/>
          </p:cNvSpPr>
          <p:nvPr>
            <p:ph type="body" idx="12" hasCustomPrompt="1"/>
          </p:nvPr>
        </p:nvSpPr>
        <p:spPr>
          <a:xfrm>
            <a:off x="511404" y="5024288"/>
            <a:ext cx="6040701" cy="284619"/>
          </a:xfrm>
        </p:spPr>
        <p:txBody>
          <a:bodyPr/>
          <a:lstStyle>
            <a:lvl1pPr marL="0" indent="0">
              <a:spcBef>
                <a:spcPts val="0"/>
              </a:spcBef>
              <a:buNone/>
              <a:defRPr sz="1600" b="0">
                <a:solidFill>
                  <a:schemeClr val="tx2"/>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title</a:t>
            </a:r>
          </a:p>
        </p:txBody>
      </p:sp>
      <p:sp>
        <p:nvSpPr>
          <p:cNvPr id="4" name="Text Placeholder 2">
            <a:extLst>
              <a:ext uri="{FF2B5EF4-FFF2-40B4-BE49-F238E27FC236}">
                <a16:creationId xmlns:a16="http://schemas.microsoft.com/office/drawing/2014/main" id="{F41C9D69-2D05-1B4F-0DC9-5D046EAF8FE3}"/>
              </a:ext>
            </a:extLst>
          </p:cNvPr>
          <p:cNvSpPr>
            <a:spLocks noGrp="1"/>
          </p:cNvSpPr>
          <p:nvPr>
            <p:ph type="body" idx="13" hasCustomPrompt="1"/>
          </p:nvPr>
        </p:nvSpPr>
        <p:spPr>
          <a:xfrm>
            <a:off x="511404" y="4694088"/>
            <a:ext cx="6040701" cy="284619"/>
          </a:xfrm>
        </p:spPr>
        <p:txBody>
          <a:bodyPr/>
          <a:lstStyle>
            <a:lvl1pPr marL="0" indent="0">
              <a:spcBef>
                <a:spcPts val="0"/>
              </a:spcBef>
              <a:buNone/>
              <a:defRPr sz="1600" b="1">
                <a:solidFill>
                  <a:schemeClr val="tx2"/>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Attribution name</a:t>
            </a:r>
          </a:p>
        </p:txBody>
      </p:sp>
      <p:sp>
        <p:nvSpPr>
          <p:cNvPr id="2" name="Footer Placeholder 1">
            <a:extLst>
              <a:ext uri="{FF2B5EF4-FFF2-40B4-BE49-F238E27FC236}">
                <a16:creationId xmlns:a16="http://schemas.microsoft.com/office/drawing/2014/main" id="{2F66943F-0553-C262-8C85-D75448E9F394}"/>
              </a:ext>
            </a:extLst>
          </p:cNvPr>
          <p:cNvSpPr>
            <a:spLocks noGrp="1"/>
          </p:cNvSpPr>
          <p:nvPr>
            <p:ph type="ftr" sz="quarter" idx="14"/>
          </p:nvPr>
        </p:nvSpPr>
        <p:spPr/>
        <p:txBody>
          <a:bodyPr/>
          <a:lstStyle/>
          <a:p>
            <a:r>
              <a:rPr lang="en-US"/>
              <a:t>XXXXXXX.X.X.GBL.INST</a:t>
            </a:r>
          </a:p>
        </p:txBody>
      </p:sp>
    </p:spTree>
    <p:extLst>
      <p:ext uri="{BB962C8B-B14F-4D97-AF65-F5344CB8AC3E}">
        <p14:creationId xmlns:p14="http://schemas.microsoft.com/office/powerpoint/2010/main" val="137132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Block Text - 4 up">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D5BF3EDC-D80D-3ACB-5DE7-D2694E706519}"/>
              </a:ext>
            </a:extLst>
          </p:cNvPr>
          <p:cNvSpPr txBox="1">
            <a:spLocks/>
          </p:cNvSpPr>
          <p:nvPr/>
        </p:nvSpPr>
        <p:spPr bwMode="auto">
          <a:xfrm>
            <a:off x="511407" y="3000374"/>
            <a:ext cx="5547319"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a:solidFill>
                <a:schemeClr val="bg2"/>
              </a:solidFill>
              <a:latin typeface="+mn-lt" panose="020B0604020202020204" pitchFamily="34" charset="0"/>
            </a:endParaRPr>
          </a:p>
        </p:txBody>
      </p:sp>
      <p:sp>
        <p:nvSpPr>
          <p:cNvPr id="3" name="Subtitle 2">
            <a:extLst>
              <a:ext uri="{FF2B5EF4-FFF2-40B4-BE49-F238E27FC236}">
                <a16:creationId xmlns:a16="http://schemas.microsoft.com/office/drawing/2014/main" id="{44AEFDEC-E4CE-0138-55D6-504E2BFC40C8}"/>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6" name="Text Placeholder 5">
            <a:extLst>
              <a:ext uri="{FF2B5EF4-FFF2-40B4-BE49-F238E27FC236}">
                <a16:creationId xmlns:a16="http://schemas.microsoft.com/office/drawing/2014/main" id="{38B390A4-9C43-93C3-A1DF-825A2E7338D4}"/>
              </a:ext>
            </a:extLst>
          </p:cNvPr>
          <p:cNvSpPr>
            <a:spLocks noGrp="1"/>
          </p:cNvSpPr>
          <p:nvPr>
            <p:ph type="body" sz="quarter" idx="11"/>
          </p:nvPr>
        </p:nvSpPr>
        <p:spPr>
          <a:xfrm>
            <a:off x="504825" y="1828806"/>
            <a:ext cx="8324851" cy="593497"/>
          </a:xfrm>
        </p:spPr>
        <p:txBody>
          <a:bodyPr/>
          <a:lstStyle>
            <a:lvl1pPr>
              <a:defRPr b="0"/>
            </a:lvl1pPr>
            <a:lvl2pPr marL="0" indent="0">
              <a:buNone/>
              <a:defRPr b="0"/>
            </a:lvl2pPr>
            <a:lvl3pPr>
              <a:defRPr b="0"/>
            </a:lvl3pPr>
            <a:lvl4pPr>
              <a:defRPr b="0"/>
            </a:lvl4pPr>
            <a:lvl5pPr>
              <a:defRPr b="0"/>
            </a:lvl5pPr>
          </a:lstStyle>
          <a:p>
            <a:pPr lvl="0"/>
            <a:r>
              <a:rPr lang="en-US"/>
              <a:t>Click to edit Master text styles</a:t>
            </a:r>
          </a:p>
        </p:txBody>
      </p:sp>
      <p:sp>
        <p:nvSpPr>
          <p:cNvPr id="8" name="Text Placeholder 3">
            <a:extLst>
              <a:ext uri="{FF2B5EF4-FFF2-40B4-BE49-F238E27FC236}">
                <a16:creationId xmlns:a16="http://schemas.microsoft.com/office/drawing/2014/main" id="{B15B4A93-785F-E9FF-3152-C074B0811718}"/>
              </a:ext>
            </a:extLst>
          </p:cNvPr>
          <p:cNvSpPr>
            <a:spLocks noGrp="1"/>
          </p:cNvSpPr>
          <p:nvPr>
            <p:ph type="body" sz="quarter" idx="13" hasCustomPrompt="1"/>
          </p:nvPr>
        </p:nvSpPr>
        <p:spPr>
          <a:xfrm>
            <a:off x="722940" y="3180699"/>
            <a:ext cx="3066224" cy="220701"/>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Heading</a:t>
            </a:r>
          </a:p>
        </p:txBody>
      </p:sp>
      <p:sp>
        <p:nvSpPr>
          <p:cNvPr id="9" name="Text Placeholder 2">
            <a:extLst>
              <a:ext uri="{FF2B5EF4-FFF2-40B4-BE49-F238E27FC236}">
                <a16:creationId xmlns:a16="http://schemas.microsoft.com/office/drawing/2014/main" id="{762E66E7-8CFE-B1C0-51ED-6BF6E42C2F67}"/>
              </a:ext>
            </a:extLst>
          </p:cNvPr>
          <p:cNvSpPr>
            <a:spLocks noGrp="1"/>
          </p:cNvSpPr>
          <p:nvPr>
            <p:ph type="body" sz="quarter" idx="21"/>
          </p:nvPr>
        </p:nvSpPr>
        <p:spPr>
          <a:xfrm>
            <a:off x="722940" y="3501510"/>
            <a:ext cx="5005893" cy="18921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6" name="Text Placeholder 2">
            <a:extLst>
              <a:ext uri="{FF2B5EF4-FFF2-40B4-BE49-F238E27FC236}">
                <a16:creationId xmlns:a16="http://schemas.microsoft.com/office/drawing/2014/main" id="{417DD9D1-DE16-2363-937D-01452D7DCD92}"/>
              </a:ext>
            </a:extLst>
          </p:cNvPr>
          <p:cNvSpPr txBox="1">
            <a:spLocks/>
          </p:cNvSpPr>
          <p:nvPr/>
        </p:nvSpPr>
        <p:spPr bwMode="auto">
          <a:xfrm>
            <a:off x="511407" y="4454204"/>
            <a:ext cx="5547319"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a:solidFill>
                <a:schemeClr val="bg2"/>
              </a:solidFill>
              <a:latin typeface="+mn-lt" panose="020B0604020202020204" pitchFamily="34" charset="0"/>
            </a:endParaRPr>
          </a:p>
        </p:txBody>
      </p:sp>
      <p:sp>
        <p:nvSpPr>
          <p:cNvPr id="17" name="Text Placeholder 3">
            <a:extLst>
              <a:ext uri="{FF2B5EF4-FFF2-40B4-BE49-F238E27FC236}">
                <a16:creationId xmlns:a16="http://schemas.microsoft.com/office/drawing/2014/main" id="{DA17F1E8-A13E-473D-F6F0-F65E6FEBDF29}"/>
              </a:ext>
            </a:extLst>
          </p:cNvPr>
          <p:cNvSpPr>
            <a:spLocks noGrp="1"/>
          </p:cNvSpPr>
          <p:nvPr>
            <p:ph type="body" sz="quarter" idx="22" hasCustomPrompt="1"/>
          </p:nvPr>
        </p:nvSpPr>
        <p:spPr>
          <a:xfrm>
            <a:off x="722940" y="4634529"/>
            <a:ext cx="3066224" cy="220701"/>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Heading</a:t>
            </a:r>
          </a:p>
        </p:txBody>
      </p:sp>
      <p:sp>
        <p:nvSpPr>
          <p:cNvPr id="18" name="Text Placeholder 2">
            <a:extLst>
              <a:ext uri="{FF2B5EF4-FFF2-40B4-BE49-F238E27FC236}">
                <a16:creationId xmlns:a16="http://schemas.microsoft.com/office/drawing/2014/main" id="{808461B3-FCEF-1D1F-C76B-BF7F0FB4DAE3}"/>
              </a:ext>
            </a:extLst>
          </p:cNvPr>
          <p:cNvSpPr>
            <a:spLocks noGrp="1"/>
          </p:cNvSpPr>
          <p:nvPr>
            <p:ph type="body" sz="quarter" idx="23"/>
          </p:nvPr>
        </p:nvSpPr>
        <p:spPr>
          <a:xfrm>
            <a:off x="722940" y="4955340"/>
            <a:ext cx="5005893" cy="18921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19" name="Text Placeholder 2">
            <a:extLst>
              <a:ext uri="{FF2B5EF4-FFF2-40B4-BE49-F238E27FC236}">
                <a16:creationId xmlns:a16="http://schemas.microsoft.com/office/drawing/2014/main" id="{9529F24D-FF3E-4E2F-B14D-06332C959561}"/>
              </a:ext>
            </a:extLst>
          </p:cNvPr>
          <p:cNvSpPr txBox="1">
            <a:spLocks/>
          </p:cNvSpPr>
          <p:nvPr/>
        </p:nvSpPr>
        <p:spPr bwMode="auto">
          <a:xfrm>
            <a:off x="6142533" y="3000374"/>
            <a:ext cx="5547319"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a:solidFill>
                <a:schemeClr val="bg2"/>
              </a:solidFill>
              <a:latin typeface="+mn-lt" panose="020B0604020202020204" pitchFamily="34" charset="0"/>
            </a:endParaRPr>
          </a:p>
        </p:txBody>
      </p:sp>
      <p:sp>
        <p:nvSpPr>
          <p:cNvPr id="20" name="Text Placeholder 3">
            <a:extLst>
              <a:ext uri="{FF2B5EF4-FFF2-40B4-BE49-F238E27FC236}">
                <a16:creationId xmlns:a16="http://schemas.microsoft.com/office/drawing/2014/main" id="{48BF683B-0736-8D0D-4034-F4323CBBA125}"/>
              </a:ext>
            </a:extLst>
          </p:cNvPr>
          <p:cNvSpPr>
            <a:spLocks noGrp="1"/>
          </p:cNvSpPr>
          <p:nvPr>
            <p:ph type="body" sz="quarter" idx="24" hasCustomPrompt="1"/>
          </p:nvPr>
        </p:nvSpPr>
        <p:spPr>
          <a:xfrm>
            <a:off x="6354065" y="3180699"/>
            <a:ext cx="3066224" cy="220701"/>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Heading</a:t>
            </a:r>
          </a:p>
        </p:txBody>
      </p:sp>
      <p:sp>
        <p:nvSpPr>
          <p:cNvPr id="21" name="Text Placeholder 2">
            <a:extLst>
              <a:ext uri="{FF2B5EF4-FFF2-40B4-BE49-F238E27FC236}">
                <a16:creationId xmlns:a16="http://schemas.microsoft.com/office/drawing/2014/main" id="{D224BD05-E422-FDFD-F3E0-4AE0B761EC65}"/>
              </a:ext>
            </a:extLst>
          </p:cNvPr>
          <p:cNvSpPr>
            <a:spLocks noGrp="1"/>
          </p:cNvSpPr>
          <p:nvPr>
            <p:ph type="body" sz="quarter" idx="25"/>
          </p:nvPr>
        </p:nvSpPr>
        <p:spPr>
          <a:xfrm>
            <a:off x="6354068" y="3501510"/>
            <a:ext cx="5005893" cy="18921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22" name="Text Placeholder 2">
            <a:extLst>
              <a:ext uri="{FF2B5EF4-FFF2-40B4-BE49-F238E27FC236}">
                <a16:creationId xmlns:a16="http://schemas.microsoft.com/office/drawing/2014/main" id="{71DC63EA-EF31-E18F-9A5B-E677A57CEAA2}"/>
              </a:ext>
            </a:extLst>
          </p:cNvPr>
          <p:cNvSpPr txBox="1">
            <a:spLocks/>
          </p:cNvSpPr>
          <p:nvPr/>
        </p:nvSpPr>
        <p:spPr bwMode="auto">
          <a:xfrm>
            <a:off x="6142533" y="4454204"/>
            <a:ext cx="5547319" cy="1371600"/>
          </a:xfrm>
          <a:prstGeom prst="rect">
            <a:avLst/>
          </a:prstGeom>
          <a:solidFill>
            <a:srgbClr val="E7F5FF"/>
          </a:solidFill>
          <a:ln>
            <a:noFill/>
          </a:ln>
        </p:spPr>
        <p:txBody>
          <a:bodyPr vert="horz" wrap="square" lIns="182880" tIns="137160" rIns="182880" bIns="137160" numCol="1" anchor="t" anchorCtr="0" compatLnSpc="1">
            <a:prstTxWarp prst="textNoShape">
              <a:avLst/>
            </a:prstTxWarp>
            <a:noAutofit/>
          </a:bodyPr>
          <a:lstStyle>
            <a:lvl1pPr marL="0" indent="0" algn="l" rtl="0" fontAlgn="base">
              <a:lnSpc>
                <a:spcPct val="100000"/>
              </a:lnSpc>
              <a:spcBef>
                <a:spcPts val="0"/>
              </a:spcBef>
              <a:spcAft>
                <a:spcPct val="0"/>
              </a:spcAft>
              <a:buFont typeface="+mn-lt" charset="0"/>
              <a:buNone/>
              <a:defRPr sz="2000" b="1" kern="1200">
                <a:solidFill>
                  <a:schemeClr val="tx2"/>
                </a:solidFill>
                <a:latin typeface="+mn-lt" charset="0"/>
                <a:ea typeface="+mn-lt" charset="0"/>
                <a:cs typeface="+mn-lt" charset="0"/>
              </a:defRPr>
            </a:lvl1pPr>
            <a:lvl2pPr marL="0" marR="0" indent="0" algn="l" defTabSz="914400" rtl="0" eaLnBrk="1" fontAlgn="auto" latinLnBrk="0" hangingPunct="1">
              <a:lnSpc>
                <a:spcPct val="100000"/>
              </a:lnSpc>
              <a:spcBef>
                <a:spcPts val="0"/>
              </a:spcBef>
              <a:spcAft>
                <a:spcPts val="0"/>
              </a:spcAft>
              <a:buClrTx/>
              <a:buSzTx/>
              <a:buFont typeface="+mn-lt" panose="020B0604020202020204" pitchFamily="34" charset="0"/>
              <a:buNone/>
              <a:tabLst/>
              <a:defRPr sz="1400" kern="1200">
                <a:solidFill>
                  <a:schemeClr val="tx2"/>
                </a:solidFill>
                <a:latin typeface="+mn-lt" charset="0"/>
                <a:ea typeface="+mn-lt" charset="0"/>
                <a:cs typeface="+mn-lt" charset="0"/>
              </a:defRPr>
            </a:lvl2pPr>
            <a:lvl3pPr marL="274320" indent="-274320" algn="l" rtl="0" fontAlgn="base">
              <a:lnSpc>
                <a:spcPct val="100000"/>
              </a:lnSpc>
              <a:spcBef>
                <a:spcPts val="600"/>
              </a:spcBef>
              <a:spcAft>
                <a:spcPct val="0"/>
              </a:spcAft>
              <a:buFont typeface="+mn-lt" charset="0"/>
              <a:buChar char="•"/>
              <a:defRPr sz="1400" kern="1200">
                <a:solidFill>
                  <a:schemeClr val="tx2"/>
                </a:solidFill>
                <a:latin typeface="+mn-lt" charset="0"/>
                <a:ea typeface="+mn-lt" charset="0"/>
                <a:cs typeface="+mn-lt" charset="0"/>
              </a:defRPr>
            </a:lvl3pPr>
            <a:lvl4pPr marL="16002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4pPr>
            <a:lvl5pPr marL="2057400" indent="-228600" algn="l" rtl="0" fontAlgn="base">
              <a:lnSpc>
                <a:spcPct val="90000"/>
              </a:lnSpc>
              <a:spcBef>
                <a:spcPts val="500"/>
              </a:spcBef>
              <a:spcAft>
                <a:spcPct val="0"/>
              </a:spcAft>
              <a:buFont typeface="+mn-lt" charset="0"/>
              <a:buChar char="•"/>
              <a:defRPr kern="1200">
                <a:solidFill>
                  <a:schemeClr val="tx2"/>
                </a:solidFill>
                <a:latin typeface="+mn-lt" charset="0"/>
                <a:ea typeface="+mn-lt" charset="0"/>
                <a:cs typeface="+mn-lt"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spcAft>
                <a:spcPts val="600"/>
              </a:spcAft>
            </a:pPr>
            <a:endParaRPr lang="en-US" sz="1400" b="0">
              <a:solidFill>
                <a:schemeClr val="bg2"/>
              </a:solidFill>
              <a:latin typeface="+mn-lt" panose="020B0604020202020204" pitchFamily="34" charset="0"/>
            </a:endParaRPr>
          </a:p>
        </p:txBody>
      </p:sp>
      <p:sp>
        <p:nvSpPr>
          <p:cNvPr id="23" name="Text Placeholder 3">
            <a:extLst>
              <a:ext uri="{FF2B5EF4-FFF2-40B4-BE49-F238E27FC236}">
                <a16:creationId xmlns:a16="http://schemas.microsoft.com/office/drawing/2014/main" id="{8BE6E7AB-2F08-ADF7-1919-2509388A7236}"/>
              </a:ext>
            </a:extLst>
          </p:cNvPr>
          <p:cNvSpPr>
            <a:spLocks noGrp="1"/>
          </p:cNvSpPr>
          <p:nvPr>
            <p:ph type="body" sz="quarter" idx="26" hasCustomPrompt="1"/>
          </p:nvPr>
        </p:nvSpPr>
        <p:spPr>
          <a:xfrm>
            <a:off x="6354065" y="4634529"/>
            <a:ext cx="3066224" cy="220701"/>
          </a:xfrm>
          <a:prstGeom prst="rect">
            <a:avLst/>
          </a:prstGeom>
        </p:spPr>
        <p:txBody>
          <a:bodyPr anchor="t">
            <a:spAutoFit/>
          </a:bodyPr>
          <a:lstStyle>
            <a:lvl1pPr marL="0" indent="0" algn="l">
              <a:spcBef>
                <a:spcPts val="0"/>
              </a:spcBef>
              <a:buFontTx/>
              <a:buNone/>
              <a:defRPr sz="1400" b="1" i="0">
                <a:solidFill>
                  <a:schemeClr val="accent1"/>
                </a:solidFill>
              </a:defRPr>
            </a:lvl1pPr>
            <a:lvl2pPr marL="0" indent="0">
              <a:spcBef>
                <a:spcPts val="0"/>
              </a:spcBef>
              <a:buFontTx/>
              <a:buNone/>
              <a:defRPr sz="2488" b="1" i="0">
                <a:solidFill>
                  <a:schemeClr val="bg2"/>
                </a:solidFill>
              </a:defRPr>
            </a:lvl2pPr>
            <a:lvl3pPr marL="0" indent="0">
              <a:spcBef>
                <a:spcPts val="0"/>
              </a:spcBef>
              <a:buFontTx/>
              <a:buNone/>
              <a:defRPr sz="2488" b="1" i="0">
                <a:solidFill>
                  <a:schemeClr val="bg2"/>
                </a:solidFill>
              </a:defRPr>
            </a:lvl3pPr>
            <a:lvl4pPr marL="0" indent="0">
              <a:spcBef>
                <a:spcPts val="0"/>
              </a:spcBef>
              <a:buFontTx/>
              <a:buNone/>
              <a:defRPr sz="2488" b="1" i="0">
                <a:solidFill>
                  <a:schemeClr val="bg2"/>
                </a:solidFill>
              </a:defRPr>
            </a:lvl4pPr>
            <a:lvl5pPr marL="0" indent="0">
              <a:spcBef>
                <a:spcPts val="0"/>
              </a:spcBef>
              <a:buFontTx/>
              <a:buNone/>
              <a:defRPr sz="2488" b="1" i="0">
                <a:solidFill>
                  <a:schemeClr val="bg2"/>
                </a:solidFill>
              </a:defRPr>
            </a:lvl5pPr>
          </a:lstStyle>
          <a:p>
            <a:pPr lvl="0"/>
            <a:r>
              <a:rPr lang="en-US"/>
              <a:t>Heading</a:t>
            </a:r>
          </a:p>
        </p:txBody>
      </p:sp>
      <p:sp>
        <p:nvSpPr>
          <p:cNvPr id="24" name="Text Placeholder 2">
            <a:extLst>
              <a:ext uri="{FF2B5EF4-FFF2-40B4-BE49-F238E27FC236}">
                <a16:creationId xmlns:a16="http://schemas.microsoft.com/office/drawing/2014/main" id="{76E2E437-8398-6DF2-ACFB-CBA97EDEC4FE}"/>
              </a:ext>
            </a:extLst>
          </p:cNvPr>
          <p:cNvSpPr>
            <a:spLocks noGrp="1"/>
          </p:cNvSpPr>
          <p:nvPr>
            <p:ph type="body" sz="quarter" idx="27"/>
          </p:nvPr>
        </p:nvSpPr>
        <p:spPr>
          <a:xfrm>
            <a:off x="6354068" y="4955340"/>
            <a:ext cx="5005893" cy="189219"/>
          </a:xfrm>
        </p:spPr>
        <p:txBody>
          <a:bodyPr wrap="square">
            <a:spAutoFit/>
          </a:bodyPr>
          <a:lstStyle>
            <a:lvl1pPr>
              <a:defRPr sz="1200" b="0"/>
            </a:lvl1pPr>
            <a:lvl2pPr marL="0" indent="0">
              <a:buClrTx/>
              <a:buNone/>
              <a:defRPr sz="1200"/>
            </a:lvl2pPr>
            <a:lvl3pPr>
              <a:buClrTx/>
              <a:defRPr sz="1200"/>
            </a:lvl3pPr>
            <a:lvl4pPr>
              <a:buClrTx/>
              <a:defRPr sz="1200"/>
            </a:lvl4pPr>
            <a:lvl5pPr>
              <a:buClrTx/>
              <a:defRPr sz="1200"/>
            </a:lvl5pPr>
          </a:lstStyle>
          <a:p>
            <a:pPr lvl="0"/>
            <a:r>
              <a:rPr lang="en-US"/>
              <a:t>Click to edit Master text styles</a:t>
            </a:r>
          </a:p>
        </p:txBody>
      </p:sp>
      <p:sp>
        <p:nvSpPr>
          <p:cNvPr id="4" name="Title 3">
            <a:extLst>
              <a:ext uri="{FF2B5EF4-FFF2-40B4-BE49-F238E27FC236}">
                <a16:creationId xmlns:a16="http://schemas.microsoft.com/office/drawing/2014/main" id="{929BF6F3-5A3B-64D1-ABA9-7C829D0B73E4}"/>
              </a:ext>
            </a:extLst>
          </p:cNvPr>
          <p:cNvSpPr>
            <a:spLocks noGrp="1"/>
          </p:cNvSpPr>
          <p:nvPr>
            <p:ph type="title"/>
          </p:nvPr>
        </p:nvSpPr>
        <p:spPr/>
        <p:txBody>
          <a:bodyPr/>
          <a:lstStyle/>
          <a:p>
            <a:r>
              <a:rPr lang="en-US"/>
              <a:t>Click to edit Master title style</a:t>
            </a:r>
          </a:p>
        </p:txBody>
      </p:sp>
      <p:sp>
        <p:nvSpPr>
          <p:cNvPr id="2" name="Text Placeholder 3">
            <a:extLst>
              <a:ext uri="{FF2B5EF4-FFF2-40B4-BE49-F238E27FC236}">
                <a16:creationId xmlns:a16="http://schemas.microsoft.com/office/drawing/2014/main" id="{F6E16ABD-62D3-BF5A-C4C6-35960E4542B2}"/>
              </a:ext>
            </a:extLst>
          </p:cNvPr>
          <p:cNvSpPr>
            <a:spLocks noGrp="1"/>
          </p:cNvSpPr>
          <p:nvPr>
            <p:ph type="body" sz="half" idx="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5" name="Footer Placeholder 4">
            <a:extLst>
              <a:ext uri="{FF2B5EF4-FFF2-40B4-BE49-F238E27FC236}">
                <a16:creationId xmlns:a16="http://schemas.microsoft.com/office/drawing/2014/main" id="{34AFBB27-D331-5833-0388-5A80BB9E76B7}"/>
              </a:ext>
            </a:extLst>
          </p:cNvPr>
          <p:cNvSpPr>
            <a:spLocks noGrp="1"/>
          </p:cNvSpPr>
          <p:nvPr>
            <p:ph type="ftr" sz="quarter" idx="28"/>
          </p:nvPr>
        </p:nvSpPr>
        <p:spPr/>
        <p:txBody>
          <a:bodyPr/>
          <a:lstStyle/>
          <a:p>
            <a:r>
              <a:rPr lang="en-US"/>
              <a:t>XXXXXXX.X.X.GBL.INST</a:t>
            </a:r>
          </a:p>
        </p:txBody>
      </p:sp>
    </p:spTree>
    <p:extLst>
      <p:ext uri="{BB962C8B-B14F-4D97-AF65-F5344CB8AC3E}">
        <p14:creationId xmlns:p14="http://schemas.microsoft.com/office/powerpoint/2010/main" val="174105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Four Stats">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5"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1" y="3429000"/>
            <a:ext cx="2609851"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10"/>
            <a:ext cx="11183939"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1"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2190618"/>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Stat 1</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7" y="3624708"/>
            <a:ext cx="2609851"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7" y="2190618"/>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Stat 2</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8" y="3624708"/>
            <a:ext cx="2609851"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8" y="2190618"/>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Stat 3</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1" y="3624708"/>
            <a:ext cx="2609851" cy="2376042"/>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1" y="2190618"/>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Stat 4</a:t>
            </a:r>
          </a:p>
        </p:txBody>
      </p:sp>
      <p:sp>
        <p:nvSpPr>
          <p:cNvPr id="3" name="Text Placeholder 3">
            <a:extLst>
              <a:ext uri="{FF2B5EF4-FFF2-40B4-BE49-F238E27FC236}">
                <a16:creationId xmlns:a16="http://schemas.microsoft.com/office/drawing/2014/main" id="{18F6FE20-0F6F-3852-458C-FE40B0466172}"/>
              </a:ext>
            </a:extLst>
          </p:cNvPr>
          <p:cNvSpPr>
            <a:spLocks noGrp="1"/>
          </p:cNvSpPr>
          <p:nvPr>
            <p:ph type="body" sz="half" idx="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4" name="Footer Placeholder 3">
            <a:extLst>
              <a:ext uri="{FF2B5EF4-FFF2-40B4-BE49-F238E27FC236}">
                <a16:creationId xmlns:a16="http://schemas.microsoft.com/office/drawing/2014/main" id="{0CFDAE69-4BC4-C716-BDE3-91CEF2F5BFBF}"/>
              </a:ext>
            </a:extLst>
          </p:cNvPr>
          <p:cNvSpPr>
            <a:spLocks noGrp="1"/>
          </p:cNvSpPr>
          <p:nvPr>
            <p:ph type="ftr" sz="quarter" idx="19"/>
          </p:nvPr>
        </p:nvSpPr>
        <p:spPr/>
        <p:txBody>
          <a:bodyPr/>
          <a:lstStyle/>
          <a:p>
            <a:r>
              <a:rPr lang="en-US"/>
              <a:t>XXXXXXX.X.X.GBL.INST</a:t>
            </a:r>
          </a:p>
        </p:txBody>
      </p:sp>
    </p:spTree>
    <p:extLst>
      <p:ext uri="{BB962C8B-B14F-4D97-AF65-F5344CB8AC3E}">
        <p14:creationId xmlns:p14="http://schemas.microsoft.com/office/powerpoint/2010/main" val="4013039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Four Stats Bottom">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DCB8867-5579-6AA2-5BF2-65804DEFE9AD}"/>
              </a:ext>
            </a:extLst>
          </p:cNvPr>
          <p:cNvCxnSpPr>
            <a:cxnSpLocks/>
          </p:cNvCxnSpPr>
          <p:nvPr/>
        </p:nvCxnSpPr>
        <p:spPr>
          <a:xfrm>
            <a:off x="504825"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54EAE9-447C-2A90-6735-D36F260603B5}"/>
              </a:ext>
            </a:extLst>
          </p:cNvPr>
          <p:cNvCxnSpPr>
            <a:cxnSpLocks/>
          </p:cNvCxnSpPr>
          <p:nvPr/>
        </p:nvCxnSpPr>
        <p:spPr>
          <a:xfrm>
            <a:off x="3364245"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A1642B-995E-CA57-148C-09258DDF2573}"/>
              </a:ext>
            </a:extLst>
          </p:cNvPr>
          <p:cNvCxnSpPr>
            <a:cxnSpLocks/>
          </p:cNvCxnSpPr>
          <p:nvPr/>
        </p:nvCxnSpPr>
        <p:spPr>
          <a:xfrm>
            <a:off x="6223661" y="3429000"/>
            <a:ext cx="2609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1D7BF3-6C89-0242-44C4-2D63CE516F37}"/>
              </a:ext>
            </a:extLst>
          </p:cNvPr>
          <p:cNvCxnSpPr>
            <a:cxnSpLocks/>
          </p:cNvCxnSpPr>
          <p:nvPr/>
        </p:nvCxnSpPr>
        <p:spPr>
          <a:xfrm>
            <a:off x="9083081" y="3429000"/>
            <a:ext cx="2609851"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9BC83-25E3-493E-A50A-B31376BFE542}"/>
              </a:ext>
            </a:extLst>
          </p:cNvPr>
          <p:cNvSpPr>
            <a:spLocks noGrp="1"/>
          </p:cNvSpPr>
          <p:nvPr>
            <p:ph type="title"/>
          </p:nvPr>
        </p:nvSpPr>
        <p:spPr/>
        <p:txBody>
          <a:bodyPr/>
          <a:lstStyle/>
          <a:p>
            <a:r>
              <a:rPr lang="en-US"/>
              <a:t>Click to edit Master title style</a:t>
            </a:r>
            <a:endParaRPr lang="en-GB"/>
          </a:p>
        </p:txBody>
      </p:sp>
      <p:sp>
        <p:nvSpPr>
          <p:cNvPr id="5" name="Subtitle 2">
            <a:extLst>
              <a:ext uri="{FF2B5EF4-FFF2-40B4-BE49-F238E27FC236}">
                <a16:creationId xmlns:a16="http://schemas.microsoft.com/office/drawing/2014/main" id="{F849F085-181D-3581-F5B6-C6CA2BC8437D}"/>
              </a:ext>
            </a:extLst>
          </p:cNvPr>
          <p:cNvSpPr>
            <a:spLocks noGrp="1"/>
          </p:cNvSpPr>
          <p:nvPr>
            <p:ph type="subTitle" idx="10"/>
          </p:nvPr>
        </p:nvSpPr>
        <p:spPr>
          <a:xfrm>
            <a:off x="504825" y="1289310"/>
            <a:ext cx="11183939" cy="305149"/>
          </a:xfrm>
        </p:spPr>
        <p:txBody>
          <a:bodyPr/>
          <a:lstStyle>
            <a:lvl1pPr marL="0" indent="0" algn="l">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3A7214C6-A599-C467-89F1-927BA20E3FD5}"/>
              </a:ext>
            </a:extLst>
          </p:cNvPr>
          <p:cNvSpPr>
            <a:spLocks noGrp="1"/>
          </p:cNvSpPr>
          <p:nvPr>
            <p:ph type="body" sz="quarter" idx="11"/>
          </p:nvPr>
        </p:nvSpPr>
        <p:spPr>
          <a:xfrm>
            <a:off x="504825" y="3624708"/>
            <a:ext cx="2609851"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0" name="Text Placeholder 8">
            <a:extLst>
              <a:ext uri="{FF2B5EF4-FFF2-40B4-BE49-F238E27FC236}">
                <a16:creationId xmlns:a16="http://schemas.microsoft.com/office/drawing/2014/main" id="{2DB8F787-97A4-84DA-B679-E840C1420814}"/>
              </a:ext>
            </a:extLst>
          </p:cNvPr>
          <p:cNvSpPr>
            <a:spLocks noGrp="1"/>
          </p:cNvSpPr>
          <p:nvPr>
            <p:ph type="body" sz="quarter" idx="12" hasCustomPrompt="1"/>
          </p:nvPr>
        </p:nvSpPr>
        <p:spPr>
          <a:xfrm>
            <a:off x="504825" y="4833486"/>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000%</a:t>
            </a:r>
          </a:p>
        </p:txBody>
      </p:sp>
      <p:sp>
        <p:nvSpPr>
          <p:cNvPr id="14" name="Text Placeholder 8">
            <a:extLst>
              <a:ext uri="{FF2B5EF4-FFF2-40B4-BE49-F238E27FC236}">
                <a16:creationId xmlns:a16="http://schemas.microsoft.com/office/drawing/2014/main" id="{4AABEDDB-C156-E5AF-E530-0462ED92C17F}"/>
              </a:ext>
            </a:extLst>
          </p:cNvPr>
          <p:cNvSpPr>
            <a:spLocks noGrp="1"/>
          </p:cNvSpPr>
          <p:nvPr>
            <p:ph type="body" sz="quarter" idx="13"/>
          </p:nvPr>
        </p:nvSpPr>
        <p:spPr>
          <a:xfrm>
            <a:off x="3366437" y="3624708"/>
            <a:ext cx="2609851"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5" name="Text Placeholder 8">
            <a:extLst>
              <a:ext uri="{FF2B5EF4-FFF2-40B4-BE49-F238E27FC236}">
                <a16:creationId xmlns:a16="http://schemas.microsoft.com/office/drawing/2014/main" id="{CA36FCA6-44DA-A115-9B36-4629F76075D7}"/>
              </a:ext>
            </a:extLst>
          </p:cNvPr>
          <p:cNvSpPr>
            <a:spLocks noGrp="1"/>
          </p:cNvSpPr>
          <p:nvPr>
            <p:ph type="body" sz="quarter" idx="14" hasCustomPrompt="1"/>
          </p:nvPr>
        </p:nvSpPr>
        <p:spPr>
          <a:xfrm>
            <a:off x="3366437" y="4833486"/>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000%</a:t>
            </a:r>
          </a:p>
        </p:txBody>
      </p:sp>
      <p:sp>
        <p:nvSpPr>
          <p:cNvPr id="16" name="Text Placeholder 8">
            <a:extLst>
              <a:ext uri="{FF2B5EF4-FFF2-40B4-BE49-F238E27FC236}">
                <a16:creationId xmlns:a16="http://schemas.microsoft.com/office/drawing/2014/main" id="{628A18D8-3137-88F5-96A9-264DA424768D}"/>
              </a:ext>
            </a:extLst>
          </p:cNvPr>
          <p:cNvSpPr>
            <a:spLocks noGrp="1"/>
          </p:cNvSpPr>
          <p:nvPr>
            <p:ph type="body" sz="quarter" idx="15"/>
          </p:nvPr>
        </p:nvSpPr>
        <p:spPr>
          <a:xfrm>
            <a:off x="6221468" y="3624708"/>
            <a:ext cx="2609851"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7" name="Text Placeholder 8">
            <a:extLst>
              <a:ext uri="{FF2B5EF4-FFF2-40B4-BE49-F238E27FC236}">
                <a16:creationId xmlns:a16="http://schemas.microsoft.com/office/drawing/2014/main" id="{6A92A191-529A-916C-389A-0B61F2038A56}"/>
              </a:ext>
            </a:extLst>
          </p:cNvPr>
          <p:cNvSpPr>
            <a:spLocks noGrp="1"/>
          </p:cNvSpPr>
          <p:nvPr>
            <p:ph type="body" sz="quarter" idx="16" hasCustomPrompt="1"/>
          </p:nvPr>
        </p:nvSpPr>
        <p:spPr>
          <a:xfrm>
            <a:off x="6221468" y="4833486"/>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000%</a:t>
            </a:r>
          </a:p>
        </p:txBody>
      </p:sp>
      <p:sp>
        <p:nvSpPr>
          <p:cNvPr id="18" name="Text Placeholder 8">
            <a:extLst>
              <a:ext uri="{FF2B5EF4-FFF2-40B4-BE49-F238E27FC236}">
                <a16:creationId xmlns:a16="http://schemas.microsoft.com/office/drawing/2014/main" id="{960E9EDF-9B7D-5702-4A51-F6862D3D8382}"/>
              </a:ext>
            </a:extLst>
          </p:cNvPr>
          <p:cNvSpPr>
            <a:spLocks noGrp="1"/>
          </p:cNvSpPr>
          <p:nvPr>
            <p:ph type="body" sz="quarter" idx="17"/>
          </p:nvPr>
        </p:nvSpPr>
        <p:spPr>
          <a:xfrm>
            <a:off x="9083081" y="3624708"/>
            <a:ext cx="2609851" cy="1208768"/>
          </a:xfrm>
        </p:spPr>
        <p:txBody>
          <a:bodyPr/>
          <a:lstStyle>
            <a:lvl1pPr>
              <a:defRPr sz="1200" b="0"/>
            </a:lvl1pPr>
            <a:lvl2pPr>
              <a:defRPr b="0"/>
            </a:lvl2pPr>
            <a:lvl3pPr>
              <a:defRPr b="0"/>
            </a:lvl3pPr>
            <a:lvl4pPr>
              <a:defRPr b="0"/>
            </a:lvl4pPr>
            <a:lvl5pPr>
              <a:defRPr b="0"/>
            </a:lvl5pPr>
          </a:lstStyle>
          <a:p>
            <a:pPr lvl="0"/>
            <a:r>
              <a:rPr lang="en-US"/>
              <a:t>Click to edit Master text styles</a:t>
            </a:r>
          </a:p>
        </p:txBody>
      </p:sp>
      <p:sp>
        <p:nvSpPr>
          <p:cNvPr id="19" name="Text Placeholder 8">
            <a:extLst>
              <a:ext uri="{FF2B5EF4-FFF2-40B4-BE49-F238E27FC236}">
                <a16:creationId xmlns:a16="http://schemas.microsoft.com/office/drawing/2014/main" id="{9A3E6D48-8C54-BEA2-40D1-277F44C89C28}"/>
              </a:ext>
            </a:extLst>
          </p:cNvPr>
          <p:cNvSpPr>
            <a:spLocks noGrp="1"/>
          </p:cNvSpPr>
          <p:nvPr>
            <p:ph type="body" sz="quarter" idx="18" hasCustomPrompt="1"/>
          </p:nvPr>
        </p:nvSpPr>
        <p:spPr>
          <a:xfrm>
            <a:off x="9083081" y="4833486"/>
            <a:ext cx="2609851" cy="1238387"/>
          </a:xfrm>
        </p:spPr>
        <p:txBody>
          <a:bodyPr/>
          <a:lstStyle>
            <a:lvl1pPr>
              <a:spcBef>
                <a:spcPts val="0"/>
              </a:spcBef>
              <a:defRPr sz="8000" b="0">
                <a:latin typeface="+mj-lt"/>
              </a:defRPr>
            </a:lvl1pPr>
            <a:lvl2pPr>
              <a:defRPr b="0"/>
            </a:lvl2pPr>
            <a:lvl3pPr>
              <a:defRPr b="0"/>
            </a:lvl3pPr>
            <a:lvl4pPr>
              <a:defRPr b="0"/>
            </a:lvl4pPr>
            <a:lvl5pPr>
              <a:defRPr b="0"/>
            </a:lvl5pPr>
          </a:lstStyle>
          <a:p>
            <a:pPr lvl="0"/>
            <a:r>
              <a:rPr lang="en-US"/>
              <a:t>000%</a:t>
            </a:r>
          </a:p>
        </p:txBody>
      </p:sp>
      <p:sp>
        <p:nvSpPr>
          <p:cNvPr id="3" name="Text Placeholder 3">
            <a:extLst>
              <a:ext uri="{FF2B5EF4-FFF2-40B4-BE49-F238E27FC236}">
                <a16:creationId xmlns:a16="http://schemas.microsoft.com/office/drawing/2014/main" id="{8B0D0FA1-47CF-C4AC-A8CE-3B4E698AD8D1}"/>
              </a:ext>
            </a:extLst>
          </p:cNvPr>
          <p:cNvSpPr>
            <a:spLocks noGrp="1"/>
          </p:cNvSpPr>
          <p:nvPr>
            <p:ph type="body" sz="half" idx="2" hasCustomPrompt="1"/>
          </p:nvPr>
        </p:nvSpPr>
        <p:spPr>
          <a:xfrm>
            <a:off x="504829" y="6005062"/>
            <a:ext cx="8324849" cy="424319"/>
          </a:xfrm>
        </p:spPr>
        <p:txBody>
          <a:bodyPr anchor="b"/>
          <a:lstStyle>
            <a:lvl1pPr marL="0" indent="0">
              <a:spcBef>
                <a:spcPts val="0"/>
              </a:spcBef>
              <a:buNone/>
              <a:defRPr sz="7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add source/footnote or delete if not in use.</a:t>
            </a:r>
          </a:p>
        </p:txBody>
      </p:sp>
      <p:sp>
        <p:nvSpPr>
          <p:cNvPr id="4" name="Footer Placeholder 3">
            <a:extLst>
              <a:ext uri="{FF2B5EF4-FFF2-40B4-BE49-F238E27FC236}">
                <a16:creationId xmlns:a16="http://schemas.microsoft.com/office/drawing/2014/main" id="{EB28BEB7-D5BA-28A5-148F-7D11A1A86E6C}"/>
              </a:ext>
            </a:extLst>
          </p:cNvPr>
          <p:cNvSpPr>
            <a:spLocks noGrp="1"/>
          </p:cNvSpPr>
          <p:nvPr>
            <p:ph type="ftr" sz="quarter" idx="19"/>
          </p:nvPr>
        </p:nvSpPr>
        <p:spPr/>
        <p:txBody>
          <a:bodyPr/>
          <a:lstStyle/>
          <a:p>
            <a:r>
              <a:rPr lang="en-US"/>
              <a:t>XXXXXXX.X.X.GBL.INST</a:t>
            </a:r>
          </a:p>
        </p:txBody>
      </p:sp>
    </p:spTree>
    <p:extLst>
      <p:ext uri="{BB962C8B-B14F-4D97-AF65-F5344CB8AC3E}">
        <p14:creationId xmlns:p14="http://schemas.microsoft.com/office/powerpoint/2010/main" val="971073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Bio - Shor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7" y="1286268"/>
            <a:ext cx="3100148" cy="4285863"/>
          </a:xfrm>
          <a:solidFill>
            <a:schemeClr val="bg1">
              <a:lumMod val="95000"/>
            </a:schemeClr>
          </a:solidFill>
        </p:spPr>
        <p:txBody>
          <a:bodyPr/>
          <a:lstStyle>
            <a:lvl1pPr>
              <a:defRPr sz="1200" b="0"/>
            </a:lvl1pPr>
          </a:lstStyle>
          <a:p>
            <a:r>
              <a:rPr lang="en-US"/>
              <a:t>Click icon to add picture</a:t>
            </a:r>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4543425" y="1615830"/>
            <a:ext cx="7145339" cy="568211"/>
          </a:xfrm>
        </p:spPr>
        <p:txBody>
          <a:bodyPr/>
          <a:lstStyle>
            <a:lvl1pPr>
              <a:spcBef>
                <a:spcPts val="0"/>
              </a:spcBef>
              <a:defRPr sz="40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4543425" y="2234201"/>
            <a:ext cx="7145339" cy="337555"/>
          </a:xfrm>
        </p:spPr>
        <p:txBody>
          <a:bodyPr/>
          <a:lstStyle>
            <a:lvl1pPr>
              <a:spcBef>
                <a:spcPts val="0"/>
              </a:spcBef>
              <a:defRPr b="0"/>
            </a:lvl1pPr>
            <a:lvl2pPr marL="0" indent="0">
              <a:buNone/>
              <a:defRPr/>
            </a:lvl2pPr>
          </a:lstStyle>
          <a:p>
            <a:pPr lvl="0"/>
            <a:r>
              <a:rPr lang="en-US"/>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4556736" y="2747313"/>
            <a:ext cx="6217920" cy="2834640"/>
          </a:xfrm>
        </p:spPr>
        <p:txBody>
          <a:bodyPr numCol="2" spcCol="256032"/>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 </a:t>
            </a:r>
            <a:r>
              <a:rPr lang="en-US" err="1"/>
              <a:t>nisl</a:t>
            </a:r>
            <a:r>
              <a:rPr lang="en-US"/>
              <a:t>. </a:t>
            </a:r>
            <a:r>
              <a:rPr lang="en-US" err="1"/>
              <a:t>Arcu</a:t>
            </a:r>
            <a:r>
              <a:rPr lang="en-US"/>
              <a:t> dui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a:t>
            </a:r>
            <a:r>
              <a:rPr lang="en-US" err="1"/>
              <a:t>Lacus</a:t>
            </a:r>
            <a:r>
              <a:rPr lang="en-US"/>
              <a:t> sed </a:t>
            </a:r>
            <a:r>
              <a:rPr lang="en-US" err="1"/>
              <a:t>turpis</a:t>
            </a:r>
            <a:r>
              <a:rPr lang="en-US"/>
              <a:t> </a:t>
            </a:r>
            <a:r>
              <a:rPr lang="en-US" err="1"/>
              <a:t>tincidunt</a:t>
            </a:r>
            <a:r>
              <a:rPr lang="en-US"/>
              <a:t> id </a:t>
            </a:r>
            <a:r>
              <a:rPr lang="en-US" err="1"/>
              <a:t>aliquet</a:t>
            </a:r>
            <a:r>
              <a:rPr lang="en-US"/>
              <a:t> </a:t>
            </a:r>
            <a:r>
              <a:rPr lang="en-US" err="1"/>
              <a:t>risus</a:t>
            </a:r>
            <a:r>
              <a:rPr lang="en-US"/>
              <a:t> </a:t>
            </a:r>
            <a:r>
              <a:rPr lang="en-US" err="1"/>
              <a:t>feugiat</a:t>
            </a:r>
            <a:r>
              <a:rPr lang="en-US"/>
              <a:t> in ante. </a:t>
            </a:r>
            <a:r>
              <a:rPr lang="en-US" err="1"/>
              <a:t>Erat</a:t>
            </a:r>
            <a:r>
              <a:rPr lang="en-US"/>
              <a:t> </a:t>
            </a:r>
            <a:r>
              <a:rPr lang="en-US" err="1"/>
              <a:t>velit</a:t>
            </a:r>
            <a:r>
              <a:rPr lang="en-US"/>
              <a:t> </a:t>
            </a:r>
            <a:r>
              <a:rPr lang="en-US" err="1"/>
              <a:t>scelerisque</a:t>
            </a:r>
            <a:r>
              <a:rPr lang="en-US"/>
              <a:t> in dictum non </a:t>
            </a:r>
            <a:r>
              <a:rPr lang="en-US" err="1"/>
              <a:t>consectetur</a:t>
            </a:r>
            <a:r>
              <a:rPr lang="en-US"/>
              <a:t> a </a:t>
            </a:r>
            <a:r>
              <a:rPr lang="en-US" err="1"/>
              <a:t>erat</a:t>
            </a:r>
            <a:r>
              <a:rPr lang="en-US"/>
              <a:t> </a:t>
            </a:r>
            <a:r>
              <a:rPr lang="en-US" err="1"/>
              <a:t>nam</a:t>
            </a:r>
            <a:r>
              <a:rPr lang="en-US"/>
              <a:t>. </a:t>
            </a:r>
            <a:br>
              <a:rPr lang="en-US"/>
            </a:br>
            <a:r>
              <a:rPr lang="en-US" err="1"/>
              <a:t>Nulla</a:t>
            </a:r>
            <a:r>
              <a:rPr lang="en-US"/>
              <a:t> </a:t>
            </a:r>
            <a:r>
              <a:rPr lang="en-US" err="1"/>
              <a:t>aliquet</a:t>
            </a:r>
            <a:r>
              <a:rPr lang="en-US"/>
              <a:t> </a:t>
            </a:r>
            <a:r>
              <a:rPr lang="en-US" err="1"/>
              <a:t>porttitor</a:t>
            </a:r>
            <a:r>
              <a:rPr lang="en-US"/>
              <a:t> </a:t>
            </a:r>
            <a:r>
              <a:rPr lang="en-US" err="1"/>
              <a:t>lacus</a:t>
            </a:r>
            <a:r>
              <a:rPr lang="en-US"/>
              <a:t> </a:t>
            </a:r>
            <a:r>
              <a:rPr lang="en-US" err="1"/>
              <a:t>luctus</a:t>
            </a:r>
            <a:r>
              <a:rPr lang="en-US"/>
              <a:t>.</a:t>
            </a:r>
            <a:br>
              <a:rPr lang="en-US"/>
            </a:br>
            <a:br>
              <a:rPr lang="en-US"/>
            </a:br>
            <a:r>
              <a:rPr lang="en-US"/>
              <a:t>Cras sed </a:t>
            </a:r>
            <a:r>
              <a:rPr lang="en-US" err="1"/>
              <a:t>felis</a:t>
            </a:r>
            <a:r>
              <a:rPr lang="en-US"/>
              <a:t> </a:t>
            </a:r>
            <a:r>
              <a:rPr lang="en-US" err="1"/>
              <a:t>eget</a:t>
            </a:r>
            <a:r>
              <a:rPr lang="en-US"/>
              <a:t> </a:t>
            </a:r>
            <a:r>
              <a:rPr lang="en-US" err="1"/>
              <a:t>velit</a:t>
            </a:r>
            <a:r>
              <a:rPr lang="en-US"/>
              <a:t> </a:t>
            </a:r>
            <a:r>
              <a:rPr lang="en-US" err="1"/>
              <a:t>aliquet</a:t>
            </a:r>
            <a:r>
              <a:rPr lang="en-US"/>
              <a:t> </a:t>
            </a:r>
            <a:r>
              <a:rPr lang="en-US" err="1"/>
              <a:t>sagittis</a:t>
            </a:r>
            <a:r>
              <a:rPr lang="en-US"/>
              <a:t> id </a:t>
            </a:r>
            <a:r>
              <a:rPr lang="en-US" err="1"/>
              <a:t>consectetur</a:t>
            </a:r>
            <a:r>
              <a:rPr lang="en-US"/>
              <a:t>. Sem </a:t>
            </a:r>
            <a:r>
              <a:rPr lang="en-US" err="1"/>
              <a:t>viverra</a:t>
            </a:r>
            <a:r>
              <a:rPr lang="en-US"/>
              <a:t> </a:t>
            </a:r>
            <a:r>
              <a:rPr lang="en-US" err="1"/>
              <a:t>aliquet</a:t>
            </a:r>
            <a:r>
              <a:rPr lang="en-US"/>
              <a:t> </a:t>
            </a:r>
            <a:r>
              <a:rPr lang="en-US" err="1"/>
              <a:t>eget</a:t>
            </a:r>
            <a:r>
              <a:rPr lang="en-US"/>
              <a:t> sit </a:t>
            </a:r>
            <a:r>
              <a:rPr lang="en-US" err="1"/>
              <a:t>amet</a:t>
            </a:r>
            <a:r>
              <a:rPr lang="en-US"/>
              <a:t> </a:t>
            </a:r>
            <a:r>
              <a:rPr lang="en-US" err="1"/>
              <a:t>tellus</a:t>
            </a:r>
            <a:r>
              <a:rPr lang="en-US"/>
              <a:t> </a:t>
            </a:r>
            <a:r>
              <a:rPr lang="en-US" err="1"/>
              <a:t>cras</a:t>
            </a:r>
            <a:r>
              <a:rPr lang="en-US"/>
              <a:t>. </a:t>
            </a:r>
            <a:r>
              <a:rPr lang="en-US" err="1"/>
              <a:t>Elementum</a:t>
            </a:r>
            <a:r>
              <a:rPr lang="en-US"/>
              <a:t> </a:t>
            </a:r>
            <a:r>
              <a:rPr lang="en-US" err="1"/>
              <a:t>sagittis</a:t>
            </a:r>
            <a:r>
              <a:rPr lang="en-US"/>
              <a:t> vitae et </a:t>
            </a:r>
            <a:r>
              <a:rPr lang="en-US" err="1"/>
              <a:t>leo</a:t>
            </a:r>
            <a:r>
              <a:rPr lang="en-US"/>
              <a:t>. Eu </a:t>
            </a:r>
            <a:r>
              <a:rPr lang="en-US" err="1"/>
              <a:t>feugiat</a:t>
            </a:r>
            <a:r>
              <a:rPr lang="en-US"/>
              <a:t> </a:t>
            </a:r>
            <a:r>
              <a:rPr lang="en-US" err="1"/>
              <a:t>pretium</a:t>
            </a:r>
            <a:r>
              <a:rPr lang="en-US"/>
              <a:t> </a:t>
            </a:r>
            <a:r>
              <a:rPr lang="en-US" err="1"/>
              <a:t>nibh</a:t>
            </a:r>
            <a:r>
              <a:rPr lang="en-US"/>
              <a:t> ipsum </a:t>
            </a:r>
            <a:r>
              <a:rPr lang="en-US" err="1"/>
              <a:t>consequat</a:t>
            </a:r>
            <a:r>
              <a:rPr lang="en-US"/>
              <a:t> </a:t>
            </a:r>
            <a:r>
              <a:rPr lang="en-US" err="1"/>
              <a:t>nisl</a:t>
            </a:r>
            <a:r>
              <a:rPr lang="en-US"/>
              <a:t> vel. Mi tempus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Nunc non </a:t>
            </a:r>
            <a:r>
              <a:rPr lang="en-US" err="1"/>
              <a:t>blandit</a:t>
            </a:r>
            <a:r>
              <a:rPr lang="en-US"/>
              <a:t> </a:t>
            </a:r>
            <a:r>
              <a:rPr lang="en-US" err="1"/>
              <a:t>massa</a:t>
            </a:r>
            <a:r>
              <a:rPr lang="en-US"/>
              <a:t> </a:t>
            </a:r>
            <a:r>
              <a:rPr lang="en-US" err="1"/>
              <a:t>enim</a:t>
            </a:r>
            <a:r>
              <a:rPr lang="en-US"/>
              <a:t> </a:t>
            </a:r>
            <a:r>
              <a:rPr lang="en-US" err="1"/>
              <a:t>nec</a:t>
            </a:r>
            <a:r>
              <a:rPr lang="en-US"/>
              <a:t> dui. Id </a:t>
            </a:r>
            <a:r>
              <a:rPr lang="en-US" err="1"/>
              <a:t>consectetur</a:t>
            </a:r>
            <a:r>
              <a:rPr lang="en-US"/>
              <a:t> </a:t>
            </a:r>
            <a:r>
              <a:rPr lang="en-US" err="1"/>
              <a:t>purus</a:t>
            </a:r>
            <a:r>
              <a:rPr lang="en-US"/>
              <a:t> </a:t>
            </a:r>
            <a:r>
              <a:rPr lang="en-US" err="1"/>
              <a:t>ut</a:t>
            </a:r>
            <a:r>
              <a:rPr lang="en-US"/>
              <a:t> </a:t>
            </a:r>
            <a:r>
              <a:rPr lang="en-US" err="1"/>
              <a:t>faucibus</a:t>
            </a:r>
            <a:r>
              <a:rPr lang="en-US"/>
              <a:t>. At </a:t>
            </a:r>
            <a:r>
              <a:rPr lang="en-US" err="1"/>
              <a:t>consectetur</a:t>
            </a:r>
            <a:r>
              <a:rPr lang="en-US"/>
              <a:t> lorem </a:t>
            </a:r>
            <a:r>
              <a:rPr lang="en-US" err="1"/>
              <a:t>donec</a:t>
            </a:r>
            <a:r>
              <a:rPr lang="en-US"/>
              <a:t> </a:t>
            </a:r>
            <a:r>
              <a:rPr lang="en-US" err="1"/>
              <a:t>massa</a:t>
            </a:r>
            <a:r>
              <a:rPr lang="en-US"/>
              <a:t> </a:t>
            </a:r>
            <a:r>
              <a:rPr lang="en-US" err="1"/>
              <a:t>risus</a:t>
            </a:r>
            <a:r>
              <a:rPr lang="en-US"/>
              <a:t> </a:t>
            </a:r>
            <a:r>
              <a:rPr lang="en-US" err="1"/>
              <a:t>feugiat</a:t>
            </a:r>
            <a:r>
              <a:rPr lang="en-US"/>
              <a:t> in ante.</a:t>
            </a:r>
            <a:br>
              <a:rPr lang="en-US"/>
            </a:b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magna.</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A77A88A-3C3C-B82E-4089-24A694A58894}"/>
              </a:ext>
            </a:extLst>
          </p:cNvPr>
          <p:cNvSpPr>
            <a:spLocks noGrp="1"/>
          </p:cNvSpPr>
          <p:nvPr>
            <p:ph type="ftr" sz="quarter" idx="14"/>
          </p:nvPr>
        </p:nvSpPr>
        <p:spPr/>
        <p:txBody>
          <a:bodyPr/>
          <a:lstStyle/>
          <a:p>
            <a:r>
              <a:rPr lang="en-US"/>
              <a:t>XXXXXXX.X.X.GBL.INST</a:t>
            </a:r>
          </a:p>
        </p:txBody>
      </p:sp>
    </p:spTree>
    <p:extLst>
      <p:ext uri="{BB962C8B-B14F-4D97-AF65-F5344CB8AC3E}">
        <p14:creationId xmlns:p14="http://schemas.microsoft.com/office/powerpoint/2010/main" val="4191734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Bio - Lon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B9D621-7CE6-135A-50A9-1C936533D4A4}"/>
              </a:ext>
            </a:extLst>
          </p:cNvPr>
          <p:cNvSpPr>
            <a:spLocks noGrp="1"/>
          </p:cNvSpPr>
          <p:nvPr>
            <p:ph type="pic" sz="quarter" idx="10"/>
          </p:nvPr>
        </p:nvSpPr>
        <p:spPr>
          <a:xfrm>
            <a:off x="504829" y="1714500"/>
            <a:ext cx="2037959" cy="2807396"/>
          </a:xfrm>
          <a:solidFill>
            <a:schemeClr val="bg1">
              <a:lumMod val="95000"/>
            </a:schemeClr>
          </a:solidFill>
        </p:spPr>
        <p:txBody>
          <a:bodyPr/>
          <a:lstStyle>
            <a:lvl1pPr>
              <a:defRPr sz="1200" b="0"/>
            </a:lvl1pPr>
          </a:lstStyle>
          <a:p>
            <a:r>
              <a:rPr lang="en-US"/>
              <a:t>Click icon to add picture</a:t>
            </a:r>
          </a:p>
        </p:txBody>
      </p:sp>
      <p:sp>
        <p:nvSpPr>
          <p:cNvPr id="7" name="Text Placeholder 6">
            <a:extLst>
              <a:ext uri="{FF2B5EF4-FFF2-40B4-BE49-F238E27FC236}">
                <a16:creationId xmlns:a16="http://schemas.microsoft.com/office/drawing/2014/main" id="{21E3FE5A-C3E3-E4B7-5B0F-1ADBC1FD6103}"/>
              </a:ext>
            </a:extLst>
          </p:cNvPr>
          <p:cNvSpPr>
            <a:spLocks noGrp="1"/>
          </p:cNvSpPr>
          <p:nvPr>
            <p:ph type="body" sz="quarter" idx="11" hasCustomPrompt="1"/>
          </p:nvPr>
        </p:nvSpPr>
        <p:spPr>
          <a:xfrm>
            <a:off x="504829" y="4797426"/>
            <a:ext cx="2609849" cy="637236"/>
          </a:xfrm>
        </p:spPr>
        <p:txBody>
          <a:bodyPr/>
          <a:lstStyle>
            <a:lvl1pPr>
              <a:spcBef>
                <a:spcPts val="0"/>
              </a:spcBef>
              <a:defRPr sz="28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8" name="Text Placeholder 6">
            <a:extLst>
              <a:ext uri="{FF2B5EF4-FFF2-40B4-BE49-F238E27FC236}">
                <a16:creationId xmlns:a16="http://schemas.microsoft.com/office/drawing/2014/main" id="{02A7D8FE-F89C-680E-1212-58C2C2516855}"/>
              </a:ext>
            </a:extLst>
          </p:cNvPr>
          <p:cNvSpPr>
            <a:spLocks noGrp="1"/>
          </p:cNvSpPr>
          <p:nvPr>
            <p:ph type="body" sz="quarter" idx="12" hasCustomPrompt="1"/>
          </p:nvPr>
        </p:nvSpPr>
        <p:spPr>
          <a:xfrm>
            <a:off x="504825" y="5393193"/>
            <a:ext cx="2609848" cy="337555"/>
          </a:xfrm>
        </p:spPr>
        <p:txBody>
          <a:bodyPr/>
          <a:lstStyle>
            <a:lvl1pPr>
              <a:spcBef>
                <a:spcPts val="0"/>
              </a:spcBef>
              <a:defRPr sz="1400" b="0"/>
            </a:lvl1pPr>
            <a:lvl2pPr marL="0" indent="0">
              <a:buNone/>
              <a:defRPr/>
            </a:lvl2pPr>
          </a:lstStyle>
          <a:p>
            <a:pPr lvl="0"/>
            <a:r>
              <a:rPr lang="en-US"/>
              <a:t>Position title</a:t>
            </a:r>
          </a:p>
        </p:txBody>
      </p:sp>
      <p:sp>
        <p:nvSpPr>
          <p:cNvPr id="9" name="Text Placeholder 6">
            <a:extLst>
              <a:ext uri="{FF2B5EF4-FFF2-40B4-BE49-F238E27FC236}">
                <a16:creationId xmlns:a16="http://schemas.microsoft.com/office/drawing/2014/main" id="{2535B1D6-3D14-5A12-F861-D0194C45D73D}"/>
              </a:ext>
            </a:extLst>
          </p:cNvPr>
          <p:cNvSpPr>
            <a:spLocks noGrp="1"/>
          </p:cNvSpPr>
          <p:nvPr>
            <p:ph type="body" sz="quarter" idx="13" hasCustomPrompt="1"/>
          </p:nvPr>
        </p:nvSpPr>
        <p:spPr>
          <a:xfrm>
            <a:off x="3362329" y="1714500"/>
            <a:ext cx="8324849" cy="4286250"/>
          </a:xfrm>
        </p:spPr>
        <p:txBody>
          <a:bodyPr numCol="2" spcCol="256032">
            <a:normAutofit/>
          </a:bodyPr>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 </a:t>
            </a:r>
            <a:r>
              <a:rPr lang="en-US" err="1"/>
              <a:t>nisl</a:t>
            </a:r>
            <a:r>
              <a:rPr lang="en-US"/>
              <a:t>. </a:t>
            </a:r>
            <a:r>
              <a:rPr lang="en-US" err="1"/>
              <a:t>Arcu</a:t>
            </a:r>
            <a:r>
              <a:rPr lang="en-US"/>
              <a:t> dui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a:t>
            </a:r>
            <a:r>
              <a:rPr lang="en-US" err="1"/>
              <a:t>Lacus</a:t>
            </a:r>
            <a:r>
              <a:rPr lang="en-US"/>
              <a:t> sed </a:t>
            </a:r>
            <a:r>
              <a:rPr lang="en-US" err="1"/>
              <a:t>turpis</a:t>
            </a:r>
            <a:r>
              <a:rPr lang="en-US"/>
              <a:t> </a:t>
            </a:r>
            <a:r>
              <a:rPr lang="en-US" err="1"/>
              <a:t>tincidunt</a:t>
            </a:r>
            <a:r>
              <a:rPr lang="en-US"/>
              <a:t> id </a:t>
            </a:r>
            <a:r>
              <a:rPr lang="en-US" err="1"/>
              <a:t>aliquet</a:t>
            </a:r>
            <a:r>
              <a:rPr lang="en-US"/>
              <a:t> </a:t>
            </a:r>
            <a:r>
              <a:rPr lang="en-US" err="1"/>
              <a:t>risus</a:t>
            </a:r>
            <a:r>
              <a:rPr lang="en-US"/>
              <a:t> </a:t>
            </a:r>
            <a:r>
              <a:rPr lang="en-US" err="1"/>
              <a:t>feugiat</a:t>
            </a:r>
            <a:r>
              <a:rPr lang="en-US"/>
              <a:t> in ante. </a:t>
            </a:r>
            <a:r>
              <a:rPr lang="en-US" err="1"/>
              <a:t>Erat</a:t>
            </a:r>
            <a:r>
              <a:rPr lang="en-US"/>
              <a:t> </a:t>
            </a:r>
            <a:r>
              <a:rPr lang="en-US" err="1"/>
              <a:t>velit</a:t>
            </a:r>
            <a:r>
              <a:rPr lang="en-US"/>
              <a:t> </a:t>
            </a:r>
            <a:r>
              <a:rPr lang="en-US" err="1"/>
              <a:t>scelerisque</a:t>
            </a:r>
            <a:r>
              <a:rPr lang="en-US"/>
              <a:t> in dictum non </a:t>
            </a:r>
            <a:r>
              <a:rPr lang="en-US" err="1"/>
              <a:t>consectetur</a:t>
            </a:r>
            <a:r>
              <a:rPr lang="en-US"/>
              <a:t> a </a:t>
            </a:r>
            <a:r>
              <a:rPr lang="en-US" err="1"/>
              <a:t>erat</a:t>
            </a:r>
            <a:r>
              <a:rPr lang="en-US"/>
              <a:t> </a:t>
            </a:r>
            <a:r>
              <a:rPr lang="en-US" err="1"/>
              <a:t>nam</a:t>
            </a:r>
            <a:r>
              <a:rPr lang="en-US"/>
              <a:t>. </a:t>
            </a:r>
            <a:r>
              <a:rPr lang="en-US" err="1"/>
              <a:t>Nulla</a:t>
            </a:r>
            <a:r>
              <a:rPr lang="en-US"/>
              <a:t> </a:t>
            </a:r>
            <a:r>
              <a:rPr lang="en-US" err="1"/>
              <a:t>aliquet</a:t>
            </a:r>
            <a:r>
              <a:rPr lang="en-US"/>
              <a:t> </a:t>
            </a:r>
            <a:r>
              <a:rPr lang="en-US" err="1"/>
              <a:t>porttitor</a:t>
            </a:r>
            <a:r>
              <a:rPr lang="en-US"/>
              <a:t> </a:t>
            </a:r>
            <a:r>
              <a:rPr lang="en-US" err="1"/>
              <a:t>lacus</a:t>
            </a:r>
            <a:r>
              <a:rPr lang="en-US"/>
              <a:t> </a:t>
            </a:r>
            <a:r>
              <a:rPr lang="en-US" err="1"/>
              <a:t>luctus</a:t>
            </a:r>
            <a:r>
              <a:rPr lang="en-US"/>
              <a:t>.</a:t>
            </a:r>
            <a:br>
              <a:rPr lang="en-US"/>
            </a:br>
            <a:br>
              <a:rPr lang="en-US"/>
            </a:br>
            <a:r>
              <a:rPr lang="en-US"/>
              <a:t>Cras sed </a:t>
            </a:r>
            <a:r>
              <a:rPr lang="en-US" err="1"/>
              <a:t>felis</a:t>
            </a:r>
            <a:r>
              <a:rPr lang="en-US"/>
              <a:t> </a:t>
            </a:r>
            <a:r>
              <a:rPr lang="en-US" err="1"/>
              <a:t>eget</a:t>
            </a:r>
            <a:r>
              <a:rPr lang="en-US"/>
              <a:t> </a:t>
            </a:r>
            <a:r>
              <a:rPr lang="en-US" err="1"/>
              <a:t>velit</a:t>
            </a:r>
            <a:r>
              <a:rPr lang="en-US"/>
              <a:t> </a:t>
            </a:r>
            <a:r>
              <a:rPr lang="en-US" err="1"/>
              <a:t>aliquet</a:t>
            </a:r>
            <a:r>
              <a:rPr lang="en-US"/>
              <a:t> </a:t>
            </a:r>
            <a:r>
              <a:rPr lang="en-US" err="1"/>
              <a:t>sagittis</a:t>
            </a:r>
            <a:r>
              <a:rPr lang="en-US"/>
              <a:t> id </a:t>
            </a:r>
            <a:r>
              <a:rPr lang="en-US" err="1"/>
              <a:t>consectetur</a:t>
            </a:r>
            <a:r>
              <a:rPr lang="en-US"/>
              <a:t>. Sem </a:t>
            </a:r>
            <a:r>
              <a:rPr lang="en-US" err="1"/>
              <a:t>viverra</a:t>
            </a:r>
            <a:r>
              <a:rPr lang="en-US"/>
              <a:t> </a:t>
            </a:r>
            <a:r>
              <a:rPr lang="en-US" err="1"/>
              <a:t>aliquet</a:t>
            </a:r>
            <a:r>
              <a:rPr lang="en-US"/>
              <a:t> </a:t>
            </a:r>
            <a:r>
              <a:rPr lang="en-US" err="1"/>
              <a:t>eget</a:t>
            </a:r>
            <a:r>
              <a:rPr lang="en-US"/>
              <a:t> sit </a:t>
            </a:r>
            <a:r>
              <a:rPr lang="en-US" err="1"/>
              <a:t>amet</a:t>
            </a:r>
            <a:r>
              <a:rPr lang="en-US"/>
              <a:t> </a:t>
            </a:r>
            <a:r>
              <a:rPr lang="en-US" err="1"/>
              <a:t>tellus</a:t>
            </a:r>
            <a:r>
              <a:rPr lang="en-US"/>
              <a:t> </a:t>
            </a:r>
            <a:r>
              <a:rPr lang="en-US" err="1"/>
              <a:t>cras</a:t>
            </a:r>
            <a:r>
              <a:rPr lang="en-US"/>
              <a:t>. </a:t>
            </a:r>
            <a:r>
              <a:rPr lang="en-US" err="1"/>
              <a:t>Elementum</a:t>
            </a:r>
            <a:r>
              <a:rPr lang="en-US"/>
              <a:t> </a:t>
            </a:r>
            <a:r>
              <a:rPr lang="en-US" err="1"/>
              <a:t>sagittis</a:t>
            </a:r>
            <a:r>
              <a:rPr lang="en-US"/>
              <a:t> vitae et </a:t>
            </a:r>
            <a:r>
              <a:rPr lang="en-US" err="1"/>
              <a:t>leo</a:t>
            </a:r>
            <a:r>
              <a:rPr lang="en-US"/>
              <a:t>. Eu </a:t>
            </a:r>
            <a:r>
              <a:rPr lang="en-US" err="1"/>
              <a:t>feugiat</a:t>
            </a:r>
            <a:r>
              <a:rPr lang="en-US"/>
              <a:t> </a:t>
            </a:r>
            <a:r>
              <a:rPr lang="en-US" err="1"/>
              <a:t>pretium</a:t>
            </a:r>
            <a:r>
              <a:rPr lang="en-US"/>
              <a:t> </a:t>
            </a:r>
            <a:r>
              <a:rPr lang="en-US" err="1"/>
              <a:t>nibh</a:t>
            </a:r>
            <a:r>
              <a:rPr lang="en-US"/>
              <a:t> ipsum </a:t>
            </a:r>
            <a:r>
              <a:rPr lang="en-US" err="1"/>
              <a:t>consequat</a:t>
            </a:r>
            <a:r>
              <a:rPr lang="en-US"/>
              <a:t> </a:t>
            </a:r>
            <a:r>
              <a:rPr lang="en-US" err="1"/>
              <a:t>nisl</a:t>
            </a:r>
            <a:r>
              <a:rPr lang="en-US"/>
              <a:t> vel. Mi tempus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Nunc non </a:t>
            </a:r>
            <a:r>
              <a:rPr lang="en-US" err="1"/>
              <a:t>blandit</a:t>
            </a:r>
            <a:r>
              <a:rPr lang="en-US"/>
              <a:t> </a:t>
            </a:r>
            <a:r>
              <a:rPr lang="en-US" err="1"/>
              <a:t>massa</a:t>
            </a:r>
            <a:r>
              <a:rPr lang="en-US"/>
              <a:t> </a:t>
            </a:r>
            <a:r>
              <a:rPr lang="en-US" err="1"/>
              <a:t>enim</a:t>
            </a:r>
            <a:r>
              <a:rPr lang="en-US"/>
              <a:t> </a:t>
            </a:r>
            <a:r>
              <a:rPr lang="en-US" err="1"/>
              <a:t>nec</a:t>
            </a:r>
            <a:r>
              <a:rPr lang="en-US"/>
              <a:t> dui. Id </a:t>
            </a:r>
            <a:r>
              <a:rPr lang="en-US" err="1"/>
              <a:t>consectetur</a:t>
            </a:r>
            <a:r>
              <a:rPr lang="en-US"/>
              <a:t> </a:t>
            </a:r>
            <a:r>
              <a:rPr lang="en-US" err="1"/>
              <a:t>purus</a:t>
            </a:r>
            <a:r>
              <a:rPr lang="en-US"/>
              <a:t> </a:t>
            </a:r>
            <a:r>
              <a:rPr lang="en-US" err="1"/>
              <a:t>ut</a:t>
            </a:r>
            <a:r>
              <a:rPr lang="en-US"/>
              <a:t> </a:t>
            </a:r>
            <a:r>
              <a:rPr lang="en-US" err="1"/>
              <a:t>faucibus</a:t>
            </a:r>
            <a:r>
              <a:rPr lang="en-US"/>
              <a:t>. At </a:t>
            </a:r>
            <a:r>
              <a:rPr lang="en-US" err="1"/>
              <a:t>consectetur</a:t>
            </a:r>
            <a:r>
              <a:rPr lang="en-US"/>
              <a:t> lorem </a:t>
            </a:r>
            <a:r>
              <a:rPr lang="en-US" err="1"/>
              <a:t>donec</a:t>
            </a:r>
            <a:r>
              <a:rPr lang="en-US"/>
              <a:t> </a:t>
            </a:r>
            <a:r>
              <a:rPr lang="en-US" err="1"/>
              <a:t>massa</a:t>
            </a:r>
            <a:r>
              <a:rPr lang="en-US"/>
              <a:t> </a:t>
            </a:r>
            <a:r>
              <a:rPr lang="en-US" err="1"/>
              <a:t>risus</a:t>
            </a:r>
            <a:r>
              <a:rPr lang="en-US"/>
              <a:t> </a:t>
            </a:r>
            <a:r>
              <a:rPr lang="en-US" err="1"/>
              <a:t>feugiat</a:t>
            </a:r>
            <a:r>
              <a:rPr lang="en-US"/>
              <a:t> in ante.</a:t>
            </a:r>
            <a:br>
              <a:rPr lang="en-US"/>
            </a:b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 </a:t>
            </a:r>
            <a:r>
              <a:rPr lang="en-US" err="1"/>
              <a:t>nisl</a:t>
            </a:r>
            <a:r>
              <a:rPr lang="en-US"/>
              <a:t>. </a:t>
            </a:r>
            <a:r>
              <a:rPr lang="en-US" err="1"/>
              <a:t>Arcu</a:t>
            </a:r>
            <a:r>
              <a:rPr lang="en-US"/>
              <a:t> dui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a:t>
            </a:r>
            <a:r>
              <a:rPr lang="en-US" err="1"/>
              <a:t>Lacus</a:t>
            </a:r>
            <a:r>
              <a:rPr lang="en-US"/>
              <a:t> sed </a:t>
            </a:r>
            <a:r>
              <a:rPr lang="en-US" err="1"/>
              <a:t>turpis</a:t>
            </a:r>
            <a:r>
              <a:rPr lang="en-US"/>
              <a:t> </a:t>
            </a:r>
            <a:r>
              <a:rPr lang="en-US" err="1"/>
              <a:t>tincidunt</a:t>
            </a:r>
            <a:r>
              <a:rPr lang="en-US"/>
              <a:t> id </a:t>
            </a:r>
            <a:r>
              <a:rPr lang="en-US" err="1"/>
              <a:t>aliquet</a:t>
            </a:r>
            <a:r>
              <a:rPr lang="en-US"/>
              <a:t> </a:t>
            </a:r>
            <a:r>
              <a:rPr lang="en-US" err="1"/>
              <a:t>risus</a:t>
            </a:r>
            <a:r>
              <a:rPr lang="en-US"/>
              <a:t> </a:t>
            </a:r>
            <a:r>
              <a:rPr lang="en-US" err="1"/>
              <a:t>feugiat</a:t>
            </a:r>
            <a:r>
              <a:rPr lang="en-US"/>
              <a:t> in ante. </a:t>
            </a:r>
            <a:r>
              <a:rPr lang="en-US" err="1"/>
              <a:t>Erat</a:t>
            </a:r>
            <a:r>
              <a:rPr lang="en-US"/>
              <a:t> </a:t>
            </a:r>
            <a:r>
              <a:rPr lang="en-US" err="1"/>
              <a:t>velit</a:t>
            </a:r>
            <a:r>
              <a:rPr lang="en-US"/>
              <a:t> </a:t>
            </a:r>
            <a:r>
              <a:rPr lang="en-US" err="1"/>
              <a:t>scelerisque</a:t>
            </a:r>
            <a:r>
              <a:rPr lang="en-US"/>
              <a:t> in dictum non </a:t>
            </a:r>
            <a:r>
              <a:rPr lang="en-US" err="1"/>
              <a:t>consectetur</a:t>
            </a:r>
            <a:r>
              <a:rPr lang="en-US"/>
              <a:t> a </a:t>
            </a:r>
            <a:r>
              <a:rPr lang="en-US" err="1"/>
              <a:t>erat</a:t>
            </a:r>
            <a:r>
              <a:rPr lang="en-US"/>
              <a:t> </a:t>
            </a:r>
            <a:r>
              <a:rPr lang="en-US" err="1"/>
              <a:t>nam</a:t>
            </a:r>
            <a:r>
              <a:rPr lang="en-US"/>
              <a:t>. </a:t>
            </a:r>
            <a:r>
              <a:rPr lang="en-US" err="1"/>
              <a:t>Nulla</a:t>
            </a:r>
            <a:r>
              <a:rPr lang="en-US"/>
              <a:t> </a:t>
            </a:r>
            <a:r>
              <a:rPr lang="en-US" err="1"/>
              <a:t>aliquet</a:t>
            </a:r>
            <a:r>
              <a:rPr lang="en-US"/>
              <a:t> </a:t>
            </a:r>
            <a:r>
              <a:rPr lang="en-US" err="1"/>
              <a:t>porttitor</a:t>
            </a:r>
            <a:r>
              <a:rPr lang="en-US"/>
              <a:t> </a:t>
            </a:r>
            <a:r>
              <a:rPr lang="en-US" err="1"/>
              <a:t>lacus</a:t>
            </a:r>
            <a:r>
              <a:rPr lang="en-US"/>
              <a:t> </a:t>
            </a:r>
            <a:r>
              <a:rPr lang="en-US" err="1"/>
              <a:t>luctus</a:t>
            </a:r>
            <a:r>
              <a:rPr lang="en-US"/>
              <a:t>.</a:t>
            </a:r>
          </a:p>
        </p:txBody>
      </p:sp>
      <p:sp>
        <p:nvSpPr>
          <p:cNvPr id="3" name="Title 2">
            <a:extLst>
              <a:ext uri="{FF2B5EF4-FFF2-40B4-BE49-F238E27FC236}">
                <a16:creationId xmlns:a16="http://schemas.microsoft.com/office/drawing/2014/main" id="{72CBCAC2-9279-0B01-4006-372960B9D6F9}"/>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18F8CB1A-D110-C687-FA81-D7266FDF1C12}"/>
              </a:ext>
            </a:extLst>
          </p:cNvPr>
          <p:cNvSpPr>
            <a:spLocks noGrp="1"/>
          </p:cNvSpPr>
          <p:nvPr>
            <p:ph type="ftr" sz="quarter" idx="14"/>
          </p:nvPr>
        </p:nvSpPr>
        <p:spPr/>
        <p:txBody>
          <a:bodyPr/>
          <a:lstStyle/>
          <a:p>
            <a:r>
              <a:rPr lang="en-US"/>
              <a:t>XXXXXXX.X.X.GBL.INST</a:t>
            </a:r>
          </a:p>
        </p:txBody>
      </p:sp>
    </p:spTree>
    <p:extLst>
      <p:ext uri="{BB962C8B-B14F-4D97-AF65-F5344CB8AC3E}">
        <p14:creationId xmlns:p14="http://schemas.microsoft.com/office/powerpoint/2010/main" val="511769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Bios - Short Intro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8" y="914406"/>
            <a:ext cx="11183937"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714500"/>
            <a:ext cx="2609851" cy="1463040"/>
          </a:xfrm>
          <a:solidFill>
            <a:schemeClr val="bg1">
              <a:lumMod val="95000"/>
            </a:schemeClr>
          </a:solidFill>
        </p:spPr>
        <p:txBody>
          <a:bodyPr/>
          <a:lstStyle>
            <a:lvl1pPr>
              <a:defRPr sz="1200" b="0"/>
            </a:lvl1pPr>
          </a:lstStyle>
          <a:p>
            <a:r>
              <a:rPr lang="en-US"/>
              <a:t>Click icon to add picture</a:t>
            </a:r>
          </a:p>
        </p:txBody>
      </p:sp>
      <p:sp>
        <p:nvSpPr>
          <p:cNvPr id="20" name="Picture Placeholder 4">
            <a:extLst>
              <a:ext uri="{FF2B5EF4-FFF2-40B4-BE49-F238E27FC236}">
                <a16:creationId xmlns:a16="http://schemas.microsoft.com/office/drawing/2014/main" id="{0671090B-CE3B-FA15-AC77-3D086DF90A36}"/>
              </a:ext>
            </a:extLst>
          </p:cNvPr>
          <p:cNvSpPr>
            <a:spLocks noGrp="1"/>
          </p:cNvSpPr>
          <p:nvPr>
            <p:ph type="pic" sz="quarter" idx="26"/>
          </p:nvPr>
        </p:nvSpPr>
        <p:spPr>
          <a:xfrm>
            <a:off x="3362325" y="1714500"/>
            <a:ext cx="2609851" cy="1465898"/>
          </a:xfrm>
          <a:solidFill>
            <a:schemeClr val="bg1">
              <a:lumMod val="95000"/>
            </a:schemeClr>
          </a:solidFill>
        </p:spPr>
        <p:txBody>
          <a:bodyPr/>
          <a:lstStyle>
            <a:lvl1pPr>
              <a:defRPr sz="1200" b="0"/>
            </a:lvl1pPr>
          </a:lstStyle>
          <a:p>
            <a:r>
              <a:rPr lang="en-US"/>
              <a:t>Click icon to add picture</a:t>
            </a:r>
          </a:p>
        </p:txBody>
      </p:sp>
      <p:sp>
        <p:nvSpPr>
          <p:cNvPr id="21" name="Picture Placeholder 4">
            <a:extLst>
              <a:ext uri="{FF2B5EF4-FFF2-40B4-BE49-F238E27FC236}">
                <a16:creationId xmlns:a16="http://schemas.microsoft.com/office/drawing/2014/main" id="{E2D91C14-C2D1-BE60-A621-CFEE18C77E9C}"/>
              </a:ext>
            </a:extLst>
          </p:cNvPr>
          <p:cNvSpPr>
            <a:spLocks noGrp="1"/>
          </p:cNvSpPr>
          <p:nvPr>
            <p:ph type="pic" sz="quarter" idx="27"/>
          </p:nvPr>
        </p:nvSpPr>
        <p:spPr>
          <a:xfrm>
            <a:off x="6219825" y="1714500"/>
            <a:ext cx="2609851" cy="1463040"/>
          </a:xfrm>
          <a:solidFill>
            <a:schemeClr val="bg1">
              <a:lumMod val="95000"/>
            </a:schemeClr>
          </a:solidFill>
        </p:spPr>
        <p:txBody>
          <a:bodyPr/>
          <a:lstStyle>
            <a:lvl1pPr>
              <a:defRPr sz="1200" b="0"/>
            </a:lvl1pPr>
          </a:lstStyle>
          <a:p>
            <a:r>
              <a:rPr lang="en-US"/>
              <a:t>Click icon to add picture</a:t>
            </a:r>
          </a:p>
        </p:txBody>
      </p:sp>
      <p:sp>
        <p:nvSpPr>
          <p:cNvPr id="22" name="Picture Placeholder 4">
            <a:extLst>
              <a:ext uri="{FF2B5EF4-FFF2-40B4-BE49-F238E27FC236}">
                <a16:creationId xmlns:a16="http://schemas.microsoft.com/office/drawing/2014/main" id="{C09825F1-2D02-90C6-CF68-C606232A14B0}"/>
              </a:ext>
            </a:extLst>
          </p:cNvPr>
          <p:cNvSpPr>
            <a:spLocks noGrp="1"/>
          </p:cNvSpPr>
          <p:nvPr>
            <p:ph type="pic" sz="quarter" idx="28"/>
          </p:nvPr>
        </p:nvSpPr>
        <p:spPr>
          <a:xfrm>
            <a:off x="9088017" y="1714500"/>
            <a:ext cx="2609851" cy="1463040"/>
          </a:xfrm>
          <a:solidFill>
            <a:schemeClr val="bg1">
              <a:lumMod val="95000"/>
            </a:schemeClr>
          </a:solidFill>
        </p:spPr>
        <p:txBody>
          <a:bodyPr/>
          <a:lstStyle>
            <a:lvl1pPr>
              <a:defRPr sz="1200" b="0"/>
            </a:lvl1pPr>
          </a:lstStyle>
          <a:p>
            <a:r>
              <a:rPr lang="en-US"/>
              <a:t>Click icon to add picture</a:t>
            </a:r>
          </a:p>
        </p:txBody>
      </p:sp>
      <p:sp>
        <p:nvSpPr>
          <p:cNvPr id="23" name="Text Placeholder 6">
            <a:extLst>
              <a:ext uri="{FF2B5EF4-FFF2-40B4-BE49-F238E27FC236}">
                <a16:creationId xmlns:a16="http://schemas.microsoft.com/office/drawing/2014/main" id="{1A27F20D-C248-412D-50D5-87889427FC1B}"/>
              </a:ext>
            </a:extLst>
          </p:cNvPr>
          <p:cNvSpPr>
            <a:spLocks noGrp="1"/>
          </p:cNvSpPr>
          <p:nvPr>
            <p:ph type="body" sz="quarter" idx="13" hasCustomPrompt="1"/>
          </p:nvPr>
        </p:nvSpPr>
        <p:spPr>
          <a:xfrm>
            <a:off x="504825" y="4286256"/>
            <a:ext cx="2609851" cy="1714499"/>
          </a:xfrm>
        </p:spPr>
        <p:txBody>
          <a:bodyPr numCol="1" spcCol="256032"/>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reors</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aliqualia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a:t>
            </a:r>
          </a:p>
        </p:txBody>
      </p:sp>
      <p:sp>
        <p:nvSpPr>
          <p:cNvPr id="24" name="Text Placeholder 6">
            <a:extLst>
              <a:ext uri="{FF2B5EF4-FFF2-40B4-BE49-F238E27FC236}">
                <a16:creationId xmlns:a16="http://schemas.microsoft.com/office/drawing/2014/main" id="{BE4AAD78-93E6-189E-929B-B1A6CF5CC36F}"/>
              </a:ext>
            </a:extLst>
          </p:cNvPr>
          <p:cNvSpPr>
            <a:spLocks noGrp="1"/>
          </p:cNvSpPr>
          <p:nvPr>
            <p:ph type="body" sz="quarter" idx="29" hasCustomPrompt="1"/>
          </p:nvPr>
        </p:nvSpPr>
        <p:spPr>
          <a:xfrm>
            <a:off x="3362325" y="4286256"/>
            <a:ext cx="2609851" cy="1714499"/>
          </a:xfrm>
        </p:spPr>
        <p:txBody>
          <a:bodyPr numCol="1" spcCol="256032"/>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reors</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aliqualia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a:t>
            </a:r>
          </a:p>
        </p:txBody>
      </p:sp>
      <p:sp>
        <p:nvSpPr>
          <p:cNvPr id="25" name="Text Placeholder 6">
            <a:extLst>
              <a:ext uri="{FF2B5EF4-FFF2-40B4-BE49-F238E27FC236}">
                <a16:creationId xmlns:a16="http://schemas.microsoft.com/office/drawing/2014/main" id="{05DD3E24-41D0-F6A5-F4C1-72F89B740714}"/>
              </a:ext>
            </a:extLst>
          </p:cNvPr>
          <p:cNvSpPr>
            <a:spLocks noGrp="1"/>
          </p:cNvSpPr>
          <p:nvPr>
            <p:ph type="body" sz="quarter" idx="30" hasCustomPrompt="1"/>
          </p:nvPr>
        </p:nvSpPr>
        <p:spPr>
          <a:xfrm>
            <a:off x="6219825" y="4286256"/>
            <a:ext cx="2609851" cy="1714499"/>
          </a:xfrm>
        </p:spPr>
        <p:txBody>
          <a:bodyPr numCol="1" spcCol="256032"/>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reors</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aliqualia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a:t>
            </a:r>
          </a:p>
        </p:txBody>
      </p:sp>
      <p:sp>
        <p:nvSpPr>
          <p:cNvPr id="26" name="Text Placeholder 6">
            <a:extLst>
              <a:ext uri="{FF2B5EF4-FFF2-40B4-BE49-F238E27FC236}">
                <a16:creationId xmlns:a16="http://schemas.microsoft.com/office/drawing/2014/main" id="{A6A5B8F8-1CD4-77FD-00CC-C8B90F4F6099}"/>
              </a:ext>
            </a:extLst>
          </p:cNvPr>
          <p:cNvSpPr>
            <a:spLocks noGrp="1"/>
          </p:cNvSpPr>
          <p:nvPr>
            <p:ph type="body" sz="quarter" idx="31" hasCustomPrompt="1"/>
          </p:nvPr>
        </p:nvSpPr>
        <p:spPr>
          <a:xfrm>
            <a:off x="9088017" y="4286256"/>
            <a:ext cx="2609851" cy="1714499"/>
          </a:xfrm>
        </p:spPr>
        <p:txBody>
          <a:bodyPr numCol="1" spcCol="256032"/>
          <a:lstStyle>
            <a:lvl1pPr>
              <a:lnSpc>
                <a:spcPct val="110000"/>
              </a:lnSpc>
              <a:defRPr sz="1200" b="0"/>
            </a:lvl1pPr>
            <a:lvl2pPr marL="0" indent="0">
              <a:buNone/>
              <a:defRPr/>
            </a:lvl2pPr>
          </a:lstStyle>
          <a:p>
            <a:pPr lvl="0"/>
            <a:r>
              <a:rPr lang="en-US"/>
              <a:t>Lorem ipsum dolor sit </a:t>
            </a:r>
            <a:r>
              <a:rPr lang="en-US" err="1"/>
              <a:t>amet</a:t>
            </a:r>
            <a:r>
              <a:rPr lang="en-US"/>
              <a:t> </a:t>
            </a:r>
            <a:r>
              <a:rPr lang="en-US" err="1"/>
              <a:t>reors</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aliqualia</a:t>
            </a:r>
            <a:r>
              <a:rPr lang="en-US"/>
              <a:t>. Gravida </a:t>
            </a:r>
            <a:r>
              <a:rPr lang="en-US" err="1"/>
              <a:t>neque</a:t>
            </a:r>
            <a:r>
              <a:rPr lang="en-US"/>
              <a:t> convallis a </a:t>
            </a:r>
            <a:r>
              <a:rPr lang="en-US" err="1"/>
              <a:t>cras</a:t>
            </a:r>
            <a:r>
              <a:rPr lang="en-US"/>
              <a:t> semper auctor </a:t>
            </a:r>
            <a:r>
              <a:rPr lang="en-US" err="1"/>
              <a:t>neque</a:t>
            </a:r>
            <a:r>
              <a:rPr lang="en-US"/>
              <a:t>. </a:t>
            </a:r>
            <a:r>
              <a:rPr lang="en-US" err="1"/>
              <a:t>Sodales</a:t>
            </a:r>
            <a:r>
              <a:rPr lang="en-US"/>
              <a:t>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a:t>
            </a:r>
          </a:p>
        </p:txBody>
      </p:sp>
      <p:sp>
        <p:nvSpPr>
          <p:cNvPr id="3" name="Title 2">
            <a:extLst>
              <a:ext uri="{FF2B5EF4-FFF2-40B4-BE49-F238E27FC236}">
                <a16:creationId xmlns:a16="http://schemas.microsoft.com/office/drawing/2014/main" id="{F02A43F5-5319-262A-870C-A5C9C3995B1A}"/>
              </a:ext>
            </a:extLst>
          </p:cNvPr>
          <p:cNvSpPr>
            <a:spLocks noGrp="1"/>
          </p:cNvSpPr>
          <p:nvPr>
            <p:ph type="title"/>
          </p:nvPr>
        </p:nvSpPr>
        <p:spPr/>
        <p:txBody>
          <a:bodyPr/>
          <a:lstStyle/>
          <a:p>
            <a:r>
              <a:rPr lang="en-US"/>
              <a:t>Click to edit Master title style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5" y="3429000"/>
            <a:ext cx="2609851"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5" y="3725436"/>
            <a:ext cx="2609851" cy="274320"/>
          </a:xfrm>
        </p:spPr>
        <p:txBody>
          <a:bodyPr/>
          <a:lstStyle>
            <a:lvl1pPr>
              <a:spcBef>
                <a:spcPts val="0"/>
              </a:spcBef>
              <a:defRPr sz="1100" b="0"/>
            </a:lvl1pPr>
            <a:lvl2pPr marL="0" indent="0">
              <a:buNone/>
              <a:defRPr/>
            </a:lvl2pPr>
          </a:lstStyle>
          <a:p>
            <a:pPr lvl="0"/>
            <a:r>
              <a:rPr lang="en-US"/>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3362325" y="3429000"/>
            <a:ext cx="2609851"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3362325" y="3725436"/>
            <a:ext cx="2609851" cy="274320"/>
          </a:xfrm>
        </p:spPr>
        <p:txBody>
          <a:bodyPr/>
          <a:lstStyle>
            <a:lvl1pPr>
              <a:spcBef>
                <a:spcPts val="0"/>
              </a:spcBef>
              <a:defRPr sz="1100" b="0"/>
            </a:lvl1pPr>
            <a:lvl2pPr marL="0" indent="0">
              <a:buNone/>
              <a:defRPr/>
            </a:lvl2pPr>
          </a:lstStyle>
          <a:p>
            <a:pPr lvl="0"/>
            <a:r>
              <a:rPr lang="en-US"/>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6219825" y="3429000"/>
            <a:ext cx="2609851"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6219825" y="3725436"/>
            <a:ext cx="2609851" cy="274320"/>
          </a:xfrm>
        </p:spPr>
        <p:txBody>
          <a:bodyPr/>
          <a:lstStyle>
            <a:lvl1pPr>
              <a:spcBef>
                <a:spcPts val="0"/>
              </a:spcBef>
              <a:defRPr sz="1100" b="0"/>
            </a:lvl1pPr>
            <a:lvl2pPr marL="0" indent="0">
              <a:buNone/>
              <a:defRPr/>
            </a:lvl2pPr>
          </a:lstStyle>
          <a:p>
            <a:pPr lvl="0"/>
            <a:r>
              <a:rPr lang="en-US"/>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9088020" y="3429000"/>
            <a:ext cx="2599161"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9088020" y="3725436"/>
            <a:ext cx="2599161" cy="274320"/>
          </a:xfrm>
        </p:spPr>
        <p:txBody>
          <a:bodyPr/>
          <a:lstStyle>
            <a:lvl1pPr>
              <a:spcBef>
                <a:spcPts val="0"/>
              </a:spcBef>
              <a:defRPr sz="1100" b="0"/>
            </a:lvl1pPr>
            <a:lvl2pPr marL="0" indent="0">
              <a:buNone/>
              <a:defRPr/>
            </a:lvl2pPr>
          </a:lstStyle>
          <a:p>
            <a:pPr lvl="0"/>
            <a:r>
              <a:rPr lang="en-US"/>
              <a:t>Position title</a:t>
            </a:r>
          </a:p>
        </p:txBody>
      </p:sp>
      <p:sp>
        <p:nvSpPr>
          <p:cNvPr id="2" name="Footer Placeholder 1">
            <a:extLst>
              <a:ext uri="{FF2B5EF4-FFF2-40B4-BE49-F238E27FC236}">
                <a16:creationId xmlns:a16="http://schemas.microsoft.com/office/drawing/2014/main" id="{67F015DD-FB98-57E1-5699-75DE9D7B91B7}"/>
              </a:ext>
            </a:extLst>
          </p:cNvPr>
          <p:cNvSpPr>
            <a:spLocks noGrp="1"/>
          </p:cNvSpPr>
          <p:nvPr>
            <p:ph type="ftr" sz="quarter" idx="32"/>
          </p:nvPr>
        </p:nvSpPr>
        <p:spPr/>
        <p:txBody>
          <a:bodyPr/>
          <a:lstStyle/>
          <a:p>
            <a:r>
              <a:rPr lang="en-US"/>
              <a:t>XXXXXXX.X.X.GBL.INST</a:t>
            </a:r>
          </a:p>
        </p:txBody>
      </p:sp>
    </p:spTree>
    <p:extLst>
      <p:ext uri="{BB962C8B-B14F-4D97-AF65-F5344CB8AC3E}">
        <p14:creationId xmlns:p14="http://schemas.microsoft.com/office/powerpoint/2010/main" val="3647968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Bio - Pics">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BE8B6A8D-B10A-49C1-4250-A74345727BA8}"/>
              </a:ext>
            </a:extLst>
          </p:cNvPr>
          <p:cNvSpPr>
            <a:spLocks noGrp="1"/>
          </p:cNvSpPr>
          <p:nvPr>
            <p:ph type="subTitle" idx="10"/>
          </p:nvPr>
        </p:nvSpPr>
        <p:spPr>
          <a:xfrm>
            <a:off x="504828" y="914406"/>
            <a:ext cx="11183937" cy="305149"/>
          </a:xfrm>
        </p:spPr>
        <p:txBody>
          <a:bodyPr/>
          <a:lstStyle>
            <a:lvl1pPr marL="0" indent="0" algn="l">
              <a:spcBef>
                <a:spcPts val="0"/>
              </a:spcBef>
              <a:buNone/>
              <a:defRPr sz="1600"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5" name="Picture Placeholder 4">
            <a:extLst>
              <a:ext uri="{FF2B5EF4-FFF2-40B4-BE49-F238E27FC236}">
                <a16:creationId xmlns:a16="http://schemas.microsoft.com/office/drawing/2014/main" id="{334F5826-3D0B-827A-5027-6ED68EBCA156}"/>
              </a:ext>
            </a:extLst>
          </p:cNvPr>
          <p:cNvSpPr>
            <a:spLocks noGrp="1"/>
          </p:cNvSpPr>
          <p:nvPr>
            <p:ph type="pic" sz="quarter" idx="11"/>
          </p:nvPr>
        </p:nvSpPr>
        <p:spPr>
          <a:xfrm>
            <a:off x="504825" y="1880899"/>
            <a:ext cx="2139696" cy="3044952"/>
          </a:xfrm>
          <a:solidFill>
            <a:schemeClr val="bg1">
              <a:lumMod val="95000"/>
            </a:schemeClr>
          </a:solidFill>
        </p:spPr>
        <p:txBody>
          <a:bodyPr/>
          <a:lstStyle>
            <a:lvl1pPr>
              <a:defRPr sz="1200" b="0"/>
            </a:lvl1pPr>
          </a:lstStyle>
          <a:p>
            <a:r>
              <a:rPr lang="en-US"/>
              <a:t>Click icon to add picture</a:t>
            </a:r>
          </a:p>
        </p:txBody>
      </p:sp>
      <p:sp>
        <p:nvSpPr>
          <p:cNvPr id="6" name="Picture Placeholder 4">
            <a:extLst>
              <a:ext uri="{FF2B5EF4-FFF2-40B4-BE49-F238E27FC236}">
                <a16:creationId xmlns:a16="http://schemas.microsoft.com/office/drawing/2014/main" id="{3CD04B3B-9CB0-795F-3985-566A7A773B6D}"/>
              </a:ext>
            </a:extLst>
          </p:cNvPr>
          <p:cNvSpPr>
            <a:spLocks noGrp="1"/>
          </p:cNvSpPr>
          <p:nvPr>
            <p:ph type="pic" sz="quarter" idx="12"/>
          </p:nvPr>
        </p:nvSpPr>
        <p:spPr>
          <a:xfrm>
            <a:off x="2765885" y="1880899"/>
            <a:ext cx="2139696" cy="3044952"/>
          </a:xfrm>
          <a:solidFill>
            <a:schemeClr val="bg1">
              <a:lumMod val="95000"/>
            </a:schemeClr>
          </a:solidFill>
        </p:spPr>
        <p:txBody>
          <a:bodyPr/>
          <a:lstStyle>
            <a:lvl1pPr>
              <a:defRPr sz="1200" b="0"/>
            </a:lvl1pPr>
          </a:lstStyle>
          <a:p>
            <a:r>
              <a:rPr lang="en-US"/>
              <a:t>Click icon to add picture</a:t>
            </a:r>
          </a:p>
        </p:txBody>
      </p:sp>
      <p:sp>
        <p:nvSpPr>
          <p:cNvPr id="7" name="Picture Placeholder 4">
            <a:extLst>
              <a:ext uri="{FF2B5EF4-FFF2-40B4-BE49-F238E27FC236}">
                <a16:creationId xmlns:a16="http://schemas.microsoft.com/office/drawing/2014/main" id="{D6D0E272-2965-66E3-5153-F0CFCAF49416}"/>
              </a:ext>
            </a:extLst>
          </p:cNvPr>
          <p:cNvSpPr>
            <a:spLocks noGrp="1"/>
          </p:cNvSpPr>
          <p:nvPr>
            <p:ph type="pic" sz="quarter" idx="13"/>
          </p:nvPr>
        </p:nvSpPr>
        <p:spPr>
          <a:xfrm>
            <a:off x="5026947" y="1880899"/>
            <a:ext cx="2139696" cy="3044952"/>
          </a:xfrm>
          <a:solidFill>
            <a:schemeClr val="bg1">
              <a:lumMod val="95000"/>
            </a:schemeClr>
          </a:solidFill>
        </p:spPr>
        <p:txBody>
          <a:bodyPr/>
          <a:lstStyle>
            <a:lvl1pPr>
              <a:defRPr sz="1200" b="0"/>
            </a:lvl1pPr>
          </a:lstStyle>
          <a:p>
            <a:r>
              <a:rPr lang="en-US"/>
              <a:t>Click icon to add picture</a:t>
            </a:r>
          </a:p>
        </p:txBody>
      </p:sp>
      <p:sp>
        <p:nvSpPr>
          <p:cNvPr id="8" name="Picture Placeholder 4">
            <a:extLst>
              <a:ext uri="{FF2B5EF4-FFF2-40B4-BE49-F238E27FC236}">
                <a16:creationId xmlns:a16="http://schemas.microsoft.com/office/drawing/2014/main" id="{43A621D3-E82B-1016-EDE1-85CDB0352D04}"/>
              </a:ext>
            </a:extLst>
          </p:cNvPr>
          <p:cNvSpPr>
            <a:spLocks noGrp="1"/>
          </p:cNvSpPr>
          <p:nvPr>
            <p:ph type="pic" sz="quarter" idx="14"/>
          </p:nvPr>
        </p:nvSpPr>
        <p:spPr>
          <a:xfrm>
            <a:off x="7288007" y="1880899"/>
            <a:ext cx="2139696" cy="3044952"/>
          </a:xfrm>
          <a:solidFill>
            <a:schemeClr val="bg1">
              <a:lumMod val="95000"/>
            </a:schemeClr>
          </a:solidFill>
        </p:spPr>
        <p:txBody>
          <a:bodyPr/>
          <a:lstStyle>
            <a:lvl1pPr>
              <a:defRPr sz="1200" b="0"/>
            </a:lvl1pPr>
          </a:lstStyle>
          <a:p>
            <a:r>
              <a:rPr lang="en-US"/>
              <a:t>Click icon to add picture</a:t>
            </a:r>
          </a:p>
        </p:txBody>
      </p:sp>
      <p:sp>
        <p:nvSpPr>
          <p:cNvPr id="9" name="Picture Placeholder 4">
            <a:extLst>
              <a:ext uri="{FF2B5EF4-FFF2-40B4-BE49-F238E27FC236}">
                <a16:creationId xmlns:a16="http://schemas.microsoft.com/office/drawing/2014/main" id="{2646D5ED-0FCB-4F11-0C88-B1069268926D}"/>
              </a:ext>
            </a:extLst>
          </p:cNvPr>
          <p:cNvSpPr>
            <a:spLocks noGrp="1"/>
          </p:cNvSpPr>
          <p:nvPr>
            <p:ph type="pic" sz="quarter" idx="15"/>
          </p:nvPr>
        </p:nvSpPr>
        <p:spPr>
          <a:xfrm>
            <a:off x="9549067" y="1880899"/>
            <a:ext cx="2139696" cy="3044952"/>
          </a:xfrm>
          <a:solidFill>
            <a:schemeClr val="bg1">
              <a:lumMod val="95000"/>
            </a:schemeClr>
          </a:solidFill>
        </p:spPr>
        <p:txBody>
          <a:bodyPr/>
          <a:lstStyle>
            <a:lvl1pPr>
              <a:defRPr sz="1200" b="0"/>
            </a:lvl1pPr>
          </a:lstStyle>
          <a:p>
            <a:r>
              <a:rPr lang="en-US"/>
              <a:t>Click icon to add picture</a:t>
            </a:r>
          </a:p>
        </p:txBody>
      </p:sp>
      <p:sp>
        <p:nvSpPr>
          <p:cNvPr id="10" name="Text Placeholder 6">
            <a:extLst>
              <a:ext uri="{FF2B5EF4-FFF2-40B4-BE49-F238E27FC236}">
                <a16:creationId xmlns:a16="http://schemas.microsoft.com/office/drawing/2014/main" id="{AB825C19-5BB3-1122-58EB-377FFB24D0C2}"/>
              </a:ext>
            </a:extLst>
          </p:cNvPr>
          <p:cNvSpPr>
            <a:spLocks noGrp="1"/>
          </p:cNvSpPr>
          <p:nvPr>
            <p:ph type="body" sz="quarter" idx="16" hasCustomPrompt="1"/>
          </p:nvPr>
        </p:nvSpPr>
        <p:spPr>
          <a:xfrm>
            <a:off x="504828" y="5072033"/>
            <a:ext cx="2139697"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1" name="Text Placeholder 6">
            <a:extLst>
              <a:ext uri="{FF2B5EF4-FFF2-40B4-BE49-F238E27FC236}">
                <a16:creationId xmlns:a16="http://schemas.microsoft.com/office/drawing/2014/main" id="{5F73B972-C983-74FA-E88E-C8A343934C75}"/>
              </a:ext>
            </a:extLst>
          </p:cNvPr>
          <p:cNvSpPr>
            <a:spLocks noGrp="1"/>
          </p:cNvSpPr>
          <p:nvPr>
            <p:ph type="body" sz="quarter" idx="17" hasCustomPrompt="1"/>
          </p:nvPr>
        </p:nvSpPr>
        <p:spPr>
          <a:xfrm>
            <a:off x="504828" y="5348735"/>
            <a:ext cx="2139697" cy="274320"/>
          </a:xfrm>
        </p:spPr>
        <p:txBody>
          <a:bodyPr/>
          <a:lstStyle>
            <a:lvl1pPr>
              <a:spcBef>
                <a:spcPts val="0"/>
              </a:spcBef>
              <a:defRPr sz="1100" b="0"/>
            </a:lvl1pPr>
            <a:lvl2pPr marL="0" indent="0">
              <a:buNone/>
              <a:defRPr/>
            </a:lvl2pPr>
          </a:lstStyle>
          <a:p>
            <a:pPr lvl="0"/>
            <a:r>
              <a:rPr lang="en-US"/>
              <a:t>Position title</a:t>
            </a:r>
          </a:p>
        </p:txBody>
      </p:sp>
      <p:sp>
        <p:nvSpPr>
          <p:cNvPr id="12" name="Text Placeholder 6">
            <a:extLst>
              <a:ext uri="{FF2B5EF4-FFF2-40B4-BE49-F238E27FC236}">
                <a16:creationId xmlns:a16="http://schemas.microsoft.com/office/drawing/2014/main" id="{BC0BE96D-A52C-BF69-4223-2C0152EB610C}"/>
              </a:ext>
            </a:extLst>
          </p:cNvPr>
          <p:cNvSpPr>
            <a:spLocks noGrp="1"/>
          </p:cNvSpPr>
          <p:nvPr>
            <p:ph type="body" sz="quarter" idx="18" hasCustomPrompt="1"/>
          </p:nvPr>
        </p:nvSpPr>
        <p:spPr>
          <a:xfrm>
            <a:off x="2765889" y="5072033"/>
            <a:ext cx="2139697"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3" name="Text Placeholder 6">
            <a:extLst>
              <a:ext uri="{FF2B5EF4-FFF2-40B4-BE49-F238E27FC236}">
                <a16:creationId xmlns:a16="http://schemas.microsoft.com/office/drawing/2014/main" id="{2795A31D-2DE6-9E66-FC77-7AF3733EFA77}"/>
              </a:ext>
            </a:extLst>
          </p:cNvPr>
          <p:cNvSpPr>
            <a:spLocks noGrp="1"/>
          </p:cNvSpPr>
          <p:nvPr>
            <p:ph type="body" sz="quarter" idx="19" hasCustomPrompt="1"/>
          </p:nvPr>
        </p:nvSpPr>
        <p:spPr>
          <a:xfrm>
            <a:off x="2765889" y="5348735"/>
            <a:ext cx="2139697" cy="274320"/>
          </a:xfrm>
        </p:spPr>
        <p:txBody>
          <a:bodyPr/>
          <a:lstStyle>
            <a:lvl1pPr>
              <a:spcBef>
                <a:spcPts val="0"/>
              </a:spcBef>
              <a:defRPr sz="1100" b="0"/>
            </a:lvl1pPr>
            <a:lvl2pPr marL="0" indent="0">
              <a:buNone/>
              <a:defRPr/>
            </a:lvl2pPr>
          </a:lstStyle>
          <a:p>
            <a:pPr lvl="0"/>
            <a:r>
              <a:rPr lang="en-US"/>
              <a:t>Position title</a:t>
            </a:r>
          </a:p>
        </p:txBody>
      </p:sp>
      <p:sp>
        <p:nvSpPr>
          <p:cNvPr id="14" name="Text Placeholder 6">
            <a:extLst>
              <a:ext uri="{FF2B5EF4-FFF2-40B4-BE49-F238E27FC236}">
                <a16:creationId xmlns:a16="http://schemas.microsoft.com/office/drawing/2014/main" id="{AA00CA48-1598-E896-A9E4-D94B84260A86}"/>
              </a:ext>
            </a:extLst>
          </p:cNvPr>
          <p:cNvSpPr>
            <a:spLocks noGrp="1"/>
          </p:cNvSpPr>
          <p:nvPr>
            <p:ph type="body" sz="quarter" idx="20" hasCustomPrompt="1"/>
          </p:nvPr>
        </p:nvSpPr>
        <p:spPr>
          <a:xfrm>
            <a:off x="5026950" y="5072033"/>
            <a:ext cx="2139697"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5" name="Text Placeholder 6">
            <a:extLst>
              <a:ext uri="{FF2B5EF4-FFF2-40B4-BE49-F238E27FC236}">
                <a16:creationId xmlns:a16="http://schemas.microsoft.com/office/drawing/2014/main" id="{73CC6F57-57B4-A544-0175-D13F507224F4}"/>
              </a:ext>
            </a:extLst>
          </p:cNvPr>
          <p:cNvSpPr>
            <a:spLocks noGrp="1"/>
          </p:cNvSpPr>
          <p:nvPr>
            <p:ph type="body" sz="quarter" idx="21" hasCustomPrompt="1"/>
          </p:nvPr>
        </p:nvSpPr>
        <p:spPr>
          <a:xfrm>
            <a:off x="5026950" y="5348735"/>
            <a:ext cx="2139697" cy="274320"/>
          </a:xfrm>
        </p:spPr>
        <p:txBody>
          <a:bodyPr/>
          <a:lstStyle>
            <a:lvl1pPr>
              <a:spcBef>
                <a:spcPts val="0"/>
              </a:spcBef>
              <a:defRPr sz="1100" b="0"/>
            </a:lvl1pPr>
            <a:lvl2pPr marL="0" indent="0">
              <a:buNone/>
              <a:defRPr/>
            </a:lvl2pPr>
          </a:lstStyle>
          <a:p>
            <a:pPr lvl="0"/>
            <a:r>
              <a:rPr lang="en-US"/>
              <a:t>Position title</a:t>
            </a:r>
          </a:p>
        </p:txBody>
      </p:sp>
      <p:sp>
        <p:nvSpPr>
          <p:cNvPr id="16" name="Text Placeholder 6">
            <a:extLst>
              <a:ext uri="{FF2B5EF4-FFF2-40B4-BE49-F238E27FC236}">
                <a16:creationId xmlns:a16="http://schemas.microsoft.com/office/drawing/2014/main" id="{8BC6EE2E-592D-7AC0-A340-82495C61C961}"/>
              </a:ext>
            </a:extLst>
          </p:cNvPr>
          <p:cNvSpPr>
            <a:spLocks noGrp="1"/>
          </p:cNvSpPr>
          <p:nvPr>
            <p:ph type="body" sz="quarter" idx="22" hasCustomPrompt="1"/>
          </p:nvPr>
        </p:nvSpPr>
        <p:spPr>
          <a:xfrm>
            <a:off x="7288011" y="5072033"/>
            <a:ext cx="2139697"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7" name="Text Placeholder 6">
            <a:extLst>
              <a:ext uri="{FF2B5EF4-FFF2-40B4-BE49-F238E27FC236}">
                <a16:creationId xmlns:a16="http://schemas.microsoft.com/office/drawing/2014/main" id="{CA5E887F-8777-4CEB-7C1F-88D89A344A2B}"/>
              </a:ext>
            </a:extLst>
          </p:cNvPr>
          <p:cNvSpPr>
            <a:spLocks noGrp="1"/>
          </p:cNvSpPr>
          <p:nvPr>
            <p:ph type="body" sz="quarter" idx="23" hasCustomPrompt="1"/>
          </p:nvPr>
        </p:nvSpPr>
        <p:spPr>
          <a:xfrm>
            <a:off x="7288011" y="5348735"/>
            <a:ext cx="2139697" cy="274320"/>
          </a:xfrm>
        </p:spPr>
        <p:txBody>
          <a:bodyPr/>
          <a:lstStyle>
            <a:lvl1pPr>
              <a:spcBef>
                <a:spcPts val="0"/>
              </a:spcBef>
              <a:defRPr sz="1100" b="0"/>
            </a:lvl1pPr>
            <a:lvl2pPr marL="0" indent="0">
              <a:buNone/>
              <a:defRPr/>
            </a:lvl2pPr>
          </a:lstStyle>
          <a:p>
            <a:pPr lvl="0"/>
            <a:r>
              <a:rPr lang="en-US"/>
              <a:t>Position title</a:t>
            </a:r>
          </a:p>
        </p:txBody>
      </p:sp>
      <p:sp>
        <p:nvSpPr>
          <p:cNvPr id="18" name="Text Placeholder 6">
            <a:extLst>
              <a:ext uri="{FF2B5EF4-FFF2-40B4-BE49-F238E27FC236}">
                <a16:creationId xmlns:a16="http://schemas.microsoft.com/office/drawing/2014/main" id="{4D3983D9-6553-1831-26D4-B4ACE3A1E86A}"/>
              </a:ext>
            </a:extLst>
          </p:cNvPr>
          <p:cNvSpPr>
            <a:spLocks noGrp="1"/>
          </p:cNvSpPr>
          <p:nvPr>
            <p:ph type="body" sz="quarter" idx="24" hasCustomPrompt="1"/>
          </p:nvPr>
        </p:nvSpPr>
        <p:spPr>
          <a:xfrm>
            <a:off x="9549070" y="5072033"/>
            <a:ext cx="2139697" cy="274320"/>
          </a:xfrm>
        </p:spPr>
        <p:txBody>
          <a:bodyPr/>
          <a:lstStyle>
            <a:lvl1pPr>
              <a:spcBef>
                <a:spcPts val="0"/>
              </a:spcBef>
              <a:defRPr sz="1600" b="0">
                <a:solidFill>
                  <a:schemeClr val="tx2"/>
                </a:solidFill>
                <a:latin typeface="+mj-lt"/>
              </a:defRPr>
            </a:lvl1pPr>
            <a:lvl2pPr marL="0" indent="0">
              <a:buNone/>
              <a:defRPr/>
            </a:lvl2pPr>
          </a:lstStyle>
          <a:p>
            <a:pPr lvl="0"/>
            <a:r>
              <a:rPr lang="en-US"/>
              <a:t>First </a:t>
            </a:r>
            <a:r>
              <a:rPr lang="en-US" err="1"/>
              <a:t>Lastname</a:t>
            </a:r>
            <a:endParaRPr lang="en-US"/>
          </a:p>
        </p:txBody>
      </p:sp>
      <p:sp>
        <p:nvSpPr>
          <p:cNvPr id="19" name="Text Placeholder 6">
            <a:extLst>
              <a:ext uri="{FF2B5EF4-FFF2-40B4-BE49-F238E27FC236}">
                <a16:creationId xmlns:a16="http://schemas.microsoft.com/office/drawing/2014/main" id="{FA97E8F0-E1CE-E1AD-BFFD-7E72C7AFA21E}"/>
              </a:ext>
            </a:extLst>
          </p:cNvPr>
          <p:cNvSpPr>
            <a:spLocks noGrp="1"/>
          </p:cNvSpPr>
          <p:nvPr>
            <p:ph type="body" sz="quarter" idx="25" hasCustomPrompt="1"/>
          </p:nvPr>
        </p:nvSpPr>
        <p:spPr>
          <a:xfrm>
            <a:off x="9549070" y="5348735"/>
            <a:ext cx="2139697" cy="274320"/>
          </a:xfrm>
        </p:spPr>
        <p:txBody>
          <a:bodyPr/>
          <a:lstStyle>
            <a:lvl1pPr>
              <a:spcBef>
                <a:spcPts val="0"/>
              </a:spcBef>
              <a:defRPr sz="1100" b="0"/>
            </a:lvl1pPr>
            <a:lvl2pPr marL="0" indent="0">
              <a:buNone/>
              <a:defRPr/>
            </a:lvl2pPr>
          </a:lstStyle>
          <a:p>
            <a:pPr lvl="0"/>
            <a:r>
              <a:rPr lang="en-US"/>
              <a:t>Position title</a:t>
            </a:r>
          </a:p>
        </p:txBody>
      </p:sp>
      <p:sp>
        <p:nvSpPr>
          <p:cNvPr id="3" name="Title 2">
            <a:extLst>
              <a:ext uri="{FF2B5EF4-FFF2-40B4-BE49-F238E27FC236}">
                <a16:creationId xmlns:a16="http://schemas.microsoft.com/office/drawing/2014/main" id="{97387FD8-5F13-DE79-3CF9-D1A5189D837A}"/>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06657D7-9967-0A33-EA10-87708751FF9F}"/>
              </a:ext>
            </a:extLst>
          </p:cNvPr>
          <p:cNvSpPr>
            <a:spLocks noGrp="1"/>
          </p:cNvSpPr>
          <p:nvPr>
            <p:ph type="ftr" sz="quarter" idx="26"/>
          </p:nvPr>
        </p:nvSpPr>
        <p:spPr/>
        <p:txBody>
          <a:bodyPr/>
          <a:lstStyle/>
          <a:p>
            <a:r>
              <a:rPr lang="en-US"/>
              <a:t>XXXXXXX.X.X.GBL.INST</a:t>
            </a:r>
          </a:p>
        </p:txBody>
      </p:sp>
    </p:spTree>
    <p:extLst>
      <p:ext uri="{BB962C8B-B14F-4D97-AF65-F5344CB8AC3E}">
        <p14:creationId xmlns:p14="http://schemas.microsoft.com/office/powerpoint/2010/main" val="416345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90D72-CCA6-644A-7C49-E6F104306B33}"/>
              </a:ext>
            </a:extLst>
          </p:cNvPr>
          <p:cNvSpPr>
            <a:spLocks noGrp="1"/>
          </p:cNvSpPr>
          <p:nvPr>
            <p:ph type="title" hasCustomPrompt="1"/>
          </p:nvPr>
        </p:nvSpPr>
        <p:spPr>
          <a:xfrm>
            <a:off x="504825" y="310896"/>
            <a:ext cx="11183939" cy="546354"/>
          </a:xfrm>
        </p:spPr>
        <p:txBody>
          <a:bodyPr/>
          <a:lstStyle/>
          <a:p>
            <a:r>
              <a:rPr lang="en-US"/>
              <a:t>Click to add Disclaimer</a:t>
            </a:r>
          </a:p>
        </p:txBody>
      </p:sp>
      <p:sp>
        <p:nvSpPr>
          <p:cNvPr id="4" name="Text Placeholder 3">
            <a:extLst>
              <a:ext uri="{FF2B5EF4-FFF2-40B4-BE49-F238E27FC236}">
                <a16:creationId xmlns:a16="http://schemas.microsoft.com/office/drawing/2014/main" id="{1AB141D5-B3CD-A333-AD2B-F98B2A8AE7EE}"/>
              </a:ext>
            </a:extLst>
          </p:cNvPr>
          <p:cNvSpPr>
            <a:spLocks noGrp="1"/>
          </p:cNvSpPr>
          <p:nvPr>
            <p:ph type="body" sz="quarter" idx="10"/>
          </p:nvPr>
        </p:nvSpPr>
        <p:spPr>
          <a:xfrm>
            <a:off x="504829" y="1285876"/>
            <a:ext cx="11181959" cy="3429000"/>
          </a:xfrm>
        </p:spPr>
        <p:txBody>
          <a:bodyPr/>
          <a:lstStyle>
            <a:lvl1pPr>
              <a:defRPr sz="900"/>
            </a:lvl1pPr>
            <a:lvl2pPr marL="0" indent="0">
              <a:buNone/>
              <a:defRPr/>
            </a:lvl2pPr>
          </a:lstStyle>
          <a:p>
            <a:pPr lvl="0"/>
            <a:r>
              <a:rPr lang="en-US"/>
              <a:t>Click to edit Master text styles</a:t>
            </a:r>
          </a:p>
        </p:txBody>
      </p:sp>
      <p:sp>
        <p:nvSpPr>
          <p:cNvPr id="5" name="Text Placeholder 3">
            <a:extLst>
              <a:ext uri="{FF2B5EF4-FFF2-40B4-BE49-F238E27FC236}">
                <a16:creationId xmlns:a16="http://schemas.microsoft.com/office/drawing/2014/main" id="{102D895C-5063-8070-FCFD-8146FD0078AE}"/>
              </a:ext>
            </a:extLst>
          </p:cNvPr>
          <p:cNvSpPr>
            <a:spLocks noGrp="1"/>
          </p:cNvSpPr>
          <p:nvPr>
            <p:ph type="body" sz="quarter" idx="11" hasCustomPrompt="1"/>
          </p:nvPr>
        </p:nvSpPr>
        <p:spPr>
          <a:xfrm>
            <a:off x="504828" y="5143503"/>
            <a:ext cx="4038601" cy="857248"/>
          </a:xfrm>
        </p:spPr>
        <p:txBody>
          <a:bodyPr/>
          <a:lstStyle>
            <a:lvl1pPr>
              <a:spcBef>
                <a:spcPts val="0"/>
              </a:spcBef>
              <a:defRPr sz="800">
                <a:latin typeface="+mn-lt"/>
              </a:defRPr>
            </a:lvl1pPr>
            <a:lvl2pPr marL="0" indent="0">
              <a:buNone/>
              <a:defRPr/>
            </a:lvl2pPr>
          </a:lstStyle>
          <a:p>
            <a:r>
              <a:rPr lang="en-US"/>
              <a:t>State Street Corporation</a:t>
            </a:r>
            <a:br>
              <a:rPr lang="en-US"/>
            </a:br>
            <a:r>
              <a:rPr lang="en-US" b="0"/>
              <a:t>One Lincoln Street, Boston, MA 02111-2900</a:t>
            </a:r>
            <a:br>
              <a:rPr lang="en-US" b="0"/>
            </a:br>
            <a:r>
              <a:rPr lang="en-US" b="0"/>
              <a:t>© 2023 State Street Corporation and/or its applicable third-party licensor</a:t>
            </a:r>
            <a:br>
              <a:rPr lang="en-US" b="0"/>
            </a:br>
            <a:r>
              <a:rPr lang="en-US" b="0"/>
              <a:t>All Rights Reserved</a:t>
            </a:r>
            <a:br>
              <a:rPr lang="en-US" b="0"/>
            </a:br>
            <a:r>
              <a:rPr lang="en-US" b="0"/>
              <a:t>Expiration date: [date]</a:t>
            </a:r>
          </a:p>
        </p:txBody>
      </p:sp>
      <p:sp>
        <p:nvSpPr>
          <p:cNvPr id="3" name="Footer Placeholder 2">
            <a:extLst>
              <a:ext uri="{FF2B5EF4-FFF2-40B4-BE49-F238E27FC236}">
                <a16:creationId xmlns:a16="http://schemas.microsoft.com/office/drawing/2014/main" id="{2C18E9EA-2F83-10FA-2A20-566C0973B728}"/>
              </a:ext>
            </a:extLst>
          </p:cNvPr>
          <p:cNvSpPr>
            <a:spLocks noGrp="1"/>
          </p:cNvSpPr>
          <p:nvPr>
            <p:ph type="ftr" sz="quarter" idx="12"/>
          </p:nvPr>
        </p:nvSpPr>
        <p:spPr/>
        <p:txBody>
          <a:bodyPr/>
          <a:lstStyle/>
          <a:p>
            <a:r>
              <a:rPr lang="en-US"/>
              <a:t>XXXXXXX.X.X.GBL.INST</a:t>
            </a:r>
          </a:p>
        </p:txBody>
      </p:sp>
    </p:spTree>
    <p:extLst>
      <p:ext uri="{BB962C8B-B14F-4D97-AF65-F5344CB8AC3E}">
        <p14:creationId xmlns:p14="http://schemas.microsoft.com/office/powerpoint/2010/main" val="2545436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End Page">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89D7CBE-6B34-7B1D-333E-E258C6E011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9828" y="2820924"/>
            <a:ext cx="4452353" cy="1216152"/>
          </a:xfrm>
          <a:prstGeom prst="rect">
            <a:avLst/>
          </a:prstGeom>
        </p:spPr>
      </p:pic>
      <p:sp useBgFill="1">
        <p:nvSpPr>
          <p:cNvPr id="2" name="Rectangle 1">
            <a:extLst>
              <a:ext uri="{FF2B5EF4-FFF2-40B4-BE49-F238E27FC236}">
                <a16:creationId xmlns:a16="http://schemas.microsoft.com/office/drawing/2014/main" id="{AD2AF3E4-D688-E99D-B778-6DA5BAB6BE02}"/>
              </a:ext>
            </a:extLst>
          </p:cNvPr>
          <p:cNvSpPr/>
          <p:nvPr/>
        </p:nvSpPr>
        <p:spPr>
          <a:xfrm>
            <a:off x="9926877" y="6365385"/>
            <a:ext cx="2265123" cy="4926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Footer Placeholder 2">
            <a:extLst>
              <a:ext uri="{FF2B5EF4-FFF2-40B4-BE49-F238E27FC236}">
                <a16:creationId xmlns:a16="http://schemas.microsoft.com/office/drawing/2014/main" id="{A3C619D0-8BCA-CEC7-2874-F7AEECBC9D65}"/>
              </a:ext>
            </a:extLst>
          </p:cNvPr>
          <p:cNvSpPr>
            <a:spLocks noGrp="1"/>
          </p:cNvSpPr>
          <p:nvPr>
            <p:ph type="ftr" sz="quarter" idx="10"/>
          </p:nvPr>
        </p:nvSpPr>
        <p:spPr/>
        <p:txBody>
          <a:bodyPr/>
          <a:lstStyle/>
          <a:p>
            <a:r>
              <a:rPr lang="en-US"/>
              <a:t>XXXXXXX.X.X.GBL.INST</a:t>
            </a:r>
          </a:p>
        </p:txBody>
      </p:sp>
    </p:spTree>
    <p:extLst>
      <p:ext uri="{BB962C8B-B14F-4D97-AF65-F5344CB8AC3E}">
        <p14:creationId xmlns:p14="http://schemas.microsoft.com/office/powerpoint/2010/main" val="2120108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Ultramarine">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3F7FB6-810E-4116-8A6F-C39CE82A8C55}"/>
              </a:ext>
            </a:extLst>
          </p:cNvPr>
          <p:cNvSpPr>
            <a:spLocks noGrp="1"/>
          </p:cNvSpPr>
          <p:nvPr>
            <p:ph type="body" idx="1"/>
          </p:nvPr>
        </p:nvSpPr>
        <p:spPr>
          <a:xfrm>
            <a:off x="513569" y="4164911"/>
            <a:ext cx="9744859" cy="557407"/>
          </a:xfrm>
        </p:spPr>
        <p:txBody>
          <a:bodyPr/>
          <a:lstStyle>
            <a:lvl1pPr marL="0" indent="0">
              <a:spcBef>
                <a:spcPts val="0"/>
              </a:spcBef>
              <a:buNone/>
              <a:defRPr sz="16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6">
            <a:extLst>
              <a:ext uri="{FF2B5EF4-FFF2-40B4-BE49-F238E27FC236}">
                <a16:creationId xmlns:a16="http://schemas.microsoft.com/office/drawing/2014/main" id="{6D29A128-AE5D-0E3A-AB43-C07696B6EB58}"/>
              </a:ext>
            </a:extLst>
          </p:cNvPr>
          <p:cNvSpPr>
            <a:spLocks noGrp="1"/>
          </p:cNvSpPr>
          <p:nvPr>
            <p:ph type="ftr" sz="quarter" idx="10"/>
          </p:nvPr>
        </p:nvSpPr>
        <p:spPr/>
        <p:txBody>
          <a:bodyPr/>
          <a:lstStyle>
            <a:lvl1pPr>
              <a:defRPr>
                <a:solidFill>
                  <a:schemeClr val="tx1"/>
                </a:solidFill>
              </a:defRPr>
            </a:lvl1pPr>
          </a:lstStyle>
          <a:p>
            <a:r>
              <a:rPr lang="en-US"/>
              <a:t>XXXXXXX.X.X.GBL.INST</a:t>
            </a:r>
          </a:p>
        </p:txBody>
      </p:sp>
      <p:sp>
        <p:nvSpPr>
          <p:cNvPr id="4" name="Title 3">
            <a:extLst>
              <a:ext uri="{FF2B5EF4-FFF2-40B4-BE49-F238E27FC236}">
                <a16:creationId xmlns:a16="http://schemas.microsoft.com/office/drawing/2014/main" id="{0ABFAE79-3C0B-4FD6-FAA9-75B323851CE1}"/>
              </a:ext>
            </a:extLst>
          </p:cNvPr>
          <p:cNvSpPr>
            <a:spLocks noGrp="1"/>
          </p:cNvSpPr>
          <p:nvPr>
            <p:ph type="title" hasCustomPrompt="1"/>
          </p:nvPr>
        </p:nvSpPr>
        <p:spPr>
          <a:xfrm>
            <a:off x="512064" y="1"/>
            <a:ext cx="9747504" cy="3749039"/>
          </a:xfrm>
        </p:spPr>
        <p:txBody>
          <a:bodyPr anchor="b" anchorCtr="0"/>
          <a:lstStyle>
            <a:lvl1pPr>
              <a:lnSpc>
                <a:spcPct val="113000"/>
              </a:lnSpc>
              <a:defRPr sz="10000"/>
            </a:lvl1pPr>
          </a:lstStyle>
          <a:p>
            <a:r>
              <a:rPr lang="en-US"/>
              <a:t>Divider </a:t>
            </a:r>
            <a:br>
              <a:rPr lang="en-US"/>
            </a:br>
            <a:r>
              <a:rPr lang="en-US"/>
              <a:t>title</a:t>
            </a:r>
          </a:p>
        </p:txBody>
      </p:sp>
    </p:spTree>
    <p:extLst>
      <p:ext uri="{BB962C8B-B14F-4D97-AF65-F5344CB8AC3E}">
        <p14:creationId xmlns:p14="http://schemas.microsoft.com/office/powerpoint/2010/main" val="3166968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Navy">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3F7FB6-810E-4116-8A6F-C39CE82A8C55}"/>
              </a:ext>
            </a:extLst>
          </p:cNvPr>
          <p:cNvSpPr>
            <a:spLocks noGrp="1"/>
          </p:cNvSpPr>
          <p:nvPr>
            <p:ph type="body" idx="1"/>
          </p:nvPr>
        </p:nvSpPr>
        <p:spPr>
          <a:xfrm>
            <a:off x="513569" y="4164911"/>
            <a:ext cx="9744859" cy="557407"/>
          </a:xfrm>
        </p:spPr>
        <p:txBody>
          <a:bodyPr/>
          <a:lstStyle>
            <a:lvl1pPr marL="0" indent="0">
              <a:spcBef>
                <a:spcPts val="0"/>
              </a:spcBef>
              <a:buNone/>
              <a:defRPr sz="16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Footer Placeholder 6">
            <a:extLst>
              <a:ext uri="{FF2B5EF4-FFF2-40B4-BE49-F238E27FC236}">
                <a16:creationId xmlns:a16="http://schemas.microsoft.com/office/drawing/2014/main" id="{F1F146CE-8DF7-5CB5-CDB8-A37B15B916DF}"/>
              </a:ext>
            </a:extLst>
          </p:cNvPr>
          <p:cNvSpPr>
            <a:spLocks noGrp="1"/>
          </p:cNvSpPr>
          <p:nvPr>
            <p:ph type="ftr" sz="quarter" idx="10"/>
          </p:nvPr>
        </p:nvSpPr>
        <p:spPr/>
        <p:txBody>
          <a:bodyPr/>
          <a:lstStyle>
            <a:lvl1pPr>
              <a:defRPr>
                <a:solidFill>
                  <a:schemeClr val="tx1"/>
                </a:solidFill>
              </a:defRPr>
            </a:lvl1pPr>
          </a:lstStyle>
          <a:p>
            <a:r>
              <a:rPr lang="en-US"/>
              <a:t>XXXXXXX.X.X.GBL.INST</a:t>
            </a:r>
          </a:p>
        </p:txBody>
      </p:sp>
      <p:sp>
        <p:nvSpPr>
          <p:cNvPr id="4" name="Title 3">
            <a:extLst>
              <a:ext uri="{FF2B5EF4-FFF2-40B4-BE49-F238E27FC236}">
                <a16:creationId xmlns:a16="http://schemas.microsoft.com/office/drawing/2014/main" id="{6575B76D-25B7-8D27-5EB8-BD3E059DDC58}"/>
              </a:ext>
            </a:extLst>
          </p:cNvPr>
          <p:cNvSpPr>
            <a:spLocks noGrp="1"/>
          </p:cNvSpPr>
          <p:nvPr>
            <p:ph type="title" hasCustomPrompt="1"/>
          </p:nvPr>
        </p:nvSpPr>
        <p:spPr>
          <a:xfrm>
            <a:off x="512064" y="1"/>
            <a:ext cx="9747504" cy="3749039"/>
          </a:xfrm>
        </p:spPr>
        <p:txBody>
          <a:bodyPr anchor="b" anchorCtr="0"/>
          <a:lstStyle>
            <a:lvl1pPr>
              <a:lnSpc>
                <a:spcPct val="113000"/>
              </a:lnSpc>
              <a:defRPr sz="10000"/>
            </a:lvl1pPr>
          </a:lstStyle>
          <a:p>
            <a:r>
              <a:rPr lang="en-US"/>
              <a:t>Divider title</a:t>
            </a:r>
          </a:p>
        </p:txBody>
      </p:sp>
    </p:spTree>
    <p:extLst>
      <p:ext uri="{BB962C8B-B14F-4D97-AF65-F5344CB8AC3E}">
        <p14:creationId xmlns:p14="http://schemas.microsoft.com/office/powerpoint/2010/main" val="4088318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7491" y="1030288"/>
            <a:ext cx="10977033" cy="3048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465895795"/>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9" Type="http://schemas.openxmlformats.org/officeDocument/2006/relationships/slideLayout" Target="../slideLayouts/slideLayout65.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34" Type="http://schemas.openxmlformats.org/officeDocument/2006/relationships/slideLayout" Target="../slideLayouts/slideLayout60.xml"/><Relationship Id="rId42" Type="http://schemas.openxmlformats.org/officeDocument/2006/relationships/slideLayout" Target="../slideLayouts/slideLayout68.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38" Type="http://schemas.openxmlformats.org/officeDocument/2006/relationships/slideLayout" Target="../slideLayouts/slideLayout64.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slideLayout" Target="../slideLayouts/slideLayout55.xml"/><Relationship Id="rId41" Type="http://schemas.openxmlformats.org/officeDocument/2006/relationships/slideLayout" Target="../slideLayouts/slideLayout67.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37" Type="http://schemas.openxmlformats.org/officeDocument/2006/relationships/slideLayout" Target="../slideLayouts/slideLayout63.xml"/><Relationship Id="rId40" Type="http://schemas.openxmlformats.org/officeDocument/2006/relationships/slideLayout" Target="../slideLayouts/slideLayout66.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slideLayout" Target="../slideLayouts/slideLayout62.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slideLayout" Target="../slideLayouts/slideLayout57.xml"/><Relationship Id="rId44" Type="http://schemas.openxmlformats.org/officeDocument/2006/relationships/image" Target="../media/image8.emf"/><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4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26" Type="http://schemas.openxmlformats.org/officeDocument/2006/relationships/slideLayout" Target="../slideLayouts/slideLayout94.xml"/><Relationship Id="rId3" Type="http://schemas.openxmlformats.org/officeDocument/2006/relationships/slideLayout" Target="../slideLayouts/slideLayout71.xml"/><Relationship Id="rId21" Type="http://schemas.openxmlformats.org/officeDocument/2006/relationships/slideLayout" Target="../slideLayouts/slideLayout89.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5" Type="http://schemas.openxmlformats.org/officeDocument/2006/relationships/slideLayout" Target="../slideLayouts/slideLayout93.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0" Type="http://schemas.openxmlformats.org/officeDocument/2006/relationships/slideLayout" Target="../slideLayouts/slideLayout88.xml"/><Relationship Id="rId29" Type="http://schemas.openxmlformats.org/officeDocument/2006/relationships/theme" Target="../theme/theme3.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24" Type="http://schemas.openxmlformats.org/officeDocument/2006/relationships/slideLayout" Target="../slideLayouts/slideLayout92.xml"/><Relationship Id="rId5" Type="http://schemas.openxmlformats.org/officeDocument/2006/relationships/slideLayout" Target="../slideLayouts/slideLayout73.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28" Type="http://schemas.openxmlformats.org/officeDocument/2006/relationships/slideLayout" Target="../slideLayouts/slideLayout96.xml"/><Relationship Id="rId10" Type="http://schemas.openxmlformats.org/officeDocument/2006/relationships/slideLayout" Target="../slideLayouts/slideLayout78.xml"/><Relationship Id="rId19" Type="http://schemas.openxmlformats.org/officeDocument/2006/relationships/slideLayout" Target="../slideLayouts/slideLayout87.xml"/><Relationship Id="rId31" Type="http://schemas.openxmlformats.org/officeDocument/2006/relationships/image" Target="../media/image2.svg"/><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 Id="rId22" Type="http://schemas.openxmlformats.org/officeDocument/2006/relationships/slideLayout" Target="../slideLayouts/slideLayout90.xml"/><Relationship Id="rId27" Type="http://schemas.openxmlformats.org/officeDocument/2006/relationships/slideLayout" Target="../slideLayouts/slideLayout95.xml"/><Relationship Id="rId30"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slideLayout" Target="../slideLayouts/slideLayout109.xml"/><Relationship Id="rId18" Type="http://schemas.openxmlformats.org/officeDocument/2006/relationships/slideLayout" Target="../slideLayouts/slideLayout114.xml"/><Relationship Id="rId26" Type="http://schemas.openxmlformats.org/officeDocument/2006/relationships/slideLayout" Target="../slideLayouts/slideLayout122.xml"/><Relationship Id="rId3" Type="http://schemas.openxmlformats.org/officeDocument/2006/relationships/slideLayout" Target="../slideLayouts/slideLayout99.xml"/><Relationship Id="rId21" Type="http://schemas.openxmlformats.org/officeDocument/2006/relationships/slideLayout" Target="../slideLayouts/slideLayout117.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17" Type="http://schemas.openxmlformats.org/officeDocument/2006/relationships/slideLayout" Target="../slideLayouts/slideLayout113.xml"/><Relationship Id="rId25" Type="http://schemas.openxmlformats.org/officeDocument/2006/relationships/slideLayout" Target="../slideLayouts/slideLayout121.xml"/><Relationship Id="rId2" Type="http://schemas.openxmlformats.org/officeDocument/2006/relationships/slideLayout" Target="../slideLayouts/slideLayout98.xml"/><Relationship Id="rId16" Type="http://schemas.openxmlformats.org/officeDocument/2006/relationships/slideLayout" Target="../slideLayouts/slideLayout112.xml"/><Relationship Id="rId20" Type="http://schemas.openxmlformats.org/officeDocument/2006/relationships/slideLayout" Target="../slideLayouts/slideLayout116.xml"/><Relationship Id="rId29" Type="http://schemas.openxmlformats.org/officeDocument/2006/relationships/image" Target="../media/image2.svg"/><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24" Type="http://schemas.openxmlformats.org/officeDocument/2006/relationships/slideLayout" Target="../slideLayouts/slideLayout120.xml"/><Relationship Id="rId5" Type="http://schemas.openxmlformats.org/officeDocument/2006/relationships/slideLayout" Target="../slideLayouts/slideLayout101.xml"/><Relationship Id="rId15" Type="http://schemas.openxmlformats.org/officeDocument/2006/relationships/slideLayout" Target="../slideLayouts/slideLayout111.xml"/><Relationship Id="rId23" Type="http://schemas.openxmlformats.org/officeDocument/2006/relationships/slideLayout" Target="../slideLayouts/slideLayout119.xml"/><Relationship Id="rId28" Type="http://schemas.openxmlformats.org/officeDocument/2006/relationships/image" Target="../media/image1.png"/><Relationship Id="rId10" Type="http://schemas.openxmlformats.org/officeDocument/2006/relationships/slideLayout" Target="../slideLayouts/slideLayout106.xml"/><Relationship Id="rId19" Type="http://schemas.openxmlformats.org/officeDocument/2006/relationships/slideLayout" Target="../slideLayouts/slideLayout115.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14" Type="http://schemas.openxmlformats.org/officeDocument/2006/relationships/slideLayout" Target="../slideLayouts/slideLayout110.xml"/><Relationship Id="rId22" Type="http://schemas.openxmlformats.org/officeDocument/2006/relationships/slideLayout" Target="../slideLayouts/slideLayout118.xml"/><Relationship Id="rId27"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slideLayout" Target="../slideLayouts/slideLayout135.xml"/><Relationship Id="rId18" Type="http://schemas.openxmlformats.org/officeDocument/2006/relationships/slideLayout" Target="../slideLayouts/slideLayout140.xml"/><Relationship Id="rId26" Type="http://schemas.openxmlformats.org/officeDocument/2006/relationships/slideLayout" Target="../slideLayouts/slideLayout148.xml"/><Relationship Id="rId3" Type="http://schemas.openxmlformats.org/officeDocument/2006/relationships/slideLayout" Target="../slideLayouts/slideLayout125.xml"/><Relationship Id="rId21" Type="http://schemas.openxmlformats.org/officeDocument/2006/relationships/slideLayout" Target="../slideLayouts/slideLayout143.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17" Type="http://schemas.openxmlformats.org/officeDocument/2006/relationships/slideLayout" Target="../slideLayouts/slideLayout139.xml"/><Relationship Id="rId25" Type="http://schemas.openxmlformats.org/officeDocument/2006/relationships/slideLayout" Target="../slideLayouts/slideLayout147.xml"/><Relationship Id="rId2" Type="http://schemas.openxmlformats.org/officeDocument/2006/relationships/slideLayout" Target="../slideLayouts/slideLayout124.xml"/><Relationship Id="rId16" Type="http://schemas.openxmlformats.org/officeDocument/2006/relationships/slideLayout" Target="../slideLayouts/slideLayout138.xml"/><Relationship Id="rId20" Type="http://schemas.openxmlformats.org/officeDocument/2006/relationships/slideLayout" Target="../slideLayouts/slideLayout142.xml"/><Relationship Id="rId29" Type="http://schemas.openxmlformats.org/officeDocument/2006/relationships/image" Target="../media/image2.svg"/><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24" Type="http://schemas.openxmlformats.org/officeDocument/2006/relationships/slideLayout" Target="../slideLayouts/slideLayout146.xml"/><Relationship Id="rId5" Type="http://schemas.openxmlformats.org/officeDocument/2006/relationships/slideLayout" Target="../slideLayouts/slideLayout127.xml"/><Relationship Id="rId15" Type="http://schemas.openxmlformats.org/officeDocument/2006/relationships/slideLayout" Target="../slideLayouts/slideLayout137.xml"/><Relationship Id="rId23" Type="http://schemas.openxmlformats.org/officeDocument/2006/relationships/slideLayout" Target="../slideLayouts/slideLayout145.xml"/><Relationship Id="rId28" Type="http://schemas.openxmlformats.org/officeDocument/2006/relationships/image" Target="../media/image1.png"/><Relationship Id="rId10" Type="http://schemas.openxmlformats.org/officeDocument/2006/relationships/slideLayout" Target="../slideLayouts/slideLayout132.xml"/><Relationship Id="rId19" Type="http://schemas.openxmlformats.org/officeDocument/2006/relationships/slideLayout" Target="../slideLayouts/slideLayout141.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slideLayout" Target="../slideLayouts/slideLayout136.xml"/><Relationship Id="rId22" Type="http://schemas.openxmlformats.org/officeDocument/2006/relationships/slideLayout" Target="../slideLayouts/slideLayout144.xml"/><Relationship Id="rId27"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56.xml"/><Relationship Id="rId13" Type="http://schemas.openxmlformats.org/officeDocument/2006/relationships/slideLayout" Target="../slideLayouts/slideLayout161.xml"/><Relationship Id="rId18" Type="http://schemas.openxmlformats.org/officeDocument/2006/relationships/slideLayout" Target="../slideLayouts/slideLayout166.xml"/><Relationship Id="rId26" Type="http://schemas.openxmlformats.org/officeDocument/2006/relationships/slideLayout" Target="../slideLayouts/slideLayout174.xml"/><Relationship Id="rId3" Type="http://schemas.openxmlformats.org/officeDocument/2006/relationships/slideLayout" Target="../slideLayouts/slideLayout151.xml"/><Relationship Id="rId21" Type="http://schemas.openxmlformats.org/officeDocument/2006/relationships/slideLayout" Target="../slideLayouts/slideLayout169.xml"/><Relationship Id="rId7" Type="http://schemas.openxmlformats.org/officeDocument/2006/relationships/slideLayout" Target="../slideLayouts/slideLayout155.xml"/><Relationship Id="rId12" Type="http://schemas.openxmlformats.org/officeDocument/2006/relationships/slideLayout" Target="../slideLayouts/slideLayout160.xml"/><Relationship Id="rId17" Type="http://schemas.openxmlformats.org/officeDocument/2006/relationships/slideLayout" Target="../slideLayouts/slideLayout165.xml"/><Relationship Id="rId25" Type="http://schemas.openxmlformats.org/officeDocument/2006/relationships/slideLayout" Target="../slideLayouts/slideLayout173.xml"/><Relationship Id="rId2" Type="http://schemas.openxmlformats.org/officeDocument/2006/relationships/slideLayout" Target="../slideLayouts/slideLayout150.xml"/><Relationship Id="rId16" Type="http://schemas.openxmlformats.org/officeDocument/2006/relationships/slideLayout" Target="../slideLayouts/slideLayout164.xml"/><Relationship Id="rId20" Type="http://schemas.openxmlformats.org/officeDocument/2006/relationships/slideLayout" Target="../slideLayouts/slideLayout168.xml"/><Relationship Id="rId29" Type="http://schemas.openxmlformats.org/officeDocument/2006/relationships/theme" Target="../theme/theme6.xml"/><Relationship Id="rId1" Type="http://schemas.openxmlformats.org/officeDocument/2006/relationships/slideLayout" Target="../slideLayouts/slideLayout149.xml"/><Relationship Id="rId6" Type="http://schemas.openxmlformats.org/officeDocument/2006/relationships/slideLayout" Target="../slideLayouts/slideLayout154.xml"/><Relationship Id="rId11" Type="http://schemas.openxmlformats.org/officeDocument/2006/relationships/slideLayout" Target="../slideLayouts/slideLayout159.xml"/><Relationship Id="rId24" Type="http://schemas.openxmlformats.org/officeDocument/2006/relationships/slideLayout" Target="../slideLayouts/slideLayout172.xml"/><Relationship Id="rId5" Type="http://schemas.openxmlformats.org/officeDocument/2006/relationships/slideLayout" Target="../slideLayouts/slideLayout153.xml"/><Relationship Id="rId15" Type="http://schemas.openxmlformats.org/officeDocument/2006/relationships/slideLayout" Target="../slideLayouts/slideLayout163.xml"/><Relationship Id="rId23" Type="http://schemas.openxmlformats.org/officeDocument/2006/relationships/slideLayout" Target="../slideLayouts/slideLayout171.xml"/><Relationship Id="rId28" Type="http://schemas.openxmlformats.org/officeDocument/2006/relationships/slideLayout" Target="../slideLayouts/slideLayout176.xml"/><Relationship Id="rId10" Type="http://schemas.openxmlformats.org/officeDocument/2006/relationships/slideLayout" Target="../slideLayouts/slideLayout158.xml"/><Relationship Id="rId19" Type="http://schemas.openxmlformats.org/officeDocument/2006/relationships/slideLayout" Target="../slideLayouts/slideLayout167.xml"/><Relationship Id="rId31" Type="http://schemas.openxmlformats.org/officeDocument/2006/relationships/image" Target="../media/image2.svg"/><Relationship Id="rId4" Type="http://schemas.openxmlformats.org/officeDocument/2006/relationships/slideLayout" Target="../slideLayouts/slideLayout152.xml"/><Relationship Id="rId9" Type="http://schemas.openxmlformats.org/officeDocument/2006/relationships/slideLayout" Target="../slideLayouts/slideLayout157.xml"/><Relationship Id="rId14" Type="http://schemas.openxmlformats.org/officeDocument/2006/relationships/slideLayout" Target="../slideLayouts/slideLayout162.xml"/><Relationship Id="rId22" Type="http://schemas.openxmlformats.org/officeDocument/2006/relationships/slideLayout" Target="../slideLayouts/slideLayout170.xml"/><Relationship Id="rId27" Type="http://schemas.openxmlformats.org/officeDocument/2006/relationships/slideLayout" Target="../slideLayouts/slideLayout175.xml"/><Relationship Id="rId30"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78.xml"/><Relationship Id="rId1" Type="http://schemas.openxmlformats.org/officeDocument/2006/relationships/slideLayout" Target="../slideLayouts/slideLayout177.xml"/><Relationship Id="rId4" Type="http://schemas.openxmlformats.org/officeDocument/2006/relationships/image" Target="../media/image22.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86.xml"/><Relationship Id="rId13" Type="http://schemas.openxmlformats.org/officeDocument/2006/relationships/slideLayout" Target="../slideLayouts/slideLayout191.xml"/><Relationship Id="rId18" Type="http://schemas.openxmlformats.org/officeDocument/2006/relationships/slideLayout" Target="../slideLayouts/slideLayout196.xml"/><Relationship Id="rId26" Type="http://schemas.openxmlformats.org/officeDocument/2006/relationships/slideLayout" Target="../slideLayouts/slideLayout204.xml"/><Relationship Id="rId3" Type="http://schemas.openxmlformats.org/officeDocument/2006/relationships/slideLayout" Target="../slideLayouts/slideLayout181.xml"/><Relationship Id="rId21" Type="http://schemas.openxmlformats.org/officeDocument/2006/relationships/slideLayout" Target="../slideLayouts/slideLayout199.xml"/><Relationship Id="rId7" Type="http://schemas.openxmlformats.org/officeDocument/2006/relationships/slideLayout" Target="../slideLayouts/slideLayout185.xml"/><Relationship Id="rId12" Type="http://schemas.openxmlformats.org/officeDocument/2006/relationships/slideLayout" Target="../slideLayouts/slideLayout190.xml"/><Relationship Id="rId17" Type="http://schemas.openxmlformats.org/officeDocument/2006/relationships/slideLayout" Target="../slideLayouts/slideLayout195.xml"/><Relationship Id="rId25" Type="http://schemas.openxmlformats.org/officeDocument/2006/relationships/slideLayout" Target="../slideLayouts/slideLayout203.xml"/><Relationship Id="rId2" Type="http://schemas.openxmlformats.org/officeDocument/2006/relationships/slideLayout" Target="../slideLayouts/slideLayout180.xml"/><Relationship Id="rId16" Type="http://schemas.openxmlformats.org/officeDocument/2006/relationships/slideLayout" Target="../slideLayouts/slideLayout194.xml"/><Relationship Id="rId20" Type="http://schemas.openxmlformats.org/officeDocument/2006/relationships/slideLayout" Target="../slideLayouts/slideLayout198.xml"/><Relationship Id="rId29" Type="http://schemas.openxmlformats.org/officeDocument/2006/relationships/slideLayout" Target="../slideLayouts/slideLayout207.xml"/><Relationship Id="rId1" Type="http://schemas.openxmlformats.org/officeDocument/2006/relationships/slideLayout" Target="../slideLayouts/slideLayout179.xml"/><Relationship Id="rId6" Type="http://schemas.openxmlformats.org/officeDocument/2006/relationships/slideLayout" Target="../slideLayouts/slideLayout184.xml"/><Relationship Id="rId11" Type="http://schemas.openxmlformats.org/officeDocument/2006/relationships/slideLayout" Target="../slideLayouts/slideLayout189.xml"/><Relationship Id="rId24" Type="http://schemas.openxmlformats.org/officeDocument/2006/relationships/slideLayout" Target="../slideLayouts/slideLayout202.xml"/><Relationship Id="rId32" Type="http://schemas.openxmlformats.org/officeDocument/2006/relationships/image" Target="../media/image2.svg"/><Relationship Id="rId5" Type="http://schemas.openxmlformats.org/officeDocument/2006/relationships/slideLayout" Target="../slideLayouts/slideLayout183.xml"/><Relationship Id="rId15" Type="http://schemas.openxmlformats.org/officeDocument/2006/relationships/slideLayout" Target="../slideLayouts/slideLayout193.xml"/><Relationship Id="rId23" Type="http://schemas.openxmlformats.org/officeDocument/2006/relationships/slideLayout" Target="../slideLayouts/slideLayout201.xml"/><Relationship Id="rId28" Type="http://schemas.openxmlformats.org/officeDocument/2006/relationships/slideLayout" Target="../slideLayouts/slideLayout206.xml"/><Relationship Id="rId10" Type="http://schemas.openxmlformats.org/officeDocument/2006/relationships/slideLayout" Target="../slideLayouts/slideLayout188.xml"/><Relationship Id="rId19" Type="http://schemas.openxmlformats.org/officeDocument/2006/relationships/slideLayout" Target="../slideLayouts/slideLayout197.xml"/><Relationship Id="rId31" Type="http://schemas.openxmlformats.org/officeDocument/2006/relationships/image" Target="../media/image1.png"/><Relationship Id="rId4" Type="http://schemas.openxmlformats.org/officeDocument/2006/relationships/slideLayout" Target="../slideLayouts/slideLayout182.xml"/><Relationship Id="rId9" Type="http://schemas.openxmlformats.org/officeDocument/2006/relationships/slideLayout" Target="../slideLayouts/slideLayout187.xml"/><Relationship Id="rId14" Type="http://schemas.openxmlformats.org/officeDocument/2006/relationships/slideLayout" Target="../slideLayouts/slideLayout192.xml"/><Relationship Id="rId22" Type="http://schemas.openxmlformats.org/officeDocument/2006/relationships/slideLayout" Target="../slideLayouts/slideLayout200.xml"/><Relationship Id="rId27" Type="http://schemas.openxmlformats.org/officeDocument/2006/relationships/slideLayout" Target="../slideLayouts/slideLayout205.xml"/><Relationship Id="rId30"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95A11E-F5BD-4E48-A183-51D5EF4D7A6F}"/>
              </a:ext>
            </a:extLst>
          </p:cNvPr>
          <p:cNvSpPr>
            <a:spLocks noGrp="1"/>
          </p:cNvSpPr>
          <p:nvPr>
            <p:ph type="title"/>
          </p:nvPr>
        </p:nvSpPr>
        <p:spPr>
          <a:xfrm>
            <a:off x="504825" y="310896"/>
            <a:ext cx="11183938" cy="82296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804DEA14-641F-497C-84EB-CE8ABEC5555F}"/>
              </a:ext>
            </a:extLst>
          </p:cNvPr>
          <p:cNvSpPr>
            <a:spLocks noGrp="1"/>
          </p:cNvSpPr>
          <p:nvPr>
            <p:ph type="body" idx="1"/>
          </p:nvPr>
        </p:nvSpPr>
        <p:spPr>
          <a:xfrm>
            <a:off x="504825" y="1828800"/>
            <a:ext cx="11183938" cy="41719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Box 4">
            <a:extLst>
              <a:ext uri="{FF2B5EF4-FFF2-40B4-BE49-F238E27FC236}">
                <a16:creationId xmlns:a16="http://schemas.microsoft.com/office/drawing/2014/main" id="{3D93AA8F-F298-8F83-2415-A665ED637F24}"/>
              </a:ext>
            </a:extLst>
          </p:cNvPr>
          <p:cNvSpPr txBox="1"/>
          <p:nvPr/>
        </p:nvSpPr>
        <p:spPr>
          <a:xfrm>
            <a:off x="10120916" y="6563830"/>
            <a:ext cx="141064" cy="138499"/>
          </a:xfrm>
          <a:prstGeom prst="rect">
            <a:avLst/>
          </a:prstGeom>
          <a:noFill/>
        </p:spPr>
        <p:txBody>
          <a:bodyPr wrap="non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7B11B2-3B2D-8848-95F6-ADFAED3F11BF}" type="slidenum">
              <a:rPr kumimoji="0" lang="en-US" sz="900" b="0" i="0" u="none" strike="noStrike" kern="1200" cap="none" spc="0" normalizeH="0" baseline="0" noProof="0" smtClean="0">
                <a:ln>
                  <a:noFill/>
                </a:ln>
                <a:solidFill>
                  <a:srgbClr val="001AFF"/>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001AFF"/>
              </a:solidFill>
              <a:effectLst/>
              <a:uLnTx/>
              <a:uFillTx/>
              <a:latin typeface="Arial" panose="020B0604020202020204" pitchFamily="34" charset="0"/>
              <a:ea typeface="+mn-ea"/>
              <a:cs typeface="Arial" panose="020B0604020202020204" pitchFamily="34" charset="0"/>
            </a:endParaRPr>
          </a:p>
        </p:txBody>
      </p:sp>
      <p:pic>
        <p:nvPicPr>
          <p:cNvPr id="7" name="Graphic 6">
            <a:extLst>
              <a:ext uri="{FF2B5EF4-FFF2-40B4-BE49-F238E27FC236}">
                <a16:creationId xmlns:a16="http://schemas.microsoft.com/office/drawing/2014/main" id="{1B259ED6-63D5-D4FF-2B9F-44A35D7E3A78}"/>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0671042" y="6565931"/>
            <a:ext cx="1017720" cy="155448"/>
          </a:xfrm>
          <a:prstGeom prst="rect">
            <a:avLst/>
          </a:prstGeom>
        </p:spPr>
      </p:pic>
      <p:sp>
        <p:nvSpPr>
          <p:cNvPr id="8" name="TextBox 7">
            <a:extLst>
              <a:ext uri="{FF2B5EF4-FFF2-40B4-BE49-F238E27FC236}">
                <a16:creationId xmlns:a16="http://schemas.microsoft.com/office/drawing/2014/main" id="{B3C14E96-EB16-65F0-3D68-12DC3F2BBB2A}"/>
              </a:ext>
            </a:extLst>
          </p:cNvPr>
          <p:cNvSpPr txBox="1"/>
          <p:nvPr>
            <p:extLst>
              <p:ext uri="{1162E1C5-73C7-4A58-AE30-91384D911F3F}">
                <p184:classification xmlns:p184="http://schemas.microsoft.com/office/powerpoint/2018/4/main" val="ftr"/>
              </p:ext>
            </p:extLst>
          </p:nvPr>
        </p:nvSpPr>
        <p:spPr>
          <a:xfrm>
            <a:off x="63500" y="6642100"/>
            <a:ext cx="2160588"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cs typeface="Calibri" panose="020F0502020204030204" pitchFamily="34" charset="0"/>
              </a:rPr>
              <a:t>Information Classification: Limited Access</a:t>
            </a:r>
          </a:p>
        </p:txBody>
      </p:sp>
      <p:sp>
        <p:nvSpPr>
          <p:cNvPr id="10" name="fl">
            <a:extLst>
              <a:ext uri="{FF2B5EF4-FFF2-40B4-BE49-F238E27FC236}">
                <a16:creationId xmlns:a16="http://schemas.microsoft.com/office/drawing/2014/main" id="{7E340F6C-64E5-E0A9-A378-2E05B9BDA72B}"/>
              </a:ext>
            </a:extLst>
          </p:cNvPr>
          <p:cNvSpPr txBox="1"/>
          <p:nvPr userDrawn="1"/>
        </p:nvSpPr>
        <p:spPr>
          <a:xfrm>
            <a:off x="0" y="6520180"/>
            <a:ext cx="12192000" cy="369332"/>
          </a:xfrm>
          <a:prstGeom prst="rect">
            <a:avLst/>
          </a:prstGeom>
          <a:noFill/>
        </p:spPr>
        <p:txBody>
          <a:bodyPr vert="horz" rtlCol="0">
            <a:spAutoFit/>
          </a:bodyPr>
          <a:lstStyle/>
          <a:p>
            <a:endParaRPr lang="en-US">
              <a:solidFill>
                <a:schemeClr val="tx1"/>
              </a:solidFill>
            </a:endParaRPr>
          </a:p>
        </p:txBody>
      </p:sp>
    </p:spTree>
    <p:extLst>
      <p:ext uri="{BB962C8B-B14F-4D97-AF65-F5344CB8AC3E}">
        <p14:creationId xmlns:p14="http://schemas.microsoft.com/office/powerpoint/2010/main" val="3126949179"/>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 id="2147483680" r:id="rId24"/>
    <p:sldLayoutId id="2147483681" r:id="rId25"/>
    <p:sldLayoutId id="2147483682" r:id="rId26"/>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16="http://schemas.microsoft.com/office/drawing/2014/main" xmlns="">
      <p:transition spd="med">
        <p:fade/>
      </p:transition>
    </mc:Fallback>
  </mc:AlternateContent>
  <p:hf sldNum="0" hdr="0" dt="0"/>
  <p:txStyles>
    <p:titleStyle>
      <a:lvl1pPr algn="l" defTabSz="914400" rtl="0" eaLnBrk="1" latinLnBrk="0" hangingPunct="1">
        <a:lnSpc>
          <a:spcPct val="90000"/>
        </a:lnSpc>
        <a:spcBef>
          <a:spcPct val="0"/>
        </a:spcBef>
        <a:buNone/>
        <a:defRPr sz="2400" b="1" kern="1200">
          <a:solidFill>
            <a:schemeClr val="tx2"/>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10000"/>
        </a:lnSpc>
        <a:spcBef>
          <a:spcPts val="600"/>
        </a:spcBef>
        <a:buFont typeface="+mn-lt" panose="020B0604020202020204" pitchFamily="34" charset="0"/>
        <a:buNone/>
        <a:defRPr sz="1400" b="0" kern="1200">
          <a:solidFill>
            <a:schemeClr val="tx1"/>
          </a:solidFill>
          <a:latin typeface="Arial" panose="020B0604020202020204" pitchFamily="34" charset="0"/>
          <a:ea typeface="+mn-ea"/>
          <a:cs typeface="Arial" panose="020B0604020202020204" pitchFamily="34" charset="0"/>
        </a:defRPr>
      </a:lvl1pPr>
      <a:lvl2pPr marL="171450" indent="-171450" algn="l" defTabSz="914400" rtl="0" eaLnBrk="1" latinLnBrk="0" hangingPunct="1">
        <a:lnSpc>
          <a:spcPct val="110000"/>
        </a:lnSpc>
        <a:spcBef>
          <a:spcPts val="600"/>
        </a:spcBef>
        <a:buFont typeface="+mn-lt" panose="020B0604020202020204" pitchFamily="34" charset="0"/>
        <a:buChar char="•"/>
        <a:tabLst/>
        <a:defRPr sz="1400" kern="1200">
          <a:solidFill>
            <a:schemeClr val="tx1"/>
          </a:solidFill>
          <a:latin typeface="Arial" panose="020B0604020202020204" pitchFamily="34" charset="0"/>
          <a:ea typeface="+mn-ea"/>
          <a:cs typeface="Arial" panose="020B0604020202020204" pitchFamily="34" charset="0"/>
        </a:defRPr>
      </a:lvl2pPr>
      <a:lvl3pPr marL="342900" indent="-171450" algn="l" defTabSz="914400" rtl="0" eaLnBrk="1" latinLnBrk="0" hangingPunct="1">
        <a:lnSpc>
          <a:spcPct val="110000"/>
        </a:lnSpc>
        <a:spcBef>
          <a:spcPts val="600"/>
        </a:spcBef>
        <a:buFont typeface="+mn-lt"/>
        <a:buChar char="–"/>
        <a:tabLst/>
        <a:defRPr sz="1400" kern="1200">
          <a:solidFill>
            <a:schemeClr val="tx1"/>
          </a:solidFill>
          <a:latin typeface="Arial" panose="020B0604020202020204" pitchFamily="34" charset="0"/>
          <a:ea typeface="+mn-ea"/>
          <a:cs typeface="Arial" panose="020B0604020202020204" pitchFamily="34" charset="0"/>
        </a:defRPr>
      </a:lvl3pPr>
      <a:lvl4pPr marL="521208" indent="-173736" algn="l" defTabSz="914400" rtl="0" eaLnBrk="1" latinLnBrk="0" hangingPunct="1">
        <a:lnSpc>
          <a:spcPct val="110000"/>
        </a:lnSpc>
        <a:spcBef>
          <a:spcPts val="600"/>
        </a:spcBef>
        <a:buFont typeface="+mn-lt"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694944" indent="-173736" algn="l" defTabSz="914400" rtl="0" eaLnBrk="1" latinLnBrk="0" hangingPunct="1">
        <a:lnSpc>
          <a:spcPct val="110000"/>
        </a:lnSpc>
        <a:spcBef>
          <a:spcPts val="600"/>
        </a:spcBef>
        <a:buFont typeface="+mn-lt"/>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8">
          <p15:clr>
            <a:srgbClr val="F26B43"/>
          </p15:clr>
        </p15:guide>
        <p15:guide id="2" pos="3762">
          <p15:clr>
            <a:srgbClr val="F26B43"/>
          </p15:clr>
        </p15:guide>
        <p15:guide id="3" pos="3917">
          <p15:clr>
            <a:srgbClr val="F26B43"/>
          </p15:clr>
        </p15:guide>
        <p15:guide id="4" pos="7363">
          <p15:clr>
            <a:srgbClr val="F26B43"/>
          </p15:clr>
        </p15:guide>
        <p15:guide id="5" orient="horz" pos="270">
          <p15:clr>
            <a:srgbClr val="F26B43"/>
          </p15:clr>
        </p15:guide>
        <p15:guide id="6" orient="horz" pos="540">
          <p15:clr>
            <a:srgbClr val="F26B43"/>
          </p15:clr>
        </p15:guide>
        <p15:guide id="7" orient="horz" pos="810">
          <p15:clr>
            <a:srgbClr val="F26B43"/>
          </p15:clr>
        </p15:guide>
        <p15:guide id="8" orient="horz" pos="1080">
          <p15:clr>
            <a:srgbClr val="F26B43"/>
          </p15:clr>
        </p15:guide>
        <p15:guide id="9" orient="horz" pos="1350">
          <p15:clr>
            <a:srgbClr val="F26B43"/>
          </p15:clr>
        </p15:guide>
        <p15:guide id="10" orient="horz" pos="1620">
          <p15:clr>
            <a:srgbClr val="F26B43"/>
          </p15:clr>
        </p15:guide>
        <p15:guide id="11" orient="horz" pos="1890">
          <p15:clr>
            <a:srgbClr val="F26B43"/>
          </p15:clr>
        </p15:guide>
        <p15:guide id="12" orient="horz" pos="2160">
          <p15:clr>
            <a:srgbClr val="F26B43"/>
          </p15:clr>
        </p15:guide>
        <p15:guide id="13" orient="horz" pos="2430">
          <p15:clr>
            <a:srgbClr val="F26B43"/>
          </p15:clr>
        </p15:guide>
        <p15:guide id="14" orient="horz" pos="2700">
          <p15:clr>
            <a:srgbClr val="F26B43"/>
          </p15:clr>
        </p15:guide>
        <p15:guide id="15" orient="horz" pos="2970">
          <p15:clr>
            <a:srgbClr val="F26B43"/>
          </p15:clr>
        </p15:guide>
        <p15:guide id="16" orient="horz" pos="3240">
          <p15:clr>
            <a:srgbClr val="F26B43"/>
          </p15:clr>
        </p15:guide>
        <p15:guide id="17" orient="horz" pos="3510">
          <p15:clr>
            <a:srgbClr val="F26B43"/>
          </p15:clr>
        </p15:guide>
        <p15:guide id="18" orient="horz" pos="3780">
          <p15:clr>
            <a:srgbClr val="F26B43"/>
          </p15:clr>
        </p15:guide>
        <p15:guide id="19" orient="horz" pos="4050">
          <p15:clr>
            <a:srgbClr val="F26B43"/>
          </p15:clr>
        </p15:guide>
        <p15:guide id="20" pos="2862">
          <p15:clr>
            <a:srgbClr val="F26B43"/>
          </p15:clr>
        </p15:guide>
        <p15:guide id="21" pos="3017">
          <p15:clr>
            <a:srgbClr val="F26B43"/>
          </p15:clr>
        </p15:guide>
        <p15:guide id="22" pos="1962">
          <p15:clr>
            <a:srgbClr val="F26B43"/>
          </p15:clr>
        </p15:guide>
        <p15:guide id="23" pos="2118">
          <p15:clr>
            <a:srgbClr val="F26B43"/>
          </p15:clr>
        </p15:guide>
        <p15:guide id="24" pos="1062">
          <p15:clr>
            <a:srgbClr val="F26B43"/>
          </p15:clr>
        </p15:guide>
        <p15:guide id="25" pos="1218">
          <p15:clr>
            <a:srgbClr val="F26B43"/>
          </p15:clr>
        </p15:guide>
        <p15:guide id="26" pos="6462">
          <p15:clr>
            <a:srgbClr val="F26B43"/>
          </p15:clr>
        </p15:guide>
        <p15:guide id="27" pos="6618">
          <p15:clr>
            <a:srgbClr val="F26B43"/>
          </p15:clr>
        </p15:guide>
        <p15:guide id="28" pos="5562">
          <p15:clr>
            <a:srgbClr val="F26B43"/>
          </p15:clr>
        </p15:guide>
        <p15:guide id="29" pos="5718">
          <p15:clr>
            <a:srgbClr val="F26B43"/>
          </p15:clr>
        </p15:guide>
        <p15:guide id="30" pos="4662">
          <p15:clr>
            <a:srgbClr val="F26B43"/>
          </p15:clr>
        </p15:guide>
        <p15:guide id="31" pos="4818">
          <p15:clr>
            <a:srgbClr val="F26B43"/>
          </p15:clr>
        </p15:guide>
        <p15:guide id="32" orient="horz" pos="4217">
          <p15:clr>
            <a:srgbClr val="FDE53C"/>
          </p15:clr>
        </p15:guide>
        <p15:guide id="33" orient="horz" pos="4152">
          <p15:clr>
            <a:srgbClr val="FDE53C"/>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FDE555C-CCF1-4848-A619-D73C289E7E26}"/>
              </a:ext>
            </a:extLst>
          </p:cNvPr>
          <p:cNvPicPr>
            <a:picLocks noChangeAspect="1" noChangeArrowheads="1"/>
          </p:cNvPicPr>
          <p:nvPr userDrawn="1"/>
        </p:nvPicPr>
        <p:blipFill>
          <a:blip r:embed="rId44" cstate="print">
            <a:extLst>
              <a:ext uri="{28A0092B-C50C-407E-A947-70E740481C1C}">
                <a14:useLocalDpi xmlns:a14="http://schemas.microsoft.com/office/drawing/2010/main"/>
              </a:ext>
            </a:extLst>
          </a:blip>
          <a:srcRect/>
          <a:stretch>
            <a:fillRect/>
          </a:stretch>
        </p:blipFill>
        <p:spPr bwMode="auto">
          <a:xfrm>
            <a:off x="9590730" y="6320098"/>
            <a:ext cx="2012400" cy="278407"/>
          </a:xfrm>
          <a:prstGeom prst="rect">
            <a:avLst/>
          </a:prstGeom>
          <a:noFill/>
          <a:extLst>
            <a:ext uri="{909E8E84-426E-40DD-AFC4-6F175D3DCCD1}">
              <a14:hiddenFill xmlns:a14="http://schemas.microsoft.com/office/drawing/2010/main">
                <a:solidFill>
                  <a:srgbClr val="FFFFFF"/>
                </a:solidFill>
              </a14:hiddenFill>
            </a:ext>
          </a:extLst>
        </p:spPr>
      </p:pic>
      <p:sp>
        <p:nvSpPr>
          <p:cNvPr id="11266" name="Title Placeholder 3"/>
          <p:cNvSpPr>
            <a:spLocks noGrp="1"/>
          </p:cNvSpPr>
          <p:nvPr>
            <p:ph type="title"/>
          </p:nvPr>
        </p:nvSpPr>
        <p:spPr bwMode="auto">
          <a:xfrm>
            <a:off x="624418" y="532471"/>
            <a:ext cx="1094316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b" anchorCtr="0" compatLnSpc="1">
            <a:prstTxWarp prst="textNoShape">
              <a:avLst/>
            </a:prstTxWarp>
          </a:bodyPr>
          <a:lstStyle/>
          <a:p>
            <a:pPr lvl="0"/>
            <a:r>
              <a:rPr lang="en-US"/>
              <a:t>Click to edit Master title style</a:t>
            </a:r>
            <a:endParaRPr lang="en-US" dirty="0"/>
          </a:p>
        </p:txBody>
      </p:sp>
      <p:sp>
        <p:nvSpPr>
          <p:cNvPr id="11267" name="Text Placeholder 6"/>
          <p:cNvSpPr>
            <a:spLocks noGrp="1"/>
          </p:cNvSpPr>
          <p:nvPr>
            <p:ph type="body" idx="1"/>
          </p:nvPr>
        </p:nvSpPr>
        <p:spPr bwMode="auto">
          <a:xfrm>
            <a:off x="624419" y="1509185"/>
            <a:ext cx="10943167" cy="4464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Rectangle 13"/>
          <p:cNvSpPr/>
          <p:nvPr/>
        </p:nvSpPr>
        <p:spPr>
          <a:xfrm>
            <a:off x="2916774" y="6531320"/>
            <a:ext cx="272288"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000000"/>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000000"/>
              </a:solidFill>
              <a:effectLst/>
              <a:uLnTx/>
              <a:uFillTx/>
              <a:latin typeface="Arial" charset="0"/>
              <a:ea typeface="ＭＳ Ｐゴシック" charset="0"/>
              <a:cs typeface="ＭＳ Ｐゴシック" charset="0"/>
            </a:endParaRPr>
          </a:p>
        </p:txBody>
      </p:sp>
      <p:cxnSp>
        <p:nvCxnSpPr>
          <p:cNvPr id="15" name="Straight Connector 14"/>
          <p:cNvCxnSpPr/>
          <p:nvPr/>
        </p:nvCxnSpPr>
        <p:spPr>
          <a:xfrm>
            <a:off x="2806414" y="6519907"/>
            <a:ext cx="0" cy="242289"/>
          </a:xfrm>
          <a:prstGeom prst="line">
            <a:avLst/>
          </a:prstGeom>
          <a:ln w="6350">
            <a:solidFill>
              <a:srgbClr val="000000"/>
            </a:solidFill>
          </a:ln>
        </p:spPr>
        <p:style>
          <a:lnRef idx="1">
            <a:schemeClr val="accent5"/>
          </a:lnRef>
          <a:fillRef idx="0">
            <a:schemeClr val="accent5"/>
          </a:fillRef>
          <a:effectRef idx="0">
            <a:schemeClr val="accent5"/>
          </a:effectRef>
          <a:fontRef idx="minor">
            <a:schemeClr val="tx1"/>
          </a:fontRef>
        </p:style>
      </p:cxnSp>
      <p:sp>
        <p:nvSpPr>
          <p:cNvPr id="8" name="Rectangle 7">
            <a:extLst>
              <a:ext uri="{FF2B5EF4-FFF2-40B4-BE49-F238E27FC236}">
                <a16:creationId xmlns:a16="http://schemas.microsoft.com/office/drawing/2014/main" id="{6EB233A0-7172-4626-83A2-5AA4D28344ED}"/>
              </a:ext>
            </a:extLst>
          </p:cNvPr>
          <p:cNvSpPr/>
          <p:nvPr userDrawn="1"/>
        </p:nvSpPr>
        <p:spPr>
          <a:xfrm>
            <a:off x="2916014" y="6531320"/>
            <a:ext cx="272217" cy="21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4713FB75-D252-421D-96B6-E31EDAAC1EFD}" type="slidenum">
              <a:rPr kumimoji="0" lang="en-US" sz="900" b="0" i="0" u="none" strike="noStrike" kern="1200" cap="none" spc="0" normalizeH="0" baseline="0" noProof="0" smtClean="0">
                <a:ln>
                  <a:noFill/>
                </a:ln>
                <a:solidFill>
                  <a:srgbClr val="000000"/>
                </a:solidFill>
                <a:effectLst/>
                <a:uLnTx/>
                <a:uFillTx/>
                <a:latin typeface="Arial" charset="0"/>
                <a:ea typeface="ＭＳ Ｐゴシック" charset="0"/>
                <a:cs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rgbClr val="000000"/>
              </a:solidFill>
              <a:effectLst/>
              <a:uLnTx/>
              <a:uFillTx/>
              <a:latin typeface="Arial" charset="0"/>
              <a:ea typeface="ＭＳ Ｐゴシック" charset="0"/>
              <a:cs typeface="ＭＳ Ｐゴシック" charset="0"/>
            </a:endParaRPr>
          </a:p>
        </p:txBody>
      </p:sp>
      <p:cxnSp>
        <p:nvCxnSpPr>
          <p:cNvPr id="9" name="Straight Connector 8">
            <a:extLst>
              <a:ext uri="{FF2B5EF4-FFF2-40B4-BE49-F238E27FC236}">
                <a16:creationId xmlns:a16="http://schemas.microsoft.com/office/drawing/2014/main" id="{E6C73656-E2D6-44E7-BA57-727D7DC8DDB1}"/>
              </a:ext>
            </a:extLst>
          </p:cNvPr>
          <p:cNvCxnSpPr/>
          <p:nvPr userDrawn="1"/>
        </p:nvCxnSpPr>
        <p:spPr>
          <a:xfrm>
            <a:off x="2805683" y="6519906"/>
            <a:ext cx="0" cy="242289"/>
          </a:xfrm>
          <a:prstGeom prst="line">
            <a:avLst/>
          </a:prstGeom>
          <a:ln w="6350">
            <a:solidFill>
              <a:srgbClr val="000000"/>
            </a:solidFill>
          </a:ln>
        </p:spPr>
        <p:style>
          <a:lnRef idx="1">
            <a:schemeClr val="accent5"/>
          </a:lnRef>
          <a:fillRef idx="0">
            <a:schemeClr val="accent5"/>
          </a:fillRef>
          <a:effectRef idx="0">
            <a:schemeClr val="accent5"/>
          </a:effectRef>
          <a:fontRef idx="minor">
            <a:schemeClr val="tx1"/>
          </a:fontRef>
        </p:style>
      </p:cxnSp>
      <p:sp>
        <p:nvSpPr>
          <p:cNvPr id="11281" name="fl" descr="Information Classification: Limited Access">
            <a:extLst>
              <a:ext uri="{FF2B5EF4-FFF2-40B4-BE49-F238E27FC236}">
                <a16:creationId xmlns:a16="http://schemas.microsoft.com/office/drawing/2014/main" id="{6CBF11A6-DC39-5D08-F8E1-F34DD43EAEF3}"/>
              </a:ext>
            </a:extLst>
          </p:cNvPr>
          <p:cNvSpPr txBox="1"/>
          <p:nvPr userDrawn="1"/>
        </p:nvSpPr>
        <p:spPr>
          <a:xfrm>
            <a:off x="0" y="6530340"/>
            <a:ext cx="12192000" cy="230832"/>
          </a:xfrm>
          <a:prstGeom prst="rect">
            <a:avLst/>
          </a:prstGeom>
          <a:noFill/>
        </p:spPr>
        <p:txBody>
          <a:bodyPr vert="horz" rtlCol="0">
            <a:spAutoFit/>
          </a:bodyPr>
          <a:lstStyle/>
          <a:p>
            <a:pPr algn="l"/>
            <a:r>
              <a:rPr lang="en-US" sz="900" b="0" i="0" u="none" baseline="0">
                <a:solidFill>
                  <a:srgbClr val="000000"/>
                </a:solidFill>
                <a:latin typeface="Arial" panose="020B0604020202020204" pitchFamily="34" charset="0"/>
              </a:rPr>
              <a:t>Information Classification: Limited Access</a:t>
            </a:r>
          </a:p>
        </p:txBody>
      </p:sp>
      <p:sp>
        <p:nvSpPr>
          <p:cNvPr id="3" name="TextBox 2">
            <a:extLst>
              <a:ext uri="{FF2B5EF4-FFF2-40B4-BE49-F238E27FC236}">
                <a16:creationId xmlns:a16="http://schemas.microsoft.com/office/drawing/2014/main" id="{6DF20176-3060-F711-5F4E-14D88A987AD0}"/>
              </a:ext>
            </a:extLst>
          </p:cNvPr>
          <p:cNvSpPr txBox="1"/>
          <p:nvPr userDrawn="1">
            <p:extLst>
              <p:ext uri="{1162E1C5-73C7-4A58-AE30-91384D911F3F}">
                <p184:classification xmlns:p184="http://schemas.microsoft.com/office/powerpoint/2018/4/main" val="ftr"/>
              </p:ext>
            </p:extLst>
          </p:nvPr>
        </p:nvSpPr>
        <p:spPr>
          <a:xfrm>
            <a:off x="63500" y="6642100"/>
            <a:ext cx="1809750"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cs typeface="Calibri" panose="020F0502020204030204" pitchFamily="34" charset="0"/>
              </a:rPr>
              <a:t>Information Classification: General</a:t>
            </a:r>
          </a:p>
        </p:txBody>
      </p:sp>
    </p:spTree>
    <p:extLst>
      <p:ext uri="{BB962C8B-B14F-4D97-AF65-F5344CB8AC3E}">
        <p14:creationId xmlns:p14="http://schemas.microsoft.com/office/powerpoint/2010/main" val="1210350515"/>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16" r:id="rId33"/>
    <p:sldLayoutId id="2147483717" r:id="rId34"/>
    <p:sldLayoutId id="2147483718" r:id="rId35"/>
    <p:sldLayoutId id="2147483719" r:id="rId36"/>
    <p:sldLayoutId id="2147483720" r:id="rId37"/>
    <p:sldLayoutId id="2147483721" r:id="rId38"/>
    <p:sldLayoutId id="2147483722" r:id="rId39"/>
    <p:sldLayoutId id="2147483723" r:id="rId40"/>
    <p:sldLayoutId id="2147483724" r:id="rId41"/>
    <p:sldLayoutId id="2147483725" r:id="rId42"/>
  </p:sldLayoutIdLst>
  <p:hf sldNum="0" hdr="0" dt="0"/>
  <p:txStyles>
    <p:titleStyle>
      <a:lvl1pPr algn="l" rtl="0" eaLnBrk="1" fontAlgn="base" hangingPunct="1">
        <a:spcBef>
          <a:spcPct val="0"/>
        </a:spcBef>
        <a:spcAft>
          <a:spcPct val="0"/>
        </a:spcAft>
        <a:defRPr sz="2400" b="1" i="0" kern="1200" baseline="0">
          <a:solidFill>
            <a:schemeClr val="bg2"/>
          </a:solidFill>
          <a:latin typeface="+mj-lt"/>
          <a:ea typeface="ＭＳ Ｐゴシック" charset="0"/>
          <a:cs typeface="ＭＳ Ｐゴシック" charset="0"/>
        </a:defRPr>
      </a:lvl1pPr>
      <a:lvl2pPr algn="l" rtl="0" eaLnBrk="1" fontAlgn="base" hangingPunct="1">
        <a:spcBef>
          <a:spcPct val="0"/>
        </a:spcBef>
        <a:spcAft>
          <a:spcPct val="0"/>
        </a:spcAft>
        <a:defRPr sz="3555">
          <a:solidFill>
            <a:schemeClr val="accent1"/>
          </a:solidFill>
          <a:latin typeface="Arial" charset="0"/>
          <a:ea typeface="ＭＳ Ｐゴシック" charset="0"/>
          <a:cs typeface="ＭＳ Ｐゴシック" charset="0"/>
        </a:defRPr>
      </a:lvl2pPr>
      <a:lvl3pPr algn="l" rtl="0" eaLnBrk="1" fontAlgn="base" hangingPunct="1">
        <a:spcBef>
          <a:spcPct val="0"/>
        </a:spcBef>
        <a:spcAft>
          <a:spcPct val="0"/>
        </a:spcAft>
        <a:defRPr sz="3555">
          <a:solidFill>
            <a:schemeClr val="accent1"/>
          </a:solidFill>
          <a:latin typeface="Arial" charset="0"/>
          <a:ea typeface="ＭＳ Ｐゴシック" charset="0"/>
          <a:cs typeface="ＭＳ Ｐゴシック" charset="0"/>
        </a:defRPr>
      </a:lvl3pPr>
      <a:lvl4pPr algn="l" rtl="0" eaLnBrk="1" fontAlgn="base" hangingPunct="1">
        <a:spcBef>
          <a:spcPct val="0"/>
        </a:spcBef>
        <a:spcAft>
          <a:spcPct val="0"/>
        </a:spcAft>
        <a:defRPr sz="3555">
          <a:solidFill>
            <a:schemeClr val="accent1"/>
          </a:solidFill>
          <a:latin typeface="Arial" charset="0"/>
          <a:ea typeface="ＭＳ Ｐゴシック" charset="0"/>
          <a:cs typeface="ＭＳ Ｐゴシック" charset="0"/>
        </a:defRPr>
      </a:lvl4pPr>
      <a:lvl5pPr algn="l" rtl="0" eaLnBrk="1" fontAlgn="base" hangingPunct="1">
        <a:spcBef>
          <a:spcPct val="0"/>
        </a:spcBef>
        <a:spcAft>
          <a:spcPct val="0"/>
        </a:spcAft>
        <a:defRPr sz="3555">
          <a:solidFill>
            <a:schemeClr val="accent1"/>
          </a:solidFill>
          <a:latin typeface="Arial" charset="0"/>
          <a:ea typeface="ＭＳ Ｐゴシック" charset="0"/>
          <a:cs typeface="ＭＳ Ｐゴシック" charset="0"/>
        </a:defRPr>
      </a:lvl5pPr>
      <a:lvl6pPr marL="812577" algn="l" rtl="0" eaLnBrk="1" fontAlgn="base" hangingPunct="1">
        <a:spcBef>
          <a:spcPct val="0"/>
        </a:spcBef>
        <a:spcAft>
          <a:spcPct val="0"/>
        </a:spcAft>
        <a:defRPr sz="4265">
          <a:solidFill>
            <a:schemeClr val="accent1"/>
          </a:solidFill>
          <a:latin typeface="Arial" charset="0"/>
          <a:ea typeface="ＭＳ Ｐゴシック" charset="0"/>
          <a:cs typeface="ＭＳ Ｐゴシック" charset="0"/>
        </a:defRPr>
      </a:lvl6pPr>
      <a:lvl7pPr marL="1625153" algn="l" rtl="0" eaLnBrk="1" fontAlgn="base" hangingPunct="1">
        <a:spcBef>
          <a:spcPct val="0"/>
        </a:spcBef>
        <a:spcAft>
          <a:spcPct val="0"/>
        </a:spcAft>
        <a:defRPr sz="4265">
          <a:solidFill>
            <a:schemeClr val="accent1"/>
          </a:solidFill>
          <a:latin typeface="Arial" charset="0"/>
          <a:ea typeface="ＭＳ Ｐゴシック" charset="0"/>
          <a:cs typeface="ＭＳ Ｐゴシック" charset="0"/>
        </a:defRPr>
      </a:lvl7pPr>
      <a:lvl8pPr marL="2437730" algn="l" rtl="0" eaLnBrk="1" fontAlgn="base" hangingPunct="1">
        <a:spcBef>
          <a:spcPct val="0"/>
        </a:spcBef>
        <a:spcAft>
          <a:spcPct val="0"/>
        </a:spcAft>
        <a:defRPr sz="4265">
          <a:solidFill>
            <a:schemeClr val="accent1"/>
          </a:solidFill>
          <a:latin typeface="Arial" charset="0"/>
          <a:ea typeface="ＭＳ Ｐゴシック" charset="0"/>
          <a:cs typeface="ＭＳ Ｐゴシック" charset="0"/>
        </a:defRPr>
      </a:lvl8pPr>
      <a:lvl9pPr marL="3250305" algn="l" rtl="0" eaLnBrk="1" fontAlgn="base" hangingPunct="1">
        <a:spcBef>
          <a:spcPct val="0"/>
        </a:spcBef>
        <a:spcAft>
          <a:spcPct val="0"/>
        </a:spcAft>
        <a:defRPr sz="4265">
          <a:solidFill>
            <a:schemeClr val="accent1"/>
          </a:solidFill>
          <a:latin typeface="Arial" charset="0"/>
          <a:ea typeface="ＭＳ Ｐゴシック" charset="0"/>
          <a:cs typeface="ＭＳ Ｐゴシック" charset="0"/>
        </a:defRPr>
      </a:lvl9pPr>
    </p:titleStyle>
    <p:bodyStyle>
      <a:lvl1pPr marL="0" indent="0" algn="l" rtl="0" eaLnBrk="1" fontAlgn="base" hangingPunct="1">
        <a:lnSpc>
          <a:spcPct val="110000"/>
        </a:lnSpc>
        <a:spcBef>
          <a:spcPts val="0"/>
        </a:spcBef>
        <a:spcAft>
          <a:spcPts val="600"/>
        </a:spcAft>
        <a:buClr>
          <a:schemeClr val="tx1"/>
        </a:buClr>
        <a:buFont typeface="Arial" panose="020B0604020202020204" pitchFamily="34" charset="0"/>
        <a:buNone/>
        <a:defRPr sz="1400" b="1" kern="1200">
          <a:solidFill>
            <a:schemeClr val="bg2"/>
          </a:solidFill>
          <a:latin typeface="+mn-lt"/>
          <a:ea typeface="ＭＳ Ｐゴシック" charset="0"/>
          <a:cs typeface="ＭＳ Ｐゴシック" charset="0"/>
        </a:defRPr>
      </a:lvl1pPr>
      <a:lvl2pPr marL="177800" indent="-177800" algn="l" rtl="0" eaLnBrk="1" fontAlgn="base" hangingPunct="1">
        <a:lnSpc>
          <a:spcPct val="110000"/>
        </a:lnSpc>
        <a:spcBef>
          <a:spcPts val="0"/>
        </a:spcBef>
        <a:spcAft>
          <a:spcPts val="600"/>
        </a:spcAft>
        <a:buClrTx/>
        <a:buFont typeface="Arial" panose="020B0604020202020204" pitchFamily="34" charset="0"/>
        <a:buChar char="•"/>
        <a:tabLst/>
        <a:defRPr sz="1200" kern="1200">
          <a:solidFill>
            <a:schemeClr val="bg2"/>
          </a:solidFill>
          <a:latin typeface="+mn-lt"/>
          <a:ea typeface="ＭＳ Ｐゴシック" charset="0"/>
          <a:cs typeface="+mn-cs"/>
        </a:defRPr>
      </a:lvl2pPr>
      <a:lvl3pPr marL="357188" indent="-179388" algn="l" rtl="0" eaLnBrk="1" fontAlgn="base" hangingPunct="1">
        <a:lnSpc>
          <a:spcPct val="110000"/>
        </a:lnSpc>
        <a:spcBef>
          <a:spcPts val="0"/>
        </a:spcBef>
        <a:spcAft>
          <a:spcPts val="600"/>
        </a:spcAft>
        <a:buClrTx/>
        <a:buFont typeface="Arial" panose="020B0604020202020204" pitchFamily="34" charset="0"/>
        <a:buChar char="‒"/>
        <a:tabLst/>
        <a:defRPr sz="1200" kern="1200">
          <a:solidFill>
            <a:schemeClr val="bg2"/>
          </a:solidFill>
          <a:latin typeface="+mn-lt"/>
          <a:ea typeface="ＭＳ Ｐゴシック" charset="0"/>
          <a:cs typeface="+mn-cs"/>
        </a:defRPr>
      </a:lvl3pPr>
      <a:lvl4pPr marL="534988" indent="-177800" algn="l" rtl="0" eaLnBrk="1" fontAlgn="base" hangingPunct="1">
        <a:lnSpc>
          <a:spcPct val="110000"/>
        </a:lnSpc>
        <a:spcBef>
          <a:spcPts val="0"/>
        </a:spcBef>
        <a:spcAft>
          <a:spcPts val="600"/>
        </a:spcAft>
        <a:buClrTx/>
        <a:buFont typeface="Courier New" panose="02070309020205020404" pitchFamily="49" charset="0"/>
        <a:buChar char="o"/>
        <a:tabLst/>
        <a:defRPr sz="1200" kern="1200">
          <a:solidFill>
            <a:schemeClr val="bg2"/>
          </a:solidFill>
          <a:latin typeface="+mn-lt"/>
          <a:ea typeface="ＭＳ Ｐゴシック" charset="0"/>
          <a:cs typeface="+mn-cs"/>
        </a:defRPr>
      </a:lvl4pPr>
      <a:lvl5pPr marL="714375" indent="-179388" algn="l" rtl="0" eaLnBrk="1" fontAlgn="base" hangingPunct="1">
        <a:lnSpc>
          <a:spcPct val="110000"/>
        </a:lnSpc>
        <a:spcBef>
          <a:spcPts val="0"/>
        </a:spcBef>
        <a:spcAft>
          <a:spcPts val="600"/>
        </a:spcAft>
        <a:buClrTx/>
        <a:buFont typeface="Arial" panose="020B0604020202020204" pitchFamily="34" charset="0"/>
        <a:buChar char="•"/>
        <a:tabLst/>
        <a:defRPr sz="1200" kern="1200">
          <a:solidFill>
            <a:schemeClr val="bg2"/>
          </a:solidFill>
          <a:latin typeface="+mn-lt"/>
          <a:ea typeface="ＭＳ Ｐゴシック" charset="0"/>
          <a:cs typeface="+mn-cs"/>
        </a:defRPr>
      </a:lvl5pPr>
      <a:lvl6pPr marL="4469171" indent="-406289" algn="l" defTabSz="1625153" rtl="0" eaLnBrk="1" latinLnBrk="0" hangingPunct="1">
        <a:spcBef>
          <a:spcPct val="20000"/>
        </a:spcBef>
        <a:buFont typeface="Arial" panose="020B0604020202020204" pitchFamily="34" charset="0"/>
        <a:buChar char="•"/>
        <a:defRPr sz="3555" kern="1200">
          <a:solidFill>
            <a:schemeClr val="tx1"/>
          </a:solidFill>
          <a:latin typeface="+mn-lt"/>
          <a:ea typeface="+mn-ea"/>
          <a:cs typeface="+mn-cs"/>
        </a:defRPr>
      </a:lvl6pPr>
      <a:lvl7pPr marL="5281747" indent="-406289" algn="l" defTabSz="1625153" rtl="0" eaLnBrk="1" latinLnBrk="0" hangingPunct="1">
        <a:spcBef>
          <a:spcPct val="20000"/>
        </a:spcBef>
        <a:buFont typeface="Arial" panose="020B0604020202020204" pitchFamily="34" charset="0"/>
        <a:buChar char="•"/>
        <a:defRPr sz="3555" kern="1200">
          <a:solidFill>
            <a:schemeClr val="tx1"/>
          </a:solidFill>
          <a:latin typeface="+mn-lt"/>
          <a:ea typeface="+mn-ea"/>
          <a:cs typeface="+mn-cs"/>
        </a:defRPr>
      </a:lvl7pPr>
      <a:lvl8pPr marL="6094324" indent="-406289" algn="l" defTabSz="1625153" rtl="0" eaLnBrk="1" latinLnBrk="0" hangingPunct="1">
        <a:spcBef>
          <a:spcPct val="20000"/>
        </a:spcBef>
        <a:buFont typeface="Arial" panose="020B0604020202020204" pitchFamily="34" charset="0"/>
        <a:buChar char="•"/>
        <a:defRPr sz="3555" kern="1200">
          <a:solidFill>
            <a:schemeClr val="tx1"/>
          </a:solidFill>
          <a:latin typeface="+mn-lt"/>
          <a:ea typeface="+mn-ea"/>
          <a:cs typeface="+mn-cs"/>
        </a:defRPr>
      </a:lvl8pPr>
      <a:lvl9pPr marL="6906901" indent="-406289" algn="l" defTabSz="1625153" rtl="0" eaLnBrk="1" latinLnBrk="0" hangingPunct="1">
        <a:spcBef>
          <a:spcPct val="20000"/>
        </a:spcBef>
        <a:buFont typeface="Arial" panose="020B0604020202020204" pitchFamily="34" charset="0"/>
        <a:buChar char="•"/>
        <a:defRPr sz="3555" kern="1200">
          <a:solidFill>
            <a:schemeClr val="tx1"/>
          </a:solidFill>
          <a:latin typeface="+mn-lt"/>
          <a:ea typeface="+mn-ea"/>
          <a:cs typeface="+mn-cs"/>
        </a:defRPr>
      </a:lvl9pPr>
    </p:bodyStyle>
    <p:otherStyle>
      <a:defPPr>
        <a:defRPr lang="en-US"/>
      </a:defPPr>
      <a:lvl1pPr marL="0" algn="l" defTabSz="1625153" rtl="0" eaLnBrk="1" latinLnBrk="0" hangingPunct="1">
        <a:defRPr sz="3199" kern="1200">
          <a:solidFill>
            <a:schemeClr val="tx1"/>
          </a:solidFill>
          <a:latin typeface="+mn-lt"/>
          <a:ea typeface="+mn-ea"/>
          <a:cs typeface="+mn-cs"/>
        </a:defRPr>
      </a:lvl1pPr>
      <a:lvl2pPr marL="812577" algn="l" defTabSz="1625153" rtl="0" eaLnBrk="1" latinLnBrk="0" hangingPunct="1">
        <a:defRPr sz="3199" kern="1200">
          <a:solidFill>
            <a:schemeClr val="tx1"/>
          </a:solidFill>
          <a:latin typeface="+mn-lt"/>
          <a:ea typeface="+mn-ea"/>
          <a:cs typeface="+mn-cs"/>
        </a:defRPr>
      </a:lvl2pPr>
      <a:lvl3pPr marL="1625153" algn="l" defTabSz="1625153" rtl="0" eaLnBrk="1" latinLnBrk="0" hangingPunct="1">
        <a:defRPr sz="3199" kern="1200">
          <a:solidFill>
            <a:schemeClr val="tx1"/>
          </a:solidFill>
          <a:latin typeface="+mn-lt"/>
          <a:ea typeface="+mn-ea"/>
          <a:cs typeface="+mn-cs"/>
        </a:defRPr>
      </a:lvl3pPr>
      <a:lvl4pPr marL="2437730" algn="l" defTabSz="1625153" rtl="0" eaLnBrk="1" latinLnBrk="0" hangingPunct="1">
        <a:defRPr sz="3199" kern="1200">
          <a:solidFill>
            <a:schemeClr val="tx1"/>
          </a:solidFill>
          <a:latin typeface="+mn-lt"/>
          <a:ea typeface="+mn-ea"/>
          <a:cs typeface="+mn-cs"/>
        </a:defRPr>
      </a:lvl4pPr>
      <a:lvl5pPr marL="3250305" algn="l" defTabSz="1625153" rtl="0" eaLnBrk="1" latinLnBrk="0" hangingPunct="1">
        <a:defRPr sz="3199" kern="1200">
          <a:solidFill>
            <a:schemeClr val="tx1"/>
          </a:solidFill>
          <a:latin typeface="+mn-lt"/>
          <a:ea typeface="+mn-ea"/>
          <a:cs typeface="+mn-cs"/>
        </a:defRPr>
      </a:lvl5pPr>
      <a:lvl6pPr marL="4062882" algn="l" defTabSz="1625153" rtl="0" eaLnBrk="1" latinLnBrk="0" hangingPunct="1">
        <a:defRPr sz="3199" kern="1200">
          <a:solidFill>
            <a:schemeClr val="tx1"/>
          </a:solidFill>
          <a:latin typeface="+mn-lt"/>
          <a:ea typeface="+mn-ea"/>
          <a:cs typeface="+mn-cs"/>
        </a:defRPr>
      </a:lvl6pPr>
      <a:lvl7pPr marL="4875459" algn="l" defTabSz="1625153" rtl="0" eaLnBrk="1" latinLnBrk="0" hangingPunct="1">
        <a:defRPr sz="3199" kern="1200">
          <a:solidFill>
            <a:schemeClr val="tx1"/>
          </a:solidFill>
          <a:latin typeface="+mn-lt"/>
          <a:ea typeface="+mn-ea"/>
          <a:cs typeface="+mn-cs"/>
        </a:defRPr>
      </a:lvl7pPr>
      <a:lvl8pPr marL="5688035" algn="l" defTabSz="1625153" rtl="0" eaLnBrk="1" latinLnBrk="0" hangingPunct="1">
        <a:defRPr sz="3199" kern="1200">
          <a:solidFill>
            <a:schemeClr val="tx1"/>
          </a:solidFill>
          <a:latin typeface="+mn-lt"/>
          <a:ea typeface="+mn-ea"/>
          <a:cs typeface="+mn-cs"/>
        </a:defRPr>
      </a:lvl8pPr>
      <a:lvl9pPr marL="6500612" algn="l" defTabSz="1625153" rtl="0" eaLnBrk="1" latinLnBrk="0" hangingPunct="1">
        <a:defRPr sz="3199"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83">
          <p15:clr>
            <a:srgbClr val="F26B43"/>
          </p15:clr>
        </p15:guide>
        <p15:guide id="4" pos="3839">
          <p15:clr>
            <a:srgbClr val="F26B43"/>
          </p15:clr>
        </p15:guide>
        <p15:guide id="5" pos="7295">
          <p15:clr>
            <a:srgbClr val="F26B43"/>
          </p15:clr>
        </p15:guide>
        <p15:guide id="6" pos="3671">
          <p15:clr>
            <a:srgbClr val="F26B43"/>
          </p15:clr>
        </p15:guide>
        <p15:guide id="8" orient="horz" pos="3600">
          <p15:clr>
            <a:srgbClr val="F26B43"/>
          </p15:clr>
        </p15:guide>
        <p15:guide id="10" pos="384">
          <p15:clr>
            <a:srgbClr val="F26B43"/>
          </p15:clr>
        </p15:guide>
        <p15:guide id="11" pos="3672">
          <p15:clr>
            <a:srgbClr val="F26B43"/>
          </p15:clr>
        </p15:guide>
        <p15:guide id="12" pos="4008">
          <p15:clr>
            <a:srgbClr val="F26B43"/>
          </p15:clr>
        </p15:guide>
        <p15:guide id="13" pos="3840">
          <p15:clr>
            <a:srgbClr val="F26B43"/>
          </p15:clr>
        </p15:guide>
        <p15:guide id="14" pos="7296">
          <p15:clr>
            <a:srgbClr val="F26B43"/>
          </p15:clr>
        </p15:guide>
        <p15:guide id="15" orient="horz" pos="504">
          <p15:clr>
            <a:srgbClr val="F26B43"/>
          </p15:clr>
        </p15:guide>
        <p15:guide id="16" orient="horz" pos="960">
          <p15:clr>
            <a:srgbClr val="F26B43"/>
          </p15:clr>
        </p15:guide>
        <p15:guide id="18" orient="horz" pos="376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992509C-1CBB-E273-DA2A-80DA3150C6D5}"/>
              </a:ext>
            </a:extLst>
          </p:cNvPr>
          <p:cNvSpPr>
            <a:spLocks noGrp="1"/>
          </p:cNvSpPr>
          <p:nvPr>
            <p:ph type="ftr" sz="quarter" idx="3"/>
          </p:nvPr>
        </p:nvSpPr>
        <p:spPr>
          <a:xfrm>
            <a:off x="3279862" y="6572103"/>
            <a:ext cx="4114800" cy="138499"/>
          </a:xfrm>
          <a:prstGeom prst="rect">
            <a:avLst/>
          </a:prstGeom>
        </p:spPr>
        <p:txBody>
          <a:bodyPr vert="horz" lIns="0" tIns="0" rIns="0" bIns="0" rtlCol="0" anchor="ctr">
            <a:noAutofit/>
          </a:bodyPr>
          <a:lstStyle>
            <a:lvl1pPr algn="l">
              <a:defRPr sz="900">
                <a:solidFill>
                  <a:schemeClr val="tx1"/>
                </a:solidFill>
                <a:latin typeface="Arial" panose="020B0604020202020204" pitchFamily="34" charset="0"/>
                <a:cs typeface="Arial" panose="020B0604020202020204" pitchFamily="34" charset="0"/>
              </a:defRPr>
            </a:lvl1pPr>
          </a:lstStyle>
          <a:p>
            <a:r>
              <a:rPr lang="en-US"/>
              <a:t>XXXXXXX.X.X.GBL.INST</a:t>
            </a:r>
            <a:endParaRPr lang="en-US" dirty="0"/>
          </a:p>
        </p:txBody>
      </p:sp>
      <p:sp>
        <p:nvSpPr>
          <p:cNvPr id="2" name="Title Placeholder 1">
            <a:extLst>
              <a:ext uri="{FF2B5EF4-FFF2-40B4-BE49-F238E27FC236}">
                <a16:creationId xmlns:a16="http://schemas.microsoft.com/office/drawing/2014/main" id="{1A95A11E-F5BD-4E48-A183-51D5EF4D7A6F}"/>
              </a:ext>
            </a:extLst>
          </p:cNvPr>
          <p:cNvSpPr>
            <a:spLocks noGrp="1"/>
          </p:cNvSpPr>
          <p:nvPr>
            <p:ph type="title"/>
          </p:nvPr>
        </p:nvSpPr>
        <p:spPr>
          <a:xfrm>
            <a:off x="504825" y="310896"/>
            <a:ext cx="11183938" cy="82296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804DEA14-641F-497C-84EB-CE8ABEC5555F}"/>
              </a:ext>
            </a:extLst>
          </p:cNvPr>
          <p:cNvSpPr>
            <a:spLocks noGrp="1"/>
          </p:cNvSpPr>
          <p:nvPr>
            <p:ph type="body" idx="1"/>
          </p:nvPr>
        </p:nvSpPr>
        <p:spPr>
          <a:xfrm>
            <a:off x="504825" y="1828800"/>
            <a:ext cx="11183938" cy="41719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Box 4">
            <a:extLst>
              <a:ext uri="{FF2B5EF4-FFF2-40B4-BE49-F238E27FC236}">
                <a16:creationId xmlns:a16="http://schemas.microsoft.com/office/drawing/2014/main" id="{3D93AA8F-F298-8F83-2415-A665ED637F24}"/>
              </a:ext>
            </a:extLst>
          </p:cNvPr>
          <p:cNvSpPr txBox="1"/>
          <p:nvPr/>
        </p:nvSpPr>
        <p:spPr>
          <a:xfrm>
            <a:off x="10120916" y="6563830"/>
            <a:ext cx="141064" cy="138499"/>
          </a:xfrm>
          <a:prstGeom prst="rect">
            <a:avLst/>
          </a:prstGeom>
          <a:noFill/>
        </p:spPr>
        <p:txBody>
          <a:bodyPr wrap="none" lIns="0" tIns="0" rIns="0" bIns="0" rtlCol="0">
            <a:spAutoFit/>
          </a:bodyPr>
          <a:lstStyle/>
          <a:p>
            <a:pPr algn="r"/>
            <a:fld id="{627B11B2-3B2D-8848-95F6-ADFAED3F11BF}" type="slidenum">
              <a:rPr lang="en-US" sz="900" smtClean="0">
                <a:solidFill>
                  <a:schemeClr val="tx2"/>
                </a:solidFill>
                <a:latin typeface="Arial" panose="020B0604020202020204" pitchFamily="34" charset="0"/>
                <a:cs typeface="Arial" panose="020B0604020202020204" pitchFamily="34" charset="0"/>
              </a:rPr>
              <a:pPr algn="r"/>
              <a:t>‹#›</a:t>
            </a:fld>
            <a:endParaRPr lang="en-US" sz="900" dirty="0">
              <a:solidFill>
                <a:schemeClr val="tx2"/>
              </a:solidFill>
              <a:latin typeface="Arial" panose="020B0604020202020204" pitchFamily="34" charset="0"/>
              <a:cs typeface="Arial" panose="020B0604020202020204" pitchFamily="34" charset="0"/>
            </a:endParaRPr>
          </a:p>
        </p:txBody>
      </p:sp>
      <p:pic>
        <p:nvPicPr>
          <p:cNvPr id="7" name="Graphic 6">
            <a:extLst>
              <a:ext uri="{FF2B5EF4-FFF2-40B4-BE49-F238E27FC236}">
                <a16:creationId xmlns:a16="http://schemas.microsoft.com/office/drawing/2014/main" id="{1B259ED6-63D5-D4FF-2B9F-44A35D7E3A78}"/>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10671042" y="6565931"/>
            <a:ext cx="1017720" cy="155448"/>
          </a:xfrm>
          <a:prstGeom prst="rect">
            <a:avLst/>
          </a:prstGeom>
        </p:spPr>
      </p:pic>
      <p:sp>
        <p:nvSpPr>
          <p:cNvPr id="6" name="TextBox 5">
            <a:extLst>
              <a:ext uri="{FF2B5EF4-FFF2-40B4-BE49-F238E27FC236}">
                <a16:creationId xmlns:a16="http://schemas.microsoft.com/office/drawing/2014/main" id="{634AAACE-7891-0486-0B91-B057F9572C27}"/>
              </a:ext>
            </a:extLst>
          </p:cNvPr>
          <p:cNvSpPr txBox="1"/>
          <p:nvPr>
            <p:extLst>
              <p:ext uri="{1162E1C5-73C7-4A58-AE30-91384D911F3F}">
                <p184:classification xmlns:p184="http://schemas.microsoft.com/office/powerpoint/2018/4/main" val="ftr"/>
              </p:ext>
            </p:extLst>
          </p:nvPr>
        </p:nvSpPr>
        <p:spPr>
          <a:xfrm>
            <a:off x="63500" y="6642100"/>
            <a:ext cx="2160588"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cs typeface="Calibri" panose="020F0502020204030204" pitchFamily="34" charset="0"/>
              </a:rPr>
              <a:t>Information Classification: Limited Access</a:t>
            </a:r>
          </a:p>
        </p:txBody>
      </p:sp>
      <p:sp>
        <p:nvSpPr>
          <p:cNvPr id="10" name="fl" descr="Information Classification: Limited Access">
            <a:extLst>
              <a:ext uri="{FF2B5EF4-FFF2-40B4-BE49-F238E27FC236}">
                <a16:creationId xmlns:a16="http://schemas.microsoft.com/office/drawing/2014/main" id="{873107BF-7D61-CA22-5061-892AE334694D}"/>
              </a:ext>
            </a:extLst>
          </p:cNvPr>
          <p:cNvSpPr txBox="1"/>
          <p:nvPr userDrawn="1"/>
        </p:nvSpPr>
        <p:spPr>
          <a:xfrm>
            <a:off x="0" y="6530340"/>
            <a:ext cx="12192000" cy="230832"/>
          </a:xfrm>
          <a:prstGeom prst="rect">
            <a:avLst/>
          </a:prstGeom>
          <a:noFill/>
        </p:spPr>
        <p:txBody>
          <a:bodyPr vert="horz" rtlCol="0">
            <a:spAutoFit/>
          </a:bodyPr>
          <a:lstStyle/>
          <a:p>
            <a:pPr algn="l"/>
            <a:r>
              <a:rPr lang="en-GB" sz="900" b="0" i="0" u="none" baseline="0">
                <a:solidFill>
                  <a:srgbClr val="000000"/>
                </a:solidFill>
                <a:latin typeface="Arial" panose="020B0604020202020204" pitchFamily="34" charset="0"/>
              </a:rPr>
              <a:t>Information Classification: Limited Access</a:t>
            </a:r>
          </a:p>
        </p:txBody>
      </p:sp>
    </p:spTree>
    <p:extLst>
      <p:ext uri="{BB962C8B-B14F-4D97-AF65-F5344CB8AC3E}">
        <p14:creationId xmlns:p14="http://schemas.microsoft.com/office/powerpoint/2010/main" val="357161872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 id="2147483754" r:id="rId28"/>
  </p:sldLayoutIdLst>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xmlns:p15="http://schemas.microsoft.com/office/powerpoint/2012/main">
      <p:transition spd="med">
        <p:fade/>
      </p:transition>
    </mc:Fallback>
  </mc:AlternateContent>
  <p:hf sldNum="0" hdr="0" dt="0"/>
  <p:txStyles>
    <p:titleStyle>
      <a:lvl1pPr algn="l" defTabSz="914400" rtl="0" eaLnBrk="1" latinLnBrk="0" hangingPunct="1">
        <a:lnSpc>
          <a:spcPct val="90000"/>
        </a:lnSpc>
        <a:spcBef>
          <a:spcPct val="0"/>
        </a:spcBef>
        <a:buNone/>
        <a:defRPr sz="2400" b="1" kern="1200">
          <a:solidFill>
            <a:schemeClr val="tx2"/>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10000"/>
        </a:lnSpc>
        <a:spcBef>
          <a:spcPts val="600"/>
        </a:spcBef>
        <a:buFont typeface="+mn-lt" panose="020B0604020202020204" pitchFamily="34" charset="0"/>
        <a:buNone/>
        <a:defRPr sz="1400" b="0" kern="1200">
          <a:solidFill>
            <a:schemeClr val="tx1"/>
          </a:solidFill>
          <a:latin typeface="Arial" panose="020B0604020202020204" pitchFamily="34" charset="0"/>
          <a:ea typeface="+mn-ea"/>
          <a:cs typeface="Arial" panose="020B0604020202020204" pitchFamily="34" charset="0"/>
        </a:defRPr>
      </a:lvl1pPr>
      <a:lvl2pPr marL="171450" indent="-171450" algn="l" defTabSz="914400" rtl="0" eaLnBrk="1" latinLnBrk="0" hangingPunct="1">
        <a:lnSpc>
          <a:spcPct val="110000"/>
        </a:lnSpc>
        <a:spcBef>
          <a:spcPts val="600"/>
        </a:spcBef>
        <a:buFont typeface="+mn-lt" panose="020B0604020202020204" pitchFamily="34" charset="0"/>
        <a:buChar char="•"/>
        <a:tabLst/>
        <a:defRPr sz="1400" kern="1200">
          <a:solidFill>
            <a:schemeClr val="tx1"/>
          </a:solidFill>
          <a:latin typeface="Arial" panose="020B0604020202020204" pitchFamily="34" charset="0"/>
          <a:ea typeface="+mn-ea"/>
          <a:cs typeface="Arial" panose="020B0604020202020204" pitchFamily="34" charset="0"/>
        </a:defRPr>
      </a:lvl2pPr>
      <a:lvl3pPr marL="342900" indent="-171450" algn="l" defTabSz="914400" rtl="0" eaLnBrk="1" latinLnBrk="0" hangingPunct="1">
        <a:lnSpc>
          <a:spcPct val="110000"/>
        </a:lnSpc>
        <a:spcBef>
          <a:spcPts val="600"/>
        </a:spcBef>
        <a:buFont typeface="+mn-lt"/>
        <a:buChar char="–"/>
        <a:tabLst/>
        <a:defRPr sz="1400" kern="1200">
          <a:solidFill>
            <a:schemeClr val="tx1"/>
          </a:solidFill>
          <a:latin typeface="Arial" panose="020B0604020202020204" pitchFamily="34" charset="0"/>
          <a:ea typeface="+mn-ea"/>
          <a:cs typeface="Arial" panose="020B0604020202020204" pitchFamily="34" charset="0"/>
        </a:defRPr>
      </a:lvl3pPr>
      <a:lvl4pPr marL="521208" indent="-173736" algn="l" defTabSz="914400" rtl="0" eaLnBrk="1" latinLnBrk="0" hangingPunct="1">
        <a:lnSpc>
          <a:spcPct val="110000"/>
        </a:lnSpc>
        <a:spcBef>
          <a:spcPts val="600"/>
        </a:spcBef>
        <a:buFont typeface="+mn-lt"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694944" indent="-173736" algn="l" defTabSz="914400" rtl="0" eaLnBrk="1" latinLnBrk="0" hangingPunct="1">
        <a:lnSpc>
          <a:spcPct val="110000"/>
        </a:lnSpc>
        <a:spcBef>
          <a:spcPts val="600"/>
        </a:spcBef>
        <a:buFont typeface="+mn-lt"/>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8">
          <p15:clr>
            <a:srgbClr val="F26B43"/>
          </p15:clr>
        </p15:guide>
        <p15:guide id="2" pos="3762">
          <p15:clr>
            <a:srgbClr val="F26B43"/>
          </p15:clr>
        </p15:guide>
        <p15:guide id="3" pos="3917">
          <p15:clr>
            <a:srgbClr val="F26B43"/>
          </p15:clr>
        </p15:guide>
        <p15:guide id="4" pos="7363">
          <p15:clr>
            <a:srgbClr val="F26B43"/>
          </p15:clr>
        </p15:guide>
        <p15:guide id="5" orient="horz" pos="270">
          <p15:clr>
            <a:srgbClr val="F26B43"/>
          </p15:clr>
        </p15:guide>
        <p15:guide id="6" orient="horz" pos="540">
          <p15:clr>
            <a:srgbClr val="F26B43"/>
          </p15:clr>
        </p15:guide>
        <p15:guide id="7" orient="horz" pos="810">
          <p15:clr>
            <a:srgbClr val="F26B43"/>
          </p15:clr>
        </p15:guide>
        <p15:guide id="8" orient="horz" pos="1080">
          <p15:clr>
            <a:srgbClr val="F26B43"/>
          </p15:clr>
        </p15:guide>
        <p15:guide id="9" orient="horz" pos="1350">
          <p15:clr>
            <a:srgbClr val="F26B43"/>
          </p15:clr>
        </p15:guide>
        <p15:guide id="10" orient="horz" pos="1620">
          <p15:clr>
            <a:srgbClr val="F26B43"/>
          </p15:clr>
        </p15:guide>
        <p15:guide id="11" orient="horz" pos="1890">
          <p15:clr>
            <a:srgbClr val="F26B43"/>
          </p15:clr>
        </p15:guide>
        <p15:guide id="12" orient="horz" pos="2160">
          <p15:clr>
            <a:srgbClr val="F26B43"/>
          </p15:clr>
        </p15:guide>
        <p15:guide id="13" orient="horz" pos="2430">
          <p15:clr>
            <a:srgbClr val="F26B43"/>
          </p15:clr>
        </p15:guide>
        <p15:guide id="14" orient="horz" pos="2700">
          <p15:clr>
            <a:srgbClr val="F26B43"/>
          </p15:clr>
        </p15:guide>
        <p15:guide id="15" orient="horz" pos="2970">
          <p15:clr>
            <a:srgbClr val="F26B43"/>
          </p15:clr>
        </p15:guide>
        <p15:guide id="16" orient="horz" pos="3240">
          <p15:clr>
            <a:srgbClr val="F26B43"/>
          </p15:clr>
        </p15:guide>
        <p15:guide id="17" orient="horz" pos="3510">
          <p15:clr>
            <a:srgbClr val="F26B43"/>
          </p15:clr>
        </p15:guide>
        <p15:guide id="18" orient="horz" pos="3780">
          <p15:clr>
            <a:srgbClr val="F26B43"/>
          </p15:clr>
        </p15:guide>
        <p15:guide id="19" orient="horz" pos="4050">
          <p15:clr>
            <a:srgbClr val="F26B43"/>
          </p15:clr>
        </p15:guide>
        <p15:guide id="20" pos="2862">
          <p15:clr>
            <a:srgbClr val="F26B43"/>
          </p15:clr>
        </p15:guide>
        <p15:guide id="21" pos="3017">
          <p15:clr>
            <a:srgbClr val="F26B43"/>
          </p15:clr>
        </p15:guide>
        <p15:guide id="22" pos="1962">
          <p15:clr>
            <a:srgbClr val="F26B43"/>
          </p15:clr>
        </p15:guide>
        <p15:guide id="23" pos="2118">
          <p15:clr>
            <a:srgbClr val="F26B43"/>
          </p15:clr>
        </p15:guide>
        <p15:guide id="24" pos="1062">
          <p15:clr>
            <a:srgbClr val="F26B43"/>
          </p15:clr>
        </p15:guide>
        <p15:guide id="25" pos="1218">
          <p15:clr>
            <a:srgbClr val="F26B43"/>
          </p15:clr>
        </p15:guide>
        <p15:guide id="26" pos="6462">
          <p15:clr>
            <a:srgbClr val="F26B43"/>
          </p15:clr>
        </p15:guide>
        <p15:guide id="27" pos="6618">
          <p15:clr>
            <a:srgbClr val="F26B43"/>
          </p15:clr>
        </p15:guide>
        <p15:guide id="28" pos="5562">
          <p15:clr>
            <a:srgbClr val="F26B43"/>
          </p15:clr>
        </p15:guide>
        <p15:guide id="29" pos="5718">
          <p15:clr>
            <a:srgbClr val="F26B43"/>
          </p15:clr>
        </p15:guide>
        <p15:guide id="30" pos="4662">
          <p15:clr>
            <a:srgbClr val="F26B43"/>
          </p15:clr>
        </p15:guide>
        <p15:guide id="31" pos="4818">
          <p15:clr>
            <a:srgbClr val="F26B43"/>
          </p15:clr>
        </p15:guide>
        <p15:guide id="32" orient="horz" pos="4217">
          <p15:clr>
            <a:srgbClr val="FDE53C"/>
          </p15:clr>
        </p15:guide>
        <p15:guide id="33" orient="horz" pos="4152">
          <p15:clr>
            <a:srgbClr val="FDE53C"/>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95A11E-F5BD-4E48-A183-51D5EF4D7A6F}"/>
              </a:ext>
            </a:extLst>
          </p:cNvPr>
          <p:cNvSpPr>
            <a:spLocks noGrp="1"/>
          </p:cNvSpPr>
          <p:nvPr>
            <p:ph type="title"/>
          </p:nvPr>
        </p:nvSpPr>
        <p:spPr>
          <a:xfrm>
            <a:off x="504825" y="310896"/>
            <a:ext cx="11183938" cy="82296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804DEA14-641F-497C-84EB-CE8ABEC5555F}"/>
              </a:ext>
            </a:extLst>
          </p:cNvPr>
          <p:cNvSpPr>
            <a:spLocks noGrp="1"/>
          </p:cNvSpPr>
          <p:nvPr>
            <p:ph type="body" idx="1"/>
          </p:nvPr>
        </p:nvSpPr>
        <p:spPr>
          <a:xfrm>
            <a:off x="504825" y="1828800"/>
            <a:ext cx="11183938" cy="41719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Box 4">
            <a:extLst>
              <a:ext uri="{FF2B5EF4-FFF2-40B4-BE49-F238E27FC236}">
                <a16:creationId xmlns:a16="http://schemas.microsoft.com/office/drawing/2014/main" id="{3D93AA8F-F298-8F83-2415-A665ED637F24}"/>
              </a:ext>
            </a:extLst>
          </p:cNvPr>
          <p:cNvSpPr txBox="1"/>
          <p:nvPr/>
        </p:nvSpPr>
        <p:spPr>
          <a:xfrm>
            <a:off x="10120916" y="6563830"/>
            <a:ext cx="141064" cy="138499"/>
          </a:xfrm>
          <a:prstGeom prst="rect">
            <a:avLst/>
          </a:prstGeom>
          <a:noFill/>
        </p:spPr>
        <p:txBody>
          <a:bodyPr wrap="non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7B11B2-3B2D-8848-95F6-ADFAED3F11BF}" type="slidenum">
              <a:rPr kumimoji="0" lang="en-US" sz="900" b="0" i="0" u="none" strike="noStrike" kern="1200" cap="none" spc="0" normalizeH="0" baseline="0" noProof="0" smtClean="0">
                <a:ln>
                  <a:noFill/>
                </a:ln>
                <a:solidFill>
                  <a:srgbClr val="001AFF"/>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001AFF"/>
              </a:solidFill>
              <a:effectLst/>
              <a:uLnTx/>
              <a:uFillTx/>
              <a:latin typeface="Arial" panose="020B0604020202020204" pitchFamily="34" charset="0"/>
              <a:ea typeface="+mn-ea"/>
              <a:cs typeface="Arial" panose="020B0604020202020204" pitchFamily="34" charset="0"/>
            </a:endParaRPr>
          </a:p>
        </p:txBody>
      </p:sp>
      <p:pic>
        <p:nvPicPr>
          <p:cNvPr id="7" name="Graphic 6">
            <a:extLst>
              <a:ext uri="{FF2B5EF4-FFF2-40B4-BE49-F238E27FC236}">
                <a16:creationId xmlns:a16="http://schemas.microsoft.com/office/drawing/2014/main" id="{1B259ED6-63D5-D4FF-2B9F-44A35D7E3A78}"/>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0671042" y="6565931"/>
            <a:ext cx="1017720" cy="155448"/>
          </a:xfrm>
          <a:prstGeom prst="rect">
            <a:avLst/>
          </a:prstGeom>
        </p:spPr>
      </p:pic>
      <p:sp>
        <p:nvSpPr>
          <p:cNvPr id="22" name="fl">
            <a:extLst>
              <a:ext uri="{FF2B5EF4-FFF2-40B4-BE49-F238E27FC236}">
                <a16:creationId xmlns:a16="http://schemas.microsoft.com/office/drawing/2014/main" id="{02A7069C-E740-4589-A0A2-23B2533ACE13}"/>
              </a:ext>
            </a:extLst>
          </p:cNvPr>
          <p:cNvSpPr txBox="1"/>
          <p:nvPr userDrawn="1"/>
        </p:nvSpPr>
        <p:spPr>
          <a:xfrm>
            <a:off x="0" y="6520180"/>
            <a:ext cx="12192000" cy="369332"/>
          </a:xfrm>
          <a:prstGeom prst="rect">
            <a:avLst/>
          </a:prstGeom>
          <a:noFill/>
        </p:spPr>
        <p:txBody>
          <a:bodyPr vert="horz" rtlCol="0">
            <a:spAutoFit/>
          </a:bodyPr>
          <a:lstStyle/>
          <a:p>
            <a:endParaRPr lang="en-GB">
              <a:solidFill>
                <a:schemeClr val="tx1"/>
              </a:solidFill>
            </a:endParaRPr>
          </a:p>
        </p:txBody>
      </p:sp>
      <p:sp>
        <p:nvSpPr>
          <p:cNvPr id="6" name="TextBox 5">
            <a:extLst>
              <a:ext uri="{FF2B5EF4-FFF2-40B4-BE49-F238E27FC236}">
                <a16:creationId xmlns:a16="http://schemas.microsoft.com/office/drawing/2014/main" id="{0186D948-1C85-449F-9D54-6B4246E211B9}"/>
              </a:ext>
            </a:extLst>
          </p:cNvPr>
          <p:cNvSpPr txBox="1"/>
          <p:nvPr userDrawn="1">
            <p:extLst>
              <p:ext uri="{1162E1C5-73C7-4A58-AE30-91384D911F3F}">
                <p184:classification xmlns:p184="http://schemas.microsoft.com/office/powerpoint/2018/4/main" val="ftr"/>
              </p:ext>
            </p:extLst>
          </p:nvPr>
        </p:nvSpPr>
        <p:spPr>
          <a:xfrm>
            <a:off x="63500" y="6642100"/>
            <a:ext cx="2160588"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cs typeface="Calibri" panose="020F0502020204030204" pitchFamily="34" charset="0"/>
              </a:rPr>
              <a:t>Information Classification: Limited Access</a:t>
            </a:r>
          </a:p>
        </p:txBody>
      </p:sp>
    </p:spTree>
    <p:extLst>
      <p:ext uri="{BB962C8B-B14F-4D97-AF65-F5344CB8AC3E}">
        <p14:creationId xmlns:p14="http://schemas.microsoft.com/office/powerpoint/2010/main" val="3754225964"/>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Lst>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xmlns:p15="http://schemas.microsoft.com/office/powerpoint/2012/main">
      <p:transition spd="med">
        <p:fade/>
      </p:transition>
    </mc:Fallback>
  </mc:AlternateContent>
  <p:hf sldNum="0" hdr="0" dt="0"/>
  <p:txStyles>
    <p:titleStyle>
      <a:lvl1pPr algn="l" defTabSz="914400" rtl="0" eaLnBrk="1" latinLnBrk="0" hangingPunct="1">
        <a:lnSpc>
          <a:spcPct val="90000"/>
        </a:lnSpc>
        <a:spcBef>
          <a:spcPct val="0"/>
        </a:spcBef>
        <a:buNone/>
        <a:defRPr sz="2400" b="1" kern="1200">
          <a:solidFill>
            <a:schemeClr val="tx2"/>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10000"/>
        </a:lnSpc>
        <a:spcBef>
          <a:spcPts val="600"/>
        </a:spcBef>
        <a:buFont typeface="+mn-lt" panose="020B0604020202020204" pitchFamily="34" charset="0"/>
        <a:buNone/>
        <a:defRPr sz="1400" b="0" kern="1200">
          <a:solidFill>
            <a:schemeClr val="tx1"/>
          </a:solidFill>
          <a:latin typeface="Arial" panose="020B0604020202020204" pitchFamily="34" charset="0"/>
          <a:ea typeface="+mn-ea"/>
          <a:cs typeface="Arial" panose="020B0604020202020204" pitchFamily="34" charset="0"/>
        </a:defRPr>
      </a:lvl1pPr>
      <a:lvl2pPr marL="171450" indent="-171450" algn="l" defTabSz="914400" rtl="0" eaLnBrk="1" latinLnBrk="0" hangingPunct="1">
        <a:lnSpc>
          <a:spcPct val="110000"/>
        </a:lnSpc>
        <a:spcBef>
          <a:spcPts val="600"/>
        </a:spcBef>
        <a:buFont typeface="+mn-lt" panose="020B0604020202020204" pitchFamily="34" charset="0"/>
        <a:buChar char="•"/>
        <a:tabLst/>
        <a:defRPr sz="1400" kern="1200">
          <a:solidFill>
            <a:schemeClr val="tx1"/>
          </a:solidFill>
          <a:latin typeface="Arial" panose="020B0604020202020204" pitchFamily="34" charset="0"/>
          <a:ea typeface="+mn-ea"/>
          <a:cs typeface="Arial" panose="020B0604020202020204" pitchFamily="34" charset="0"/>
        </a:defRPr>
      </a:lvl2pPr>
      <a:lvl3pPr marL="342900" indent="-171450" algn="l" defTabSz="914400" rtl="0" eaLnBrk="1" latinLnBrk="0" hangingPunct="1">
        <a:lnSpc>
          <a:spcPct val="110000"/>
        </a:lnSpc>
        <a:spcBef>
          <a:spcPts val="600"/>
        </a:spcBef>
        <a:buFont typeface="+mn-lt"/>
        <a:buChar char="–"/>
        <a:tabLst/>
        <a:defRPr sz="1400" kern="1200">
          <a:solidFill>
            <a:schemeClr val="tx1"/>
          </a:solidFill>
          <a:latin typeface="Arial" panose="020B0604020202020204" pitchFamily="34" charset="0"/>
          <a:ea typeface="+mn-ea"/>
          <a:cs typeface="Arial" panose="020B0604020202020204" pitchFamily="34" charset="0"/>
        </a:defRPr>
      </a:lvl3pPr>
      <a:lvl4pPr marL="521208" indent="-173736" algn="l" defTabSz="914400" rtl="0" eaLnBrk="1" latinLnBrk="0" hangingPunct="1">
        <a:lnSpc>
          <a:spcPct val="110000"/>
        </a:lnSpc>
        <a:spcBef>
          <a:spcPts val="600"/>
        </a:spcBef>
        <a:buFont typeface="+mn-lt"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694944" indent="-173736" algn="l" defTabSz="914400" rtl="0" eaLnBrk="1" latinLnBrk="0" hangingPunct="1">
        <a:lnSpc>
          <a:spcPct val="110000"/>
        </a:lnSpc>
        <a:spcBef>
          <a:spcPts val="600"/>
        </a:spcBef>
        <a:buFont typeface="+mn-lt"/>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8">
          <p15:clr>
            <a:srgbClr val="F26B43"/>
          </p15:clr>
        </p15:guide>
        <p15:guide id="2" pos="3762">
          <p15:clr>
            <a:srgbClr val="F26B43"/>
          </p15:clr>
        </p15:guide>
        <p15:guide id="3" pos="3917">
          <p15:clr>
            <a:srgbClr val="F26B43"/>
          </p15:clr>
        </p15:guide>
        <p15:guide id="4" pos="7363">
          <p15:clr>
            <a:srgbClr val="F26B43"/>
          </p15:clr>
        </p15:guide>
        <p15:guide id="5" orient="horz" pos="270">
          <p15:clr>
            <a:srgbClr val="F26B43"/>
          </p15:clr>
        </p15:guide>
        <p15:guide id="6" orient="horz" pos="540">
          <p15:clr>
            <a:srgbClr val="F26B43"/>
          </p15:clr>
        </p15:guide>
        <p15:guide id="7" orient="horz" pos="810">
          <p15:clr>
            <a:srgbClr val="F26B43"/>
          </p15:clr>
        </p15:guide>
        <p15:guide id="8" orient="horz" pos="1080">
          <p15:clr>
            <a:srgbClr val="F26B43"/>
          </p15:clr>
        </p15:guide>
        <p15:guide id="9" orient="horz" pos="1350">
          <p15:clr>
            <a:srgbClr val="F26B43"/>
          </p15:clr>
        </p15:guide>
        <p15:guide id="10" orient="horz" pos="1620">
          <p15:clr>
            <a:srgbClr val="F26B43"/>
          </p15:clr>
        </p15:guide>
        <p15:guide id="11" orient="horz" pos="1890">
          <p15:clr>
            <a:srgbClr val="F26B43"/>
          </p15:clr>
        </p15:guide>
        <p15:guide id="12" orient="horz" pos="2160">
          <p15:clr>
            <a:srgbClr val="F26B43"/>
          </p15:clr>
        </p15:guide>
        <p15:guide id="13" orient="horz" pos="2430">
          <p15:clr>
            <a:srgbClr val="F26B43"/>
          </p15:clr>
        </p15:guide>
        <p15:guide id="14" orient="horz" pos="2700">
          <p15:clr>
            <a:srgbClr val="F26B43"/>
          </p15:clr>
        </p15:guide>
        <p15:guide id="15" orient="horz" pos="2970">
          <p15:clr>
            <a:srgbClr val="F26B43"/>
          </p15:clr>
        </p15:guide>
        <p15:guide id="16" orient="horz" pos="3240">
          <p15:clr>
            <a:srgbClr val="F26B43"/>
          </p15:clr>
        </p15:guide>
        <p15:guide id="17" orient="horz" pos="3510">
          <p15:clr>
            <a:srgbClr val="F26B43"/>
          </p15:clr>
        </p15:guide>
        <p15:guide id="18" orient="horz" pos="3780">
          <p15:clr>
            <a:srgbClr val="F26B43"/>
          </p15:clr>
        </p15:guide>
        <p15:guide id="19" orient="horz" pos="4050">
          <p15:clr>
            <a:srgbClr val="F26B43"/>
          </p15:clr>
        </p15:guide>
        <p15:guide id="20" pos="2862">
          <p15:clr>
            <a:srgbClr val="F26B43"/>
          </p15:clr>
        </p15:guide>
        <p15:guide id="21" pos="3017">
          <p15:clr>
            <a:srgbClr val="F26B43"/>
          </p15:clr>
        </p15:guide>
        <p15:guide id="22" pos="1962">
          <p15:clr>
            <a:srgbClr val="F26B43"/>
          </p15:clr>
        </p15:guide>
        <p15:guide id="23" pos="2118">
          <p15:clr>
            <a:srgbClr val="F26B43"/>
          </p15:clr>
        </p15:guide>
        <p15:guide id="24" pos="1062">
          <p15:clr>
            <a:srgbClr val="F26B43"/>
          </p15:clr>
        </p15:guide>
        <p15:guide id="25" pos="1218">
          <p15:clr>
            <a:srgbClr val="F26B43"/>
          </p15:clr>
        </p15:guide>
        <p15:guide id="26" pos="6462">
          <p15:clr>
            <a:srgbClr val="F26B43"/>
          </p15:clr>
        </p15:guide>
        <p15:guide id="27" pos="6618">
          <p15:clr>
            <a:srgbClr val="F26B43"/>
          </p15:clr>
        </p15:guide>
        <p15:guide id="28" pos="5562">
          <p15:clr>
            <a:srgbClr val="F26B43"/>
          </p15:clr>
        </p15:guide>
        <p15:guide id="29" pos="5718">
          <p15:clr>
            <a:srgbClr val="F26B43"/>
          </p15:clr>
        </p15:guide>
        <p15:guide id="30" pos="4662">
          <p15:clr>
            <a:srgbClr val="F26B43"/>
          </p15:clr>
        </p15:guide>
        <p15:guide id="31" pos="4818">
          <p15:clr>
            <a:srgbClr val="F26B43"/>
          </p15:clr>
        </p15:guide>
        <p15:guide id="32" orient="horz" pos="4217">
          <p15:clr>
            <a:srgbClr val="FDE53C"/>
          </p15:clr>
        </p15:guide>
        <p15:guide id="33" orient="horz" pos="4152">
          <p15:clr>
            <a:srgbClr val="FDE53C"/>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95A11E-F5BD-4E48-A183-51D5EF4D7A6F}"/>
              </a:ext>
            </a:extLst>
          </p:cNvPr>
          <p:cNvSpPr>
            <a:spLocks noGrp="1"/>
          </p:cNvSpPr>
          <p:nvPr>
            <p:ph type="title"/>
          </p:nvPr>
        </p:nvSpPr>
        <p:spPr>
          <a:xfrm>
            <a:off x="504825" y="310896"/>
            <a:ext cx="11183938" cy="82296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804DEA14-641F-497C-84EB-CE8ABEC5555F}"/>
              </a:ext>
            </a:extLst>
          </p:cNvPr>
          <p:cNvSpPr>
            <a:spLocks noGrp="1"/>
          </p:cNvSpPr>
          <p:nvPr>
            <p:ph type="body" idx="1"/>
          </p:nvPr>
        </p:nvSpPr>
        <p:spPr>
          <a:xfrm>
            <a:off x="504825" y="1828800"/>
            <a:ext cx="11183938" cy="41719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Box 4">
            <a:extLst>
              <a:ext uri="{FF2B5EF4-FFF2-40B4-BE49-F238E27FC236}">
                <a16:creationId xmlns:a16="http://schemas.microsoft.com/office/drawing/2014/main" id="{3D93AA8F-F298-8F83-2415-A665ED637F24}"/>
              </a:ext>
            </a:extLst>
          </p:cNvPr>
          <p:cNvSpPr txBox="1"/>
          <p:nvPr/>
        </p:nvSpPr>
        <p:spPr>
          <a:xfrm>
            <a:off x="10120916" y="6563830"/>
            <a:ext cx="141064" cy="138499"/>
          </a:xfrm>
          <a:prstGeom prst="rect">
            <a:avLst/>
          </a:prstGeom>
          <a:noFill/>
        </p:spPr>
        <p:txBody>
          <a:bodyPr wrap="non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7B11B2-3B2D-8848-95F6-ADFAED3F11BF}" type="slidenum">
              <a:rPr kumimoji="0" lang="en-US" sz="900" b="0" i="0" u="none" strike="noStrike" kern="1200" cap="none" spc="0" normalizeH="0" baseline="0" noProof="0" smtClean="0">
                <a:ln>
                  <a:noFill/>
                </a:ln>
                <a:solidFill>
                  <a:srgbClr val="001AFF"/>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001AFF"/>
              </a:solidFill>
              <a:effectLst/>
              <a:uLnTx/>
              <a:uFillTx/>
              <a:latin typeface="Arial" panose="020B0604020202020204" pitchFamily="34" charset="0"/>
              <a:ea typeface="+mn-ea"/>
              <a:cs typeface="Arial" panose="020B0604020202020204" pitchFamily="34" charset="0"/>
            </a:endParaRPr>
          </a:p>
        </p:txBody>
      </p:sp>
      <p:pic>
        <p:nvPicPr>
          <p:cNvPr id="7" name="Graphic 6">
            <a:extLst>
              <a:ext uri="{FF2B5EF4-FFF2-40B4-BE49-F238E27FC236}">
                <a16:creationId xmlns:a16="http://schemas.microsoft.com/office/drawing/2014/main" id="{1B259ED6-63D5-D4FF-2B9F-44A35D7E3A78}"/>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0671042" y="6565931"/>
            <a:ext cx="1017720" cy="155448"/>
          </a:xfrm>
          <a:prstGeom prst="rect">
            <a:avLst/>
          </a:prstGeom>
        </p:spPr>
      </p:pic>
      <p:sp>
        <p:nvSpPr>
          <p:cNvPr id="6" name="TextBox 5">
            <a:extLst>
              <a:ext uri="{FF2B5EF4-FFF2-40B4-BE49-F238E27FC236}">
                <a16:creationId xmlns:a16="http://schemas.microsoft.com/office/drawing/2014/main" id="{88F1B1DD-6357-AA97-A378-4551E710A1CD}"/>
              </a:ext>
            </a:extLst>
          </p:cNvPr>
          <p:cNvSpPr txBox="1"/>
          <p:nvPr userDrawn="1">
            <p:extLst>
              <p:ext uri="{1162E1C5-73C7-4A58-AE30-91384D911F3F}">
                <p184:classification xmlns:p184="http://schemas.microsoft.com/office/powerpoint/2018/4/main" val="ftr"/>
              </p:ext>
            </p:extLst>
          </p:nvPr>
        </p:nvSpPr>
        <p:spPr>
          <a:xfrm>
            <a:off x="63500" y="6642100"/>
            <a:ext cx="2160588" cy="152400"/>
          </a:xfrm>
          <a:prstGeom prst="rect">
            <a:avLst/>
          </a:prstGeom>
        </p:spPr>
        <p:txBody>
          <a:bodyPr horzOverflow="overflow" lIns="0" tIns="0" rIns="0" bIns="0">
            <a:spAutoFit/>
          </a:bodyPr>
          <a:lstStyle/>
          <a:p>
            <a:pPr algn="l"/>
            <a:r>
              <a:rPr lang="en-GB" sz="1000" dirty="0">
                <a:solidFill>
                  <a:srgbClr val="000000"/>
                </a:solidFill>
                <a:latin typeface="Calibri" panose="020F0502020204030204" pitchFamily="34" charset="0"/>
                <a:cs typeface="Calibri" panose="020F0502020204030204" pitchFamily="34" charset="0"/>
              </a:rPr>
              <a:t>Information Classification: Limited Access</a:t>
            </a:r>
          </a:p>
        </p:txBody>
      </p:sp>
      <p:sp>
        <p:nvSpPr>
          <p:cNvPr id="8" name="fl">
            <a:extLst>
              <a:ext uri="{FF2B5EF4-FFF2-40B4-BE49-F238E27FC236}">
                <a16:creationId xmlns:a16="http://schemas.microsoft.com/office/drawing/2014/main" id="{C54AAA60-B811-537F-52D1-CDF964BA1220}"/>
              </a:ext>
            </a:extLst>
          </p:cNvPr>
          <p:cNvSpPr txBox="1"/>
          <p:nvPr userDrawn="1"/>
        </p:nvSpPr>
        <p:spPr>
          <a:xfrm>
            <a:off x="0" y="6520180"/>
            <a:ext cx="12192000" cy="369332"/>
          </a:xfrm>
          <a:prstGeom prst="rect">
            <a:avLst/>
          </a:prstGeom>
          <a:noFill/>
        </p:spPr>
        <p:txBody>
          <a:bodyPr vert="horz" rtlCol="0">
            <a:spAutoFit/>
          </a:bodyPr>
          <a:lstStyle/>
          <a:p>
            <a:endParaRPr lang="en-GB" dirty="0">
              <a:solidFill>
                <a:schemeClr val="tx1"/>
              </a:solidFill>
            </a:endParaRPr>
          </a:p>
        </p:txBody>
      </p:sp>
    </p:spTree>
    <p:extLst>
      <p:ext uri="{BB962C8B-B14F-4D97-AF65-F5344CB8AC3E}">
        <p14:creationId xmlns:p14="http://schemas.microsoft.com/office/powerpoint/2010/main" val="3062407431"/>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 id="2147483867" r:id="rId13"/>
    <p:sldLayoutId id="2147483868" r:id="rId14"/>
    <p:sldLayoutId id="2147483869" r:id="rId15"/>
    <p:sldLayoutId id="2147483870" r:id="rId16"/>
    <p:sldLayoutId id="2147483871" r:id="rId17"/>
    <p:sldLayoutId id="2147483872" r:id="rId18"/>
    <p:sldLayoutId id="2147483873" r:id="rId19"/>
    <p:sldLayoutId id="2147483874" r:id="rId20"/>
    <p:sldLayoutId id="2147483875" r:id="rId21"/>
    <p:sldLayoutId id="2147483876" r:id="rId22"/>
    <p:sldLayoutId id="2147483877" r:id="rId23"/>
    <p:sldLayoutId id="2147483878" r:id="rId24"/>
    <p:sldLayoutId id="2147483879" r:id="rId25"/>
    <p:sldLayoutId id="2147483880" r:id="rId26"/>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16="http://schemas.microsoft.com/office/drawing/2014/main" xmlns="">
      <p:transition spd="med">
        <p:fade/>
      </p:transition>
    </mc:Fallback>
  </mc:AlternateContent>
  <p:hf sldNum="0" hdr="0" dt="0"/>
  <p:txStyles>
    <p:titleStyle>
      <a:lvl1pPr algn="l" defTabSz="914400" rtl="0" eaLnBrk="1" latinLnBrk="0" hangingPunct="1">
        <a:lnSpc>
          <a:spcPct val="90000"/>
        </a:lnSpc>
        <a:spcBef>
          <a:spcPct val="0"/>
        </a:spcBef>
        <a:buNone/>
        <a:defRPr sz="2400" b="1" kern="1200">
          <a:solidFill>
            <a:schemeClr val="tx2"/>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10000"/>
        </a:lnSpc>
        <a:spcBef>
          <a:spcPts val="600"/>
        </a:spcBef>
        <a:buFont typeface="+mn-lt" panose="020B0604020202020204" pitchFamily="34" charset="0"/>
        <a:buNone/>
        <a:defRPr sz="1400" b="0" kern="1200">
          <a:solidFill>
            <a:schemeClr val="tx1"/>
          </a:solidFill>
          <a:latin typeface="Arial" panose="020B0604020202020204" pitchFamily="34" charset="0"/>
          <a:ea typeface="+mn-ea"/>
          <a:cs typeface="Arial" panose="020B0604020202020204" pitchFamily="34" charset="0"/>
        </a:defRPr>
      </a:lvl1pPr>
      <a:lvl2pPr marL="171450" indent="-171450" algn="l" defTabSz="914400" rtl="0" eaLnBrk="1" latinLnBrk="0" hangingPunct="1">
        <a:lnSpc>
          <a:spcPct val="110000"/>
        </a:lnSpc>
        <a:spcBef>
          <a:spcPts val="600"/>
        </a:spcBef>
        <a:buFont typeface="+mn-lt" panose="020B0604020202020204" pitchFamily="34" charset="0"/>
        <a:buChar char="•"/>
        <a:tabLst/>
        <a:defRPr sz="1400" kern="1200">
          <a:solidFill>
            <a:schemeClr val="tx1"/>
          </a:solidFill>
          <a:latin typeface="Arial" panose="020B0604020202020204" pitchFamily="34" charset="0"/>
          <a:ea typeface="+mn-ea"/>
          <a:cs typeface="Arial" panose="020B0604020202020204" pitchFamily="34" charset="0"/>
        </a:defRPr>
      </a:lvl2pPr>
      <a:lvl3pPr marL="342900" indent="-171450" algn="l" defTabSz="914400" rtl="0" eaLnBrk="1" latinLnBrk="0" hangingPunct="1">
        <a:lnSpc>
          <a:spcPct val="110000"/>
        </a:lnSpc>
        <a:spcBef>
          <a:spcPts val="600"/>
        </a:spcBef>
        <a:buFont typeface="+mn-lt"/>
        <a:buChar char="–"/>
        <a:tabLst/>
        <a:defRPr sz="1400" kern="1200">
          <a:solidFill>
            <a:schemeClr val="tx1"/>
          </a:solidFill>
          <a:latin typeface="Arial" panose="020B0604020202020204" pitchFamily="34" charset="0"/>
          <a:ea typeface="+mn-ea"/>
          <a:cs typeface="Arial" panose="020B0604020202020204" pitchFamily="34" charset="0"/>
        </a:defRPr>
      </a:lvl3pPr>
      <a:lvl4pPr marL="521208" indent="-173736" algn="l" defTabSz="914400" rtl="0" eaLnBrk="1" latinLnBrk="0" hangingPunct="1">
        <a:lnSpc>
          <a:spcPct val="110000"/>
        </a:lnSpc>
        <a:spcBef>
          <a:spcPts val="600"/>
        </a:spcBef>
        <a:buFont typeface="+mn-lt"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694944" indent="-173736" algn="l" defTabSz="914400" rtl="0" eaLnBrk="1" latinLnBrk="0" hangingPunct="1">
        <a:lnSpc>
          <a:spcPct val="110000"/>
        </a:lnSpc>
        <a:spcBef>
          <a:spcPts val="600"/>
        </a:spcBef>
        <a:buFont typeface="+mn-lt"/>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8">
          <p15:clr>
            <a:srgbClr val="F26B43"/>
          </p15:clr>
        </p15:guide>
        <p15:guide id="2" pos="3762">
          <p15:clr>
            <a:srgbClr val="F26B43"/>
          </p15:clr>
        </p15:guide>
        <p15:guide id="3" pos="3917">
          <p15:clr>
            <a:srgbClr val="F26B43"/>
          </p15:clr>
        </p15:guide>
        <p15:guide id="4" pos="7363">
          <p15:clr>
            <a:srgbClr val="F26B43"/>
          </p15:clr>
        </p15:guide>
        <p15:guide id="5" orient="horz" pos="270">
          <p15:clr>
            <a:srgbClr val="F26B43"/>
          </p15:clr>
        </p15:guide>
        <p15:guide id="6" orient="horz" pos="540">
          <p15:clr>
            <a:srgbClr val="F26B43"/>
          </p15:clr>
        </p15:guide>
        <p15:guide id="7" orient="horz" pos="810">
          <p15:clr>
            <a:srgbClr val="F26B43"/>
          </p15:clr>
        </p15:guide>
        <p15:guide id="8" orient="horz" pos="1080">
          <p15:clr>
            <a:srgbClr val="F26B43"/>
          </p15:clr>
        </p15:guide>
        <p15:guide id="9" orient="horz" pos="1350">
          <p15:clr>
            <a:srgbClr val="F26B43"/>
          </p15:clr>
        </p15:guide>
        <p15:guide id="10" orient="horz" pos="1620">
          <p15:clr>
            <a:srgbClr val="F26B43"/>
          </p15:clr>
        </p15:guide>
        <p15:guide id="11" orient="horz" pos="1890">
          <p15:clr>
            <a:srgbClr val="F26B43"/>
          </p15:clr>
        </p15:guide>
        <p15:guide id="12" orient="horz" pos="2160">
          <p15:clr>
            <a:srgbClr val="F26B43"/>
          </p15:clr>
        </p15:guide>
        <p15:guide id="13" orient="horz" pos="2430">
          <p15:clr>
            <a:srgbClr val="F26B43"/>
          </p15:clr>
        </p15:guide>
        <p15:guide id="14" orient="horz" pos="2700">
          <p15:clr>
            <a:srgbClr val="F26B43"/>
          </p15:clr>
        </p15:guide>
        <p15:guide id="15" orient="horz" pos="2970">
          <p15:clr>
            <a:srgbClr val="F26B43"/>
          </p15:clr>
        </p15:guide>
        <p15:guide id="16" orient="horz" pos="3240">
          <p15:clr>
            <a:srgbClr val="F26B43"/>
          </p15:clr>
        </p15:guide>
        <p15:guide id="17" orient="horz" pos="3510">
          <p15:clr>
            <a:srgbClr val="F26B43"/>
          </p15:clr>
        </p15:guide>
        <p15:guide id="18" orient="horz" pos="3780">
          <p15:clr>
            <a:srgbClr val="F26B43"/>
          </p15:clr>
        </p15:guide>
        <p15:guide id="19" orient="horz" pos="4050">
          <p15:clr>
            <a:srgbClr val="F26B43"/>
          </p15:clr>
        </p15:guide>
        <p15:guide id="20" pos="2862">
          <p15:clr>
            <a:srgbClr val="F26B43"/>
          </p15:clr>
        </p15:guide>
        <p15:guide id="21" pos="3017">
          <p15:clr>
            <a:srgbClr val="F26B43"/>
          </p15:clr>
        </p15:guide>
        <p15:guide id="22" pos="1962">
          <p15:clr>
            <a:srgbClr val="F26B43"/>
          </p15:clr>
        </p15:guide>
        <p15:guide id="23" pos="2118">
          <p15:clr>
            <a:srgbClr val="F26B43"/>
          </p15:clr>
        </p15:guide>
        <p15:guide id="24" pos="1062">
          <p15:clr>
            <a:srgbClr val="F26B43"/>
          </p15:clr>
        </p15:guide>
        <p15:guide id="25" pos="1218">
          <p15:clr>
            <a:srgbClr val="F26B43"/>
          </p15:clr>
        </p15:guide>
        <p15:guide id="26" pos="6462">
          <p15:clr>
            <a:srgbClr val="F26B43"/>
          </p15:clr>
        </p15:guide>
        <p15:guide id="27" pos="6618">
          <p15:clr>
            <a:srgbClr val="F26B43"/>
          </p15:clr>
        </p15:guide>
        <p15:guide id="28" pos="5562">
          <p15:clr>
            <a:srgbClr val="F26B43"/>
          </p15:clr>
        </p15:guide>
        <p15:guide id="29" pos="5718">
          <p15:clr>
            <a:srgbClr val="F26B43"/>
          </p15:clr>
        </p15:guide>
        <p15:guide id="30" pos="4662">
          <p15:clr>
            <a:srgbClr val="F26B43"/>
          </p15:clr>
        </p15:guide>
        <p15:guide id="31" pos="4818">
          <p15:clr>
            <a:srgbClr val="F26B43"/>
          </p15:clr>
        </p15:guide>
        <p15:guide id="32" orient="horz" pos="4217">
          <p15:clr>
            <a:srgbClr val="FDE53C"/>
          </p15:clr>
        </p15:guide>
        <p15:guide id="33" orient="horz" pos="4152">
          <p15:clr>
            <a:srgbClr val="FDE53C"/>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992509C-1CBB-E273-DA2A-80DA3150C6D5}"/>
              </a:ext>
            </a:extLst>
          </p:cNvPr>
          <p:cNvSpPr>
            <a:spLocks noGrp="1"/>
          </p:cNvSpPr>
          <p:nvPr>
            <p:ph type="ftr" sz="quarter" idx="3"/>
          </p:nvPr>
        </p:nvSpPr>
        <p:spPr>
          <a:xfrm>
            <a:off x="3279861" y="6572109"/>
            <a:ext cx="4114800" cy="138499"/>
          </a:xfrm>
          <a:prstGeom prst="rect">
            <a:avLst/>
          </a:prstGeom>
        </p:spPr>
        <p:txBody>
          <a:bodyPr vert="horz" lIns="0" tIns="0" rIns="0" bIns="0" rtlCol="0" anchor="ctr">
            <a:noAutofit/>
          </a:bodyPr>
          <a:lstStyle>
            <a:lvl1pPr algn="l">
              <a:defRPr sz="900">
                <a:solidFill>
                  <a:schemeClr val="tx1"/>
                </a:solidFill>
              </a:defRPr>
            </a:lvl1pPr>
          </a:lstStyle>
          <a:p>
            <a:r>
              <a:rPr lang="en-US"/>
              <a:t>XXXXXXX.X.X.GBL.INST</a:t>
            </a:r>
          </a:p>
        </p:txBody>
      </p:sp>
      <p:sp>
        <p:nvSpPr>
          <p:cNvPr id="2" name="Title Placeholder 1">
            <a:extLst>
              <a:ext uri="{FF2B5EF4-FFF2-40B4-BE49-F238E27FC236}">
                <a16:creationId xmlns:a16="http://schemas.microsoft.com/office/drawing/2014/main" id="{1A95A11E-F5BD-4E48-A183-51D5EF4D7A6F}"/>
              </a:ext>
            </a:extLst>
          </p:cNvPr>
          <p:cNvSpPr>
            <a:spLocks noGrp="1"/>
          </p:cNvSpPr>
          <p:nvPr>
            <p:ph type="title"/>
          </p:nvPr>
        </p:nvSpPr>
        <p:spPr>
          <a:xfrm>
            <a:off x="504825" y="310896"/>
            <a:ext cx="11183939" cy="82296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04DEA14-641F-497C-84EB-CE8ABEC5555F}"/>
              </a:ext>
            </a:extLst>
          </p:cNvPr>
          <p:cNvSpPr>
            <a:spLocks noGrp="1"/>
          </p:cNvSpPr>
          <p:nvPr>
            <p:ph type="body" idx="1"/>
          </p:nvPr>
        </p:nvSpPr>
        <p:spPr>
          <a:xfrm>
            <a:off x="504825" y="1828800"/>
            <a:ext cx="11183939" cy="41719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Box 4">
            <a:extLst>
              <a:ext uri="{FF2B5EF4-FFF2-40B4-BE49-F238E27FC236}">
                <a16:creationId xmlns:a16="http://schemas.microsoft.com/office/drawing/2014/main" id="{3D93AA8F-F298-8F83-2415-A665ED637F24}"/>
              </a:ext>
            </a:extLst>
          </p:cNvPr>
          <p:cNvSpPr txBox="1"/>
          <p:nvPr/>
        </p:nvSpPr>
        <p:spPr>
          <a:xfrm>
            <a:off x="10106489" y="6563836"/>
            <a:ext cx="155491" cy="138499"/>
          </a:xfrm>
          <a:prstGeom prst="rect">
            <a:avLst/>
          </a:prstGeom>
          <a:noFill/>
        </p:spPr>
        <p:txBody>
          <a:bodyPr wrap="none" lIns="0" tIns="0" rIns="0" bIns="0" rtlCol="0">
            <a:spAutoFit/>
          </a:bodyPr>
          <a:lstStyle/>
          <a:p>
            <a:pPr algn="r"/>
            <a:fld id="{627B11B2-3B2D-8848-95F6-ADFAED3F11BF}" type="slidenum">
              <a:rPr lang="en-US" sz="900" smtClean="0">
                <a:solidFill>
                  <a:schemeClr val="tx2"/>
                </a:solidFill>
              </a:rPr>
              <a:pPr algn="r"/>
              <a:t>‹#›</a:t>
            </a:fld>
            <a:endParaRPr lang="en-US" sz="900">
              <a:solidFill>
                <a:schemeClr val="tx2"/>
              </a:solidFill>
            </a:endParaRPr>
          </a:p>
        </p:txBody>
      </p:sp>
      <p:pic>
        <p:nvPicPr>
          <p:cNvPr id="7" name="Graphic 6">
            <a:extLst>
              <a:ext uri="{FF2B5EF4-FFF2-40B4-BE49-F238E27FC236}">
                <a16:creationId xmlns:a16="http://schemas.microsoft.com/office/drawing/2014/main" id="{1B259ED6-63D5-D4FF-2B9F-44A35D7E3A78}"/>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10671043" y="6565931"/>
            <a:ext cx="1017720" cy="155448"/>
          </a:xfrm>
          <a:prstGeom prst="rect">
            <a:avLst/>
          </a:prstGeom>
        </p:spPr>
      </p:pic>
      <p:sp>
        <p:nvSpPr>
          <p:cNvPr id="13" name="fl" descr="Information Classification: Limited Access">
            <a:extLst>
              <a:ext uri="{FF2B5EF4-FFF2-40B4-BE49-F238E27FC236}">
                <a16:creationId xmlns:a16="http://schemas.microsoft.com/office/drawing/2014/main" id="{C75691C8-9A46-0CEF-1C8B-E1356DE98EF6}"/>
              </a:ext>
            </a:extLst>
          </p:cNvPr>
          <p:cNvSpPr txBox="1"/>
          <p:nvPr userDrawn="1"/>
        </p:nvSpPr>
        <p:spPr>
          <a:xfrm>
            <a:off x="0" y="6530340"/>
            <a:ext cx="12192000" cy="230832"/>
          </a:xfrm>
          <a:prstGeom prst="rect">
            <a:avLst/>
          </a:prstGeom>
          <a:noFill/>
        </p:spPr>
        <p:txBody>
          <a:bodyPr vert="horz" rtlCol="0">
            <a:spAutoFit/>
          </a:bodyPr>
          <a:lstStyle/>
          <a:p>
            <a:pPr algn="l"/>
            <a:r>
              <a:rPr lang="en-US" sz="900" b="0" i="0" u="none" baseline="0">
                <a:solidFill>
                  <a:srgbClr val="000000"/>
                </a:solidFill>
                <a:latin typeface="Arial" panose="020B0604020202020204" pitchFamily="34" charset="0"/>
              </a:rPr>
              <a:t>Information Classification: Limited Access</a:t>
            </a:r>
          </a:p>
        </p:txBody>
      </p:sp>
      <p:sp>
        <p:nvSpPr>
          <p:cNvPr id="6" name="TextBox 5">
            <a:extLst>
              <a:ext uri="{FF2B5EF4-FFF2-40B4-BE49-F238E27FC236}">
                <a16:creationId xmlns:a16="http://schemas.microsoft.com/office/drawing/2014/main" id="{A0D39104-B93E-52A4-FC0B-71C53D823046}"/>
              </a:ext>
            </a:extLst>
          </p:cNvPr>
          <p:cNvSpPr txBox="1"/>
          <p:nvPr userDrawn="1">
            <p:extLst>
              <p:ext uri="{1162E1C5-73C7-4A58-AE30-91384D911F3F}">
                <p184:classification xmlns:p184="http://schemas.microsoft.com/office/powerpoint/2018/4/main" val="ftr"/>
              </p:ext>
            </p:extLst>
          </p:nvPr>
        </p:nvSpPr>
        <p:spPr>
          <a:xfrm>
            <a:off x="63500" y="6642100"/>
            <a:ext cx="2160588"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Information Classification: Limited Access</a:t>
            </a:r>
          </a:p>
        </p:txBody>
      </p:sp>
    </p:spTree>
    <p:extLst>
      <p:ext uri="{BB962C8B-B14F-4D97-AF65-F5344CB8AC3E}">
        <p14:creationId xmlns:p14="http://schemas.microsoft.com/office/powerpoint/2010/main" val="2041226242"/>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 id="2147483894" r:id="rId13"/>
    <p:sldLayoutId id="2147483895" r:id="rId14"/>
    <p:sldLayoutId id="2147483896" r:id="rId15"/>
    <p:sldLayoutId id="2147483897" r:id="rId16"/>
    <p:sldLayoutId id="2147483898" r:id="rId17"/>
    <p:sldLayoutId id="2147483899" r:id="rId18"/>
    <p:sldLayoutId id="2147483900" r:id="rId19"/>
    <p:sldLayoutId id="2147483901" r:id="rId20"/>
    <p:sldLayoutId id="2147483902" r:id="rId21"/>
    <p:sldLayoutId id="2147483903" r:id="rId22"/>
    <p:sldLayoutId id="2147483904" r:id="rId23"/>
    <p:sldLayoutId id="2147483905" r:id="rId24"/>
    <p:sldLayoutId id="2147483906" r:id="rId25"/>
    <p:sldLayoutId id="2147483907" r:id="rId26"/>
    <p:sldLayoutId id="2147483908" r:id="rId27"/>
    <p:sldLayoutId id="2147483909"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377"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377" rtl="0" eaLnBrk="1" latinLnBrk="0" hangingPunct="1">
        <a:lnSpc>
          <a:spcPct val="110000"/>
        </a:lnSpc>
        <a:spcBef>
          <a:spcPts val="600"/>
        </a:spcBef>
        <a:buFont typeface="+mn-lt" panose="020B0604020202020204" pitchFamily="34" charset="0"/>
        <a:buNone/>
        <a:defRPr sz="1400" b="0" kern="1200">
          <a:solidFill>
            <a:schemeClr val="tx1"/>
          </a:solidFill>
          <a:latin typeface="+mn-lt"/>
          <a:ea typeface="+mn-ea"/>
          <a:cs typeface="+mn-cs"/>
        </a:defRPr>
      </a:lvl1pPr>
      <a:lvl2pPr marL="171446" indent="-171446" algn="l" defTabSz="914377" rtl="0" eaLnBrk="1" latinLnBrk="0" hangingPunct="1">
        <a:lnSpc>
          <a:spcPct val="110000"/>
        </a:lnSpc>
        <a:spcBef>
          <a:spcPts val="600"/>
        </a:spcBef>
        <a:buFont typeface="+mn-lt" panose="020B0604020202020204" pitchFamily="34" charset="0"/>
        <a:buChar char="•"/>
        <a:tabLst/>
        <a:defRPr sz="1400" kern="1200">
          <a:solidFill>
            <a:schemeClr val="tx1"/>
          </a:solidFill>
          <a:latin typeface="+mn-lt"/>
          <a:ea typeface="+mn-ea"/>
          <a:cs typeface="+mn-cs"/>
        </a:defRPr>
      </a:lvl2pPr>
      <a:lvl3pPr marL="342891" indent="-171446" algn="l" defTabSz="914377" rtl="0" eaLnBrk="1" latinLnBrk="0" hangingPunct="1">
        <a:lnSpc>
          <a:spcPct val="110000"/>
        </a:lnSpc>
        <a:spcBef>
          <a:spcPts val="600"/>
        </a:spcBef>
        <a:buFont typeface="+mn-lt"/>
        <a:buChar char="–"/>
        <a:tabLst/>
        <a:defRPr sz="1400" kern="1200">
          <a:solidFill>
            <a:schemeClr val="tx1"/>
          </a:solidFill>
          <a:latin typeface="+mn-lt"/>
          <a:ea typeface="+mn-ea"/>
          <a:cs typeface="+mn-cs"/>
        </a:defRPr>
      </a:lvl3pPr>
      <a:lvl4pPr marL="521195" indent="-173732" algn="l" defTabSz="914377" rtl="0" eaLnBrk="1" latinLnBrk="0" hangingPunct="1">
        <a:lnSpc>
          <a:spcPct val="110000"/>
        </a:lnSpc>
        <a:spcBef>
          <a:spcPts val="600"/>
        </a:spcBef>
        <a:buFont typeface="+mn-lt" panose="020B0604020202020204" pitchFamily="34" charset="0"/>
        <a:buChar char="•"/>
        <a:defRPr sz="1400" kern="1200">
          <a:solidFill>
            <a:schemeClr val="tx1"/>
          </a:solidFill>
          <a:latin typeface="+mn-lt"/>
          <a:ea typeface="+mn-ea"/>
          <a:cs typeface="+mn-cs"/>
        </a:defRPr>
      </a:lvl4pPr>
      <a:lvl5pPr marL="694927" indent="-173732" algn="l" defTabSz="914377" rtl="0" eaLnBrk="1" latinLnBrk="0" hangingPunct="1">
        <a:lnSpc>
          <a:spcPct val="110000"/>
        </a:lnSpc>
        <a:spcBef>
          <a:spcPts val="600"/>
        </a:spcBef>
        <a:buFont typeface="+mn-lt"/>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9">
          <p15:clr>
            <a:srgbClr val="F26B43"/>
          </p15:clr>
        </p15:guide>
        <p15:guide id="2" pos="3763">
          <p15:clr>
            <a:srgbClr val="F26B43"/>
          </p15:clr>
        </p15:guide>
        <p15:guide id="3" pos="3917">
          <p15:clr>
            <a:srgbClr val="F26B43"/>
          </p15:clr>
        </p15:guide>
        <p15:guide id="4" pos="7363">
          <p15:clr>
            <a:srgbClr val="F26B43"/>
          </p15:clr>
        </p15:guide>
        <p15:guide id="5" orient="horz" pos="270">
          <p15:clr>
            <a:srgbClr val="F26B43"/>
          </p15:clr>
        </p15:guide>
        <p15:guide id="6" orient="horz" pos="540">
          <p15:clr>
            <a:srgbClr val="F26B43"/>
          </p15:clr>
        </p15:guide>
        <p15:guide id="7" orient="horz" pos="810">
          <p15:clr>
            <a:srgbClr val="F26B43"/>
          </p15:clr>
        </p15:guide>
        <p15:guide id="8" orient="horz" pos="1080">
          <p15:clr>
            <a:srgbClr val="F26B43"/>
          </p15:clr>
        </p15:guide>
        <p15:guide id="9" orient="horz" pos="1350">
          <p15:clr>
            <a:srgbClr val="F26B43"/>
          </p15:clr>
        </p15:guide>
        <p15:guide id="10" orient="horz" pos="1620">
          <p15:clr>
            <a:srgbClr val="F26B43"/>
          </p15:clr>
        </p15:guide>
        <p15:guide id="11" orient="horz" pos="1890">
          <p15:clr>
            <a:srgbClr val="F26B43"/>
          </p15:clr>
        </p15:guide>
        <p15:guide id="12" orient="horz" pos="2160">
          <p15:clr>
            <a:srgbClr val="F26B43"/>
          </p15:clr>
        </p15:guide>
        <p15:guide id="13" orient="horz" pos="2430">
          <p15:clr>
            <a:srgbClr val="F26B43"/>
          </p15:clr>
        </p15:guide>
        <p15:guide id="14" orient="horz" pos="2700">
          <p15:clr>
            <a:srgbClr val="F26B43"/>
          </p15:clr>
        </p15:guide>
        <p15:guide id="15" orient="horz" pos="2970">
          <p15:clr>
            <a:srgbClr val="F26B43"/>
          </p15:clr>
        </p15:guide>
        <p15:guide id="16" orient="horz" pos="3240">
          <p15:clr>
            <a:srgbClr val="F26B43"/>
          </p15:clr>
        </p15:guide>
        <p15:guide id="17" orient="horz" pos="3510">
          <p15:clr>
            <a:srgbClr val="F26B43"/>
          </p15:clr>
        </p15:guide>
        <p15:guide id="18" orient="horz" pos="3780">
          <p15:clr>
            <a:srgbClr val="F26B43"/>
          </p15:clr>
        </p15:guide>
        <p15:guide id="19" orient="horz" pos="4050">
          <p15:clr>
            <a:srgbClr val="F26B43"/>
          </p15:clr>
        </p15:guide>
        <p15:guide id="20" pos="2863">
          <p15:clr>
            <a:srgbClr val="F26B43"/>
          </p15:clr>
        </p15:guide>
        <p15:guide id="21" pos="3017">
          <p15:clr>
            <a:srgbClr val="F26B43"/>
          </p15:clr>
        </p15:guide>
        <p15:guide id="22" pos="1963">
          <p15:clr>
            <a:srgbClr val="F26B43"/>
          </p15:clr>
        </p15:guide>
        <p15:guide id="23" pos="2119">
          <p15:clr>
            <a:srgbClr val="F26B43"/>
          </p15:clr>
        </p15:guide>
        <p15:guide id="24" pos="1063">
          <p15:clr>
            <a:srgbClr val="F26B43"/>
          </p15:clr>
        </p15:guide>
        <p15:guide id="25" pos="1219">
          <p15:clr>
            <a:srgbClr val="F26B43"/>
          </p15:clr>
        </p15:guide>
        <p15:guide id="26" pos="6463">
          <p15:clr>
            <a:srgbClr val="F26B43"/>
          </p15:clr>
        </p15:guide>
        <p15:guide id="27" pos="6619">
          <p15:clr>
            <a:srgbClr val="F26B43"/>
          </p15:clr>
        </p15:guide>
        <p15:guide id="28" pos="5563">
          <p15:clr>
            <a:srgbClr val="F26B43"/>
          </p15:clr>
        </p15:guide>
        <p15:guide id="29" pos="5719">
          <p15:clr>
            <a:srgbClr val="F26B43"/>
          </p15:clr>
        </p15:guide>
        <p15:guide id="30" pos="4663">
          <p15:clr>
            <a:srgbClr val="F26B43"/>
          </p15:clr>
        </p15:guide>
        <p15:guide id="31" pos="4819">
          <p15:clr>
            <a:srgbClr val="F26B43"/>
          </p15:clr>
        </p15:guide>
        <p15:guide id="32" orient="horz" pos="4217">
          <p15:clr>
            <a:srgbClr val="FDE53C"/>
          </p15:clr>
        </p15:guide>
        <p15:guide id="33" orient="horz" pos="4152">
          <p15:clr>
            <a:srgbClr val="FDE53C"/>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4"/>
        <p:cNvGrpSpPr/>
        <p:nvPr/>
      </p:nvGrpSpPr>
      <p:grpSpPr>
        <a:xfrm>
          <a:off x="0" y="0"/>
          <a:ext cx="0" cy="0"/>
          <a:chOff x="0" y="0"/>
          <a:chExt cx="0" cy="0"/>
        </a:xfrm>
      </p:grpSpPr>
      <p:sp>
        <p:nvSpPr>
          <p:cNvPr id="295" name="Google Shape;295;p35"/>
          <p:cNvSpPr txBox="1">
            <a:spLocks noGrp="1"/>
          </p:cNvSpPr>
          <p:nvPr>
            <p:ph type="title"/>
          </p:nvPr>
        </p:nvSpPr>
        <p:spPr>
          <a:xfrm>
            <a:off x="504825" y="310896"/>
            <a:ext cx="11184000" cy="8228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296" name="Google Shape;296;p35"/>
          <p:cNvSpPr txBox="1">
            <a:spLocks noGrp="1"/>
          </p:cNvSpPr>
          <p:nvPr>
            <p:ph type="body" idx="1"/>
          </p:nvPr>
        </p:nvSpPr>
        <p:spPr>
          <a:xfrm>
            <a:off x="504825" y="1828800"/>
            <a:ext cx="11184000" cy="4172000"/>
          </a:xfrm>
          <a:prstGeom prst="rect">
            <a:avLst/>
          </a:prstGeom>
          <a:noFill/>
          <a:ln>
            <a:noFill/>
          </a:ln>
        </p:spPr>
        <p:txBody>
          <a:bodyPr spcFirstLastPara="1" wrap="square" lIns="0" tIns="0" rIns="0" bIns="0" anchor="t" anchorCtr="0">
            <a:noAutofit/>
          </a:bodyPr>
          <a:lstStyle>
            <a:lvl1pPr marL="457200" marR="0" lvl="0" indent="-228600" algn="l" rtl="0">
              <a:lnSpc>
                <a:spcPct val="110000"/>
              </a:lnSpc>
              <a:spcBef>
                <a:spcPts val="5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98450" algn="l" rtl="0">
              <a:lnSpc>
                <a:spcPct val="11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110000"/>
              </a:lnSpc>
              <a:spcBef>
                <a:spcPts val="500"/>
              </a:spcBef>
              <a:spcAft>
                <a:spcPts val="0"/>
              </a:spcAft>
              <a:buClr>
                <a:schemeClr val="dk1"/>
              </a:buClr>
              <a:buSzPts val="1100"/>
              <a:buFont typeface="NTR"/>
              <a:buChar char="–"/>
              <a:defRPr sz="1100" b="0" i="0" u="none" strike="noStrike" cap="none">
                <a:solidFill>
                  <a:schemeClr val="dk1"/>
                </a:solidFill>
                <a:latin typeface="Arial"/>
                <a:ea typeface="Arial"/>
                <a:cs typeface="Arial"/>
                <a:sym typeface="Arial"/>
              </a:defRPr>
            </a:lvl3pPr>
            <a:lvl4pPr marL="1828800" marR="0" lvl="3" indent="-298450" algn="l" rtl="0">
              <a:lnSpc>
                <a:spcPct val="11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10000"/>
              </a:lnSpc>
              <a:spcBef>
                <a:spcPts val="500"/>
              </a:spcBef>
              <a:spcAft>
                <a:spcPts val="0"/>
              </a:spcAft>
              <a:buClr>
                <a:schemeClr val="dk1"/>
              </a:buClr>
              <a:buSzPts val="1100"/>
              <a:buFont typeface="NTR"/>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97" name="Google Shape;297;p35"/>
          <p:cNvSpPr txBox="1"/>
          <p:nvPr/>
        </p:nvSpPr>
        <p:spPr>
          <a:xfrm>
            <a:off x="10120916" y="6563831"/>
            <a:ext cx="141200" cy="28713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933" b="0" i="0" u="none" strike="noStrike" cap="none">
                <a:solidFill>
                  <a:schemeClr val="dk2"/>
                </a:solidFill>
                <a:latin typeface="Arial"/>
                <a:ea typeface="Arial"/>
                <a:cs typeface="Arial"/>
                <a:sym typeface="Arial"/>
              </a:rPr>
              <a:pPr marL="0" marR="0" lvl="0" indent="0" algn="r" rtl="0">
                <a:lnSpc>
                  <a:spcPct val="100000"/>
                </a:lnSpc>
                <a:spcBef>
                  <a:spcPts val="0"/>
                </a:spcBef>
                <a:spcAft>
                  <a:spcPts val="0"/>
                </a:spcAft>
                <a:buClr>
                  <a:srgbClr val="000000"/>
                </a:buClr>
                <a:buSzPts val="700"/>
                <a:buFont typeface="Arial"/>
                <a:buNone/>
              </a:pPr>
              <a:t>‹#›</a:t>
            </a:fld>
            <a:endParaRPr sz="933" b="0" i="0" u="none" strike="noStrike" cap="none">
              <a:solidFill>
                <a:schemeClr val="dk2"/>
              </a:solidFill>
              <a:latin typeface="Arial"/>
              <a:ea typeface="Arial"/>
              <a:cs typeface="Arial"/>
              <a:sym typeface="Arial"/>
            </a:endParaRPr>
          </a:p>
        </p:txBody>
      </p:sp>
      <p:pic>
        <p:nvPicPr>
          <p:cNvPr id="298" name="Google Shape;298;p35" descr="A blue text on a black background&#10;&#10;Description automatically generated"/>
          <p:cNvPicPr preferRelativeResize="0"/>
          <p:nvPr/>
        </p:nvPicPr>
        <p:blipFill rotWithShape="1">
          <a:blip r:embed="rId4">
            <a:alphaModFix/>
          </a:blip>
          <a:srcRect/>
          <a:stretch/>
        </p:blipFill>
        <p:spPr>
          <a:xfrm>
            <a:off x="10676796" y="6565931"/>
            <a:ext cx="1007675" cy="154800"/>
          </a:xfrm>
          <a:prstGeom prst="rect">
            <a:avLst/>
          </a:prstGeom>
          <a:noFill/>
          <a:ln>
            <a:noFill/>
          </a:ln>
        </p:spPr>
      </p:pic>
    </p:spTree>
    <p:extLst>
      <p:ext uri="{BB962C8B-B14F-4D97-AF65-F5344CB8AC3E}">
        <p14:creationId xmlns:p14="http://schemas.microsoft.com/office/powerpoint/2010/main" val="2400292656"/>
      </p:ext>
    </p:extLst>
  </p:cSld>
  <p:clrMap bg1="lt1" tx1="dk1" bg2="dk2" tx2="lt2" accent1="accent1" accent2="accent2" accent3="accent3" accent4="accent4" accent5="accent5" accent6="accent6" hlink="hlink" folHlink="folHlink"/>
  <p:sldLayoutIdLst>
    <p:sldLayoutId id="2147483911" r:id="rId1"/>
    <p:sldLayoutId id="2147483942"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19">
          <p15:clr>
            <a:srgbClr val="F26B43"/>
          </p15:clr>
        </p15:guide>
        <p15:guide id="2" pos="3761">
          <p15:clr>
            <a:srgbClr val="F26B43"/>
          </p15:clr>
        </p15:guide>
        <p15:guide id="3" pos="3917">
          <p15:clr>
            <a:srgbClr val="F26B43"/>
          </p15:clr>
        </p15:guide>
        <p15:guide id="4" pos="7363">
          <p15:clr>
            <a:srgbClr val="F26B43"/>
          </p15:clr>
        </p15:guide>
        <p15:guide id="5" orient="horz" pos="271">
          <p15:clr>
            <a:srgbClr val="F26B43"/>
          </p15:clr>
        </p15:guide>
        <p15:guide id="6" orient="horz" pos="540">
          <p15:clr>
            <a:srgbClr val="F26B43"/>
          </p15:clr>
        </p15:guide>
        <p15:guide id="7" orient="horz" pos="809">
          <p15:clr>
            <a:srgbClr val="F26B43"/>
          </p15:clr>
        </p15:guide>
        <p15:guide id="8" orient="horz" pos="1080">
          <p15:clr>
            <a:srgbClr val="F26B43"/>
          </p15:clr>
        </p15:guide>
        <p15:guide id="9" orient="horz" pos="1351">
          <p15:clr>
            <a:srgbClr val="F26B43"/>
          </p15:clr>
        </p15:guide>
        <p15:guide id="10" orient="horz" pos="1620">
          <p15:clr>
            <a:srgbClr val="F26B43"/>
          </p15:clr>
        </p15:guide>
        <p15:guide id="11" orient="horz" pos="1889">
          <p15:clr>
            <a:srgbClr val="F26B43"/>
          </p15:clr>
        </p15:guide>
        <p15:guide id="12" orient="horz" pos="2160">
          <p15:clr>
            <a:srgbClr val="F26B43"/>
          </p15:clr>
        </p15:guide>
        <p15:guide id="13" orient="horz" pos="2431">
          <p15:clr>
            <a:srgbClr val="F26B43"/>
          </p15:clr>
        </p15:guide>
        <p15:guide id="14" orient="horz" pos="2700">
          <p15:clr>
            <a:srgbClr val="F26B43"/>
          </p15:clr>
        </p15:guide>
        <p15:guide id="15" orient="horz" pos="2969">
          <p15:clr>
            <a:srgbClr val="F26B43"/>
          </p15:clr>
        </p15:guide>
        <p15:guide id="16" orient="horz" pos="3240">
          <p15:clr>
            <a:srgbClr val="F26B43"/>
          </p15:clr>
        </p15:guide>
        <p15:guide id="17" orient="horz" pos="3511">
          <p15:clr>
            <a:srgbClr val="F26B43"/>
          </p15:clr>
        </p15:guide>
        <p15:guide id="18" orient="horz" pos="3780">
          <p15:clr>
            <a:srgbClr val="F26B43"/>
          </p15:clr>
        </p15:guide>
        <p15:guide id="19" orient="horz" pos="4049">
          <p15:clr>
            <a:srgbClr val="F26B43"/>
          </p15:clr>
        </p15:guide>
        <p15:guide id="20" pos="2863">
          <p15:clr>
            <a:srgbClr val="F26B43"/>
          </p15:clr>
        </p15:guide>
        <p15:guide id="21" pos="3017">
          <p15:clr>
            <a:srgbClr val="F26B43"/>
          </p15:clr>
        </p15:guide>
        <p15:guide id="22" pos="1961">
          <p15:clr>
            <a:srgbClr val="F26B43"/>
          </p15:clr>
        </p15:guide>
        <p15:guide id="23" pos="2119">
          <p15:clr>
            <a:srgbClr val="F26B43"/>
          </p15:clr>
        </p15:guide>
        <p15:guide id="24" pos="1063">
          <p15:clr>
            <a:srgbClr val="F26B43"/>
          </p15:clr>
        </p15:guide>
        <p15:guide id="25" pos="1217">
          <p15:clr>
            <a:srgbClr val="F26B43"/>
          </p15:clr>
        </p15:guide>
        <p15:guide id="26" pos="6463">
          <p15:clr>
            <a:srgbClr val="F26B43"/>
          </p15:clr>
        </p15:guide>
        <p15:guide id="27" pos="6617">
          <p15:clr>
            <a:srgbClr val="F26B43"/>
          </p15:clr>
        </p15:guide>
        <p15:guide id="28" pos="5561">
          <p15:clr>
            <a:srgbClr val="F26B43"/>
          </p15:clr>
        </p15:guide>
        <p15:guide id="29" pos="5719">
          <p15:clr>
            <a:srgbClr val="F26B43"/>
          </p15:clr>
        </p15:guide>
        <p15:guide id="30" pos="4663">
          <p15:clr>
            <a:srgbClr val="F26B43"/>
          </p15:clr>
        </p15:guide>
        <p15:guide id="31" pos="4817">
          <p15:clr>
            <a:srgbClr val="F26B43"/>
          </p15:clr>
        </p15:guide>
        <p15:guide id="32" orient="horz" pos="4217">
          <p15:clr>
            <a:srgbClr val="FDE53C"/>
          </p15:clr>
        </p15:guide>
        <p15:guide id="33" orient="horz" pos="4152">
          <p15:clr>
            <a:srgbClr val="FDE53C"/>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992509C-1CBB-E273-DA2A-80DA3150C6D5}"/>
              </a:ext>
            </a:extLst>
          </p:cNvPr>
          <p:cNvSpPr>
            <a:spLocks noGrp="1"/>
          </p:cNvSpPr>
          <p:nvPr>
            <p:ph type="ftr" sz="quarter" idx="3"/>
          </p:nvPr>
        </p:nvSpPr>
        <p:spPr>
          <a:xfrm>
            <a:off x="3279861" y="6572109"/>
            <a:ext cx="4114800" cy="138499"/>
          </a:xfrm>
          <a:prstGeom prst="rect">
            <a:avLst/>
          </a:prstGeom>
        </p:spPr>
        <p:txBody>
          <a:bodyPr vert="horz" lIns="0" tIns="0" rIns="0" bIns="0" rtlCol="0" anchor="ctr">
            <a:noAutofit/>
          </a:bodyPr>
          <a:lstStyle>
            <a:lvl1pPr algn="l">
              <a:defRPr sz="900">
                <a:solidFill>
                  <a:schemeClr val="tx1"/>
                </a:solidFill>
              </a:defRPr>
            </a:lvl1pPr>
          </a:lstStyle>
          <a:p>
            <a:r>
              <a:rPr lang="en-US"/>
              <a:t>XXXXXXX.X.X.GBL.INST</a:t>
            </a:r>
          </a:p>
        </p:txBody>
      </p:sp>
      <p:sp>
        <p:nvSpPr>
          <p:cNvPr id="2" name="Title Placeholder 1">
            <a:extLst>
              <a:ext uri="{FF2B5EF4-FFF2-40B4-BE49-F238E27FC236}">
                <a16:creationId xmlns:a16="http://schemas.microsoft.com/office/drawing/2014/main" id="{1A95A11E-F5BD-4E48-A183-51D5EF4D7A6F}"/>
              </a:ext>
            </a:extLst>
          </p:cNvPr>
          <p:cNvSpPr>
            <a:spLocks noGrp="1"/>
          </p:cNvSpPr>
          <p:nvPr>
            <p:ph type="title"/>
          </p:nvPr>
        </p:nvSpPr>
        <p:spPr>
          <a:xfrm>
            <a:off x="504825" y="310896"/>
            <a:ext cx="11183939" cy="82296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04DEA14-641F-497C-84EB-CE8ABEC5555F}"/>
              </a:ext>
            </a:extLst>
          </p:cNvPr>
          <p:cNvSpPr>
            <a:spLocks noGrp="1"/>
          </p:cNvSpPr>
          <p:nvPr>
            <p:ph type="body" idx="1"/>
          </p:nvPr>
        </p:nvSpPr>
        <p:spPr>
          <a:xfrm>
            <a:off x="504825" y="1828800"/>
            <a:ext cx="11183939" cy="41719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Box 4">
            <a:extLst>
              <a:ext uri="{FF2B5EF4-FFF2-40B4-BE49-F238E27FC236}">
                <a16:creationId xmlns:a16="http://schemas.microsoft.com/office/drawing/2014/main" id="{3D93AA8F-F298-8F83-2415-A665ED637F24}"/>
              </a:ext>
            </a:extLst>
          </p:cNvPr>
          <p:cNvSpPr txBox="1"/>
          <p:nvPr/>
        </p:nvSpPr>
        <p:spPr>
          <a:xfrm>
            <a:off x="10106489" y="6563836"/>
            <a:ext cx="155491" cy="138499"/>
          </a:xfrm>
          <a:prstGeom prst="rect">
            <a:avLst/>
          </a:prstGeom>
          <a:noFill/>
        </p:spPr>
        <p:txBody>
          <a:bodyPr wrap="none" lIns="0" tIns="0" rIns="0" bIns="0" rtlCol="0">
            <a:spAutoFit/>
          </a:bodyPr>
          <a:lstStyle/>
          <a:p>
            <a:pPr algn="r"/>
            <a:fld id="{627B11B2-3B2D-8848-95F6-ADFAED3F11BF}" type="slidenum">
              <a:rPr lang="en-US" sz="900" smtClean="0">
                <a:solidFill>
                  <a:schemeClr val="tx2"/>
                </a:solidFill>
              </a:rPr>
              <a:pPr algn="r"/>
              <a:t>‹#›</a:t>
            </a:fld>
            <a:endParaRPr lang="en-US" sz="900">
              <a:solidFill>
                <a:schemeClr val="tx2"/>
              </a:solidFill>
            </a:endParaRPr>
          </a:p>
        </p:txBody>
      </p:sp>
      <p:pic>
        <p:nvPicPr>
          <p:cNvPr id="7" name="Graphic 6">
            <a:extLst>
              <a:ext uri="{FF2B5EF4-FFF2-40B4-BE49-F238E27FC236}">
                <a16:creationId xmlns:a16="http://schemas.microsoft.com/office/drawing/2014/main" id="{1B259ED6-63D5-D4FF-2B9F-44A35D7E3A78}"/>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0671043" y="6565931"/>
            <a:ext cx="1017720" cy="155448"/>
          </a:xfrm>
          <a:prstGeom prst="rect">
            <a:avLst/>
          </a:prstGeom>
        </p:spPr>
      </p:pic>
      <p:sp>
        <p:nvSpPr>
          <p:cNvPr id="15" name="fl" descr="Information Classification: Limited Access">
            <a:extLst>
              <a:ext uri="{FF2B5EF4-FFF2-40B4-BE49-F238E27FC236}">
                <a16:creationId xmlns:a16="http://schemas.microsoft.com/office/drawing/2014/main" id="{A14C95D6-25E6-2818-3D00-8E9DE4EBE396}"/>
              </a:ext>
            </a:extLst>
          </p:cNvPr>
          <p:cNvSpPr txBox="1"/>
          <p:nvPr userDrawn="1"/>
        </p:nvSpPr>
        <p:spPr>
          <a:xfrm>
            <a:off x="0" y="6530340"/>
            <a:ext cx="12192000" cy="230832"/>
          </a:xfrm>
          <a:prstGeom prst="rect">
            <a:avLst/>
          </a:prstGeom>
          <a:noFill/>
        </p:spPr>
        <p:txBody>
          <a:bodyPr vert="horz" rtlCol="0">
            <a:spAutoFit/>
          </a:bodyPr>
          <a:lstStyle/>
          <a:p>
            <a:pPr algn="l"/>
            <a:r>
              <a:rPr lang="en-US" sz="900" b="0" i="0" u="none" baseline="0">
                <a:solidFill>
                  <a:srgbClr val="000000"/>
                </a:solidFill>
                <a:latin typeface="Arial" panose="020B0604020202020204" pitchFamily="34" charset="0"/>
              </a:rPr>
              <a:t>Information Classification: Limited Access</a:t>
            </a:r>
          </a:p>
        </p:txBody>
      </p:sp>
      <p:sp>
        <p:nvSpPr>
          <p:cNvPr id="6" name="TextBox 5">
            <a:extLst>
              <a:ext uri="{FF2B5EF4-FFF2-40B4-BE49-F238E27FC236}">
                <a16:creationId xmlns:a16="http://schemas.microsoft.com/office/drawing/2014/main" id="{15FB12E0-1380-67D9-AF3D-2892BFF44E85}"/>
              </a:ext>
            </a:extLst>
          </p:cNvPr>
          <p:cNvSpPr txBox="1"/>
          <p:nvPr userDrawn="1">
            <p:extLst>
              <p:ext uri="{1162E1C5-73C7-4A58-AE30-91384D911F3F}">
                <p184:classification xmlns:p184="http://schemas.microsoft.com/office/powerpoint/2018/4/main" val="ftr"/>
              </p:ext>
            </p:extLst>
          </p:nvPr>
        </p:nvSpPr>
        <p:spPr>
          <a:xfrm>
            <a:off x="63500" y="6642100"/>
            <a:ext cx="2160588"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Information Classification: Limited Access</a:t>
            </a:r>
          </a:p>
        </p:txBody>
      </p:sp>
    </p:spTree>
    <p:extLst>
      <p:ext uri="{BB962C8B-B14F-4D97-AF65-F5344CB8AC3E}">
        <p14:creationId xmlns:p14="http://schemas.microsoft.com/office/powerpoint/2010/main" val="1786861980"/>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 id="2147483926" r:id="rId14"/>
    <p:sldLayoutId id="2147483927" r:id="rId15"/>
    <p:sldLayoutId id="2147483928" r:id="rId16"/>
    <p:sldLayoutId id="2147483929" r:id="rId17"/>
    <p:sldLayoutId id="2147483930" r:id="rId18"/>
    <p:sldLayoutId id="2147483931" r:id="rId19"/>
    <p:sldLayoutId id="2147483932" r:id="rId20"/>
    <p:sldLayoutId id="2147483933" r:id="rId21"/>
    <p:sldLayoutId id="2147483934" r:id="rId22"/>
    <p:sldLayoutId id="2147483935" r:id="rId23"/>
    <p:sldLayoutId id="2147483936" r:id="rId24"/>
    <p:sldLayoutId id="2147483937" r:id="rId25"/>
    <p:sldLayoutId id="2147483938" r:id="rId26"/>
    <p:sldLayoutId id="2147483939" r:id="rId27"/>
    <p:sldLayoutId id="2147483940" r:id="rId28"/>
    <p:sldLayoutId id="2147483941"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377"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377" rtl="0" eaLnBrk="1" latinLnBrk="0" hangingPunct="1">
        <a:lnSpc>
          <a:spcPct val="110000"/>
        </a:lnSpc>
        <a:spcBef>
          <a:spcPts val="600"/>
        </a:spcBef>
        <a:buFont typeface="+mn-lt" panose="020B0604020202020204" pitchFamily="34" charset="0"/>
        <a:buNone/>
        <a:defRPr sz="1400" b="0" kern="1200">
          <a:solidFill>
            <a:schemeClr val="tx1"/>
          </a:solidFill>
          <a:latin typeface="+mn-lt"/>
          <a:ea typeface="+mn-ea"/>
          <a:cs typeface="+mn-cs"/>
        </a:defRPr>
      </a:lvl1pPr>
      <a:lvl2pPr marL="171446" indent="-171446" algn="l" defTabSz="914377" rtl="0" eaLnBrk="1" latinLnBrk="0" hangingPunct="1">
        <a:lnSpc>
          <a:spcPct val="110000"/>
        </a:lnSpc>
        <a:spcBef>
          <a:spcPts val="600"/>
        </a:spcBef>
        <a:buFont typeface="+mn-lt" panose="020B0604020202020204" pitchFamily="34" charset="0"/>
        <a:buChar char="•"/>
        <a:tabLst/>
        <a:defRPr sz="1400" kern="1200">
          <a:solidFill>
            <a:schemeClr val="tx1"/>
          </a:solidFill>
          <a:latin typeface="+mn-lt"/>
          <a:ea typeface="+mn-ea"/>
          <a:cs typeface="+mn-cs"/>
        </a:defRPr>
      </a:lvl2pPr>
      <a:lvl3pPr marL="342891" indent="-171446" algn="l" defTabSz="914377" rtl="0" eaLnBrk="1" latinLnBrk="0" hangingPunct="1">
        <a:lnSpc>
          <a:spcPct val="110000"/>
        </a:lnSpc>
        <a:spcBef>
          <a:spcPts val="600"/>
        </a:spcBef>
        <a:buFont typeface="+mn-lt"/>
        <a:buChar char="–"/>
        <a:tabLst/>
        <a:defRPr sz="1400" kern="1200">
          <a:solidFill>
            <a:schemeClr val="tx1"/>
          </a:solidFill>
          <a:latin typeface="+mn-lt"/>
          <a:ea typeface="+mn-ea"/>
          <a:cs typeface="+mn-cs"/>
        </a:defRPr>
      </a:lvl3pPr>
      <a:lvl4pPr marL="521195" indent="-173732" algn="l" defTabSz="914377" rtl="0" eaLnBrk="1" latinLnBrk="0" hangingPunct="1">
        <a:lnSpc>
          <a:spcPct val="110000"/>
        </a:lnSpc>
        <a:spcBef>
          <a:spcPts val="600"/>
        </a:spcBef>
        <a:buFont typeface="+mn-lt" panose="020B0604020202020204" pitchFamily="34" charset="0"/>
        <a:buChar char="•"/>
        <a:defRPr sz="1400" kern="1200">
          <a:solidFill>
            <a:schemeClr val="tx1"/>
          </a:solidFill>
          <a:latin typeface="+mn-lt"/>
          <a:ea typeface="+mn-ea"/>
          <a:cs typeface="+mn-cs"/>
        </a:defRPr>
      </a:lvl4pPr>
      <a:lvl5pPr marL="694927" indent="-173732" algn="l" defTabSz="914377" rtl="0" eaLnBrk="1" latinLnBrk="0" hangingPunct="1">
        <a:lnSpc>
          <a:spcPct val="110000"/>
        </a:lnSpc>
        <a:spcBef>
          <a:spcPts val="600"/>
        </a:spcBef>
        <a:buFont typeface="+mn-lt"/>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9">
          <p15:clr>
            <a:srgbClr val="F26B43"/>
          </p15:clr>
        </p15:guide>
        <p15:guide id="2" pos="3763">
          <p15:clr>
            <a:srgbClr val="F26B43"/>
          </p15:clr>
        </p15:guide>
        <p15:guide id="3" pos="3917">
          <p15:clr>
            <a:srgbClr val="F26B43"/>
          </p15:clr>
        </p15:guide>
        <p15:guide id="4" pos="7363">
          <p15:clr>
            <a:srgbClr val="F26B43"/>
          </p15:clr>
        </p15:guide>
        <p15:guide id="5" orient="horz" pos="270">
          <p15:clr>
            <a:srgbClr val="F26B43"/>
          </p15:clr>
        </p15:guide>
        <p15:guide id="6" orient="horz" pos="540">
          <p15:clr>
            <a:srgbClr val="F26B43"/>
          </p15:clr>
        </p15:guide>
        <p15:guide id="7" orient="horz" pos="810">
          <p15:clr>
            <a:srgbClr val="F26B43"/>
          </p15:clr>
        </p15:guide>
        <p15:guide id="8" orient="horz" pos="1080">
          <p15:clr>
            <a:srgbClr val="F26B43"/>
          </p15:clr>
        </p15:guide>
        <p15:guide id="9" orient="horz" pos="1350">
          <p15:clr>
            <a:srgbClr val="F26B43"/>
          </p15:clr>
        </p15:guide>
        <p15:guide id="10" orient="horz" pos="1620">
          <p15:clr>
            <a:srgbClr val="F26B43"/>
          </p15:clr>
        </p15:guide>
        <p15:guide id="11" orient="horz" pos="1890">
          <p15:clr>
            <a:srgbClr val="F26B43"/>
          </p15:clr>
        </p15:guide>
        <p15:guide id="12" orient="horz" pos="2160">
          <p15:clr>
            <a:srgbClr val="F26B43"/>
          </p15:clr>
        </p15:guide>
        <p15:guide id="13" orient="horz" pos="2430">
          <p15:clr>
            <a:srgbClr val="F26B43"/>
          </p15:clr>
        </p15:guide>
        <p15:guide id="14" orient="horz" pos="2700">
          <p15:clr>
            <a:srgbClr val="F26B43"/>
          </p15:clr>
        </p15:guide>
        <p15:guide id="15" orient="horz" pos="2970">
          <p15:clr>
            <a:srgbClr val="F26B43"/>
          </p15:clr>
        </p15:guide>
        <p15:guide id="16" orient="horz" pos="3240">
          <p15:clr>
            <a:srgbClr val="F26B43"/>
          </p15:clr>
        </p15:guide>
        <p15:guide id="17" orient="horz" pos="3510">
          <p15:clr>
            <a:srgbClr val="F26B43"/>
          </p15:clr>
        </p15:guide>
        <p15:guide id="18" orient="horz" pos="3780">
          <p15:clr>
            <a:srgbClr val="F26B43"/>
          </p15:clr>
        </p15:guide>
        <p15:guide id="19" orient="horz" pos="4050">
          <p15:clr>
            <a:srgbClr val="F26B43"/>
          </p15:clr>
        </p15:guide>
        <p15:guide id="20" pos="2863">
          <p15:clr>
            <a:srgbClr val="F26B43"/>
          </p15:clr>
        </p15:guide>
        <p15:guide id="21" pos="3017">
          <p15:clr>
            <a:srgbClr val="F26B43"/>
          </p15:clr>
        </p15:guide>
        <p15:guide id="22" pos="1963">
          <p15:clr>
            <a:srgbClr val="F26B43"/>
          </p15:clr>
        </p15:guide>
        <p15:guide id="23" pos="2119">
          <p15:clr>
            <a:srgbClr val="F26B43"/>
          </p15:clr>
        </p15:guide>
        <p15:guide id="24" pos="1063">
          <p15:clr>
            <a:srgbClr val="F26B43"/>
          </p15:clr>
        </p15:guide>
        <p15:guide id="25" pos="1219">
          <p15:clr>
            <a:srgbClr val="F26B43"/>
          </p15:clr>
        </p15:guide>
        <p15:guide id="26" pos="6463">
          <p15:clr>
            <a:srgbClr val="F26B43"/>
          </p15:clr>
        </p15:guide>
        <p15:guide id="27" pos="6619">
          <p15:clr>
            <a:srgbClr val="F26B43"/>
          </p15:clr>
        </p15:guide>
        <p15:guide id="28" pos="5563">
          <p15:clr>
            <a:srgbClr val="F26B43"/>
          </p15:clr>
        </p15:guide>
        <p15:guide id="29" pos="5719">
          <p15:clr>
            <a:srgbClr val="F26B43"/>
          </p15:clr>
        </p15:guide>
        <p15:guide id="30" pos="4663">
          <p15:clr>
            <a:srgbClr val="F26B43"/>
          </p15:clr>
        </p15:guide>
        <p15:guide id="31" pos="4819">
          <p15:clr>
            <a:srgbClr val="F26B43"/>
          </p15:clr>
        </p15:guide>
        <p15:guide id="32" orient="horz" pos="4217">
          <p15:clr>
            <a:srgbClr val="FDE53C"/>
          </p15:clr>
        </p15:guide>
        <p15:guide id="33" orient="horz" pos="4152">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xml"/><Relationship Id="rId1" Type="http://schemas.openxmlformats.org/officeDocument/2006/relationships/slideLayout" Target="../slideLayouts/slideLayout80.xml"/><Relationship Id="rId4" Type="http://schemas.openxmlformats.org/officeDocument/2006/relationships/image" Target="../media/image23.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svg"/><Relationship Id="rId2" Type="http://schemas.openxmlformats.org/officeDocument/2006/relationships/notesSlide" Target="../notesSlides/notesSlide3.xml"/><Relationship Id="rId1" Type="http://schemas.openxmlformats.org/officeDocument/2006/relationships/slideLayout" Target="../slideLayouts/slideLayout177.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6.svg"/><Relationship Id="rId2" Type="http://schemas.openxmlformats.org/officeDocument/2006/relationships/notesSlide" Target="../notesSlides/notesSlide4.xml"/><Relationship Id="rId1" Type="http://schemas.openxmlformats.org/officeDocument/2006/relationships/slideLayout" Target="../slideLayouts/slideLayout17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8.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90.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60.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60.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60.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60.xml"/><Relationship Id="rId6" Type="http://schemas.openxmlformats.org/officeDocument/2006/relationships/image" Target="../media/image24.png"/><Relationship Id="rId5" Type="http://schemas.openxmlformats.org/officeDocument/2006/relationships/image" Target="../media/image28.sv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60.xml"/><Relationship Id="rId6" Type="http://schemas.openxmlformats.org/officeDocument/2006/relationships/image" Target="../media/image24.png"/><Relationship Id="rId5" Type="http://schemas.openxmlformats.org/officeDocument/2006/relationships/image" Target="../media/image28.sv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60.xml"/><Relationship Id="rId6" Type="http://schemas.openxmlformats.org/officeDocument/2006/relationships/image" Target="../media/image24.png"/><Relationship Id="rId5" Type="http://schemas.openxmlformats.org/officeDocument/2006/relationships/image" Target="../media/image28.sv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0.xml"/></Relationships>
</file>

<file path=ppt/slides/_rels/slide1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4.png"/><Relationship Id="rId7" Type="http://schemas.openxmlformats.org/officeDocument/2006/relationships/image" Target="../media/image30.svg"/><Relationship Id="rId2" Type="http://schemas.openxmlformats.org/officeDocument/2006/relationships/notesSlide" Target="../notesSlides/notesSlide10.xml"/><Relationship Id="rId1" Type="http://schemas.openxmlformats.org/officeDocument/2006/relationships/slideLayout" Target="../slideLayouts/slideLayout190.xml"/><Relationship Id="rId6" Type="http://schemas.openxmlformats.org/officeDocument/2006/relationships/image" Target="../media/image29.png"/><Relationship Id="rId11" Type="http://schemas.openxmlformats.org/officeDocument/2006/relationships/image" Target="../media/image28.svg"/><Relationship Id="rId5" Type="http://schemas.openxmlformats.org/officeDocument/2006/relationships/image" Target="../media/image26.svg"/><Relationship Id="rId10" Type="http://schemas.openxmlformats.org/officeDocument/2006/relationships/image" Target="../media/image27.png"/><Relationship Id="rId4" Type="http://schemas.openxmlformats.org/officeDocument/2006/relationships/image" Target="../media/image25.png"/><Relationship Id="rId9" Type="http://schemas.openxmlformats.org/officeDocument/2006/relationships/image" Target="../media/image32.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4C8A0-97EF-745A-A153-435AD3F69916}"/>
              </a:ext>
            </a:extLst>
          </p:cNvPr>
          <p:cNvSpPr>
            <a:spLocks noGrp="1"/>
          </p:cNvSpPr>
          <p:nvPr>
            <p:ph type="ctrTitle"/>
          </p:nvPr>
        </p:nvSpPr>
        <p:spPr>
          <a:xfrm>
            <a:off x="511403" y="2754807"/>
            <a:ext cx="5760720" cy="1394273"/>
          </a:xfrm>
        </p:spPr>
        <p:txBody>
          <a:bodyPr>
            <a:normAutofit/>
          </a:bodyPr>
          <a:lstStyle/>
          <a:p>
            <a:r>
              <a:rPr lang="en-GB" sz="4000" b="0" dirty="0">
                <a:latin typeface="+mj-lt"/>
              </a:rPr>
              <a:t>ACI Strategy Session</a:t>
            </a:r>
          </a:p>
        </p:txBody>
      </p:sp>
      <p:sp>
        <p:nvSpPr>
          <p:cNvPr id="4" name="Text Placeholder 3">
            <a:extLst>
              <a:ext uri="{FF2B5EF4-FFF2-40B4-BE49-F238E27FC236}">
                <a16:creationId xmlns:a16="http://schemas.microsoft.com/office/drawing/2014/main" id="{E8C1CC05-270D-5248-E201-1AAD4F8B8490}"/>
              </a:ext>
            </a:extLst>
          </p:cNvPr>
          <p:cNvSpPr>
            <a:spLocks noGrp="1"/>
          </p:cNvSpPr>
          <p:nvPr>
            <p:ph type="body" idx="10"/>
          </p:nvPr>
        </p:nvSpPr>
        <p:spPr>
          <a:xfrm>
            <a:off x="511404" y="5085184"/>
            <a:ext cx="5760720" cy="284619"/>
          </a:xfrm>
        </p:spPr>
        <p:txBody>
          <a:bodyPr/>
          <a:lstStyle/>
          <a:p>
            <a:r>
              <a:rPr lang="en-GB" sz="1800" dirty="0">
                <a:latin typeface="+mj-lt"/>
              </a:rPr>
              <a:t>July 29, 2025</a:t>
            </a:r>
          </a:p>
        </p:txBody>
      </p:sp>
    </p:spTree>
    <p:extLst>
      <p:ext uri="{BB962C8B-B14F-4D97-AF65-F5344CB8AC3E}">
        <p14:creationId xmlns:p14="http://schemas.microsoft.com/office/powerpoint/2010/main" val="1120213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8A989-6281-A4C2-2A45-E93105137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66814-3C4D-D88A-314E-40113AFEB8CC}"/>
              </a:ext>
            </a:extLst>
          </p:cNvPr>
          <p:cNvSpPr>
            <a:spLocks noGrp="1"/>
          </p:cNvSpPr>
          <p:nvPr>
            <p:ph type="title"/>
          </p:nvPr>
        </p:nvSpPr>
        <p:spPr>
          <a:xfrm>
            <a:off x="512064" y="2060848"/>
            <a:ext cx="7672168" cy="1656184"/>
          </a:xfrm>
        </p:spPr>
        <p:txBody>
          <a:bodyPr anchor="t" anchorCtr="0"/>
          <a:lstStyle/>
          <a:p>
            <a:r>
              <a:rPr lang="en" sz="4000" b="0" dirty="0">
                <a:latin typeface="+mj-lt"/>
              </a:rPr>
              <a:t>Payments and Banking Roadmaps</a:t>
            </a:r>
            <a:endParaRPr lang="en-GB" sz="4000" b="0" dirty="0">
              <a:latin typeface="+mj-lt"/>
            </a:endParaRPr>
          </a:p>
        </p:txBody>
      </p:sp>
    </p:spTree>
    <p:extLst>
      <p:ext uri="{BB962C8B-B14F-4D97-AF65-F5344CB8AC3E}">
        <p14:creationId xmlns:p14="http://schemas.microsoft.com/office/powerpoint/2010/main" val="2108878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D56BE-6776-3FC7-2A0F-EB2D2BB288CA}"/>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1F02F287-FF6A-78E4-0072-DB79CEDAF049}"/>
              </a:ext>
            </a:extLst>
          </p:cNvPr>
          <p:cNvSpPr>
            <a:spLocks noGrp="1"/>
          </p:cNvSpPr>
          <p:nvPr>
            <p:ph type="title"/>
          </p:nvPr>
        </p:nvSpPr>
        <p:spPr>
          <a:xfrm>
            <a:off x="407368" y="116632"/>
            <a:ext cx="10071940" cy="408471"/>
          </a:xfrm>
        </p:spPr>
        <p:txBody>
          <a:bodyPr/>
          <a:lstStyle/>
          <a:p>
            <a:r>
              <a:rPr lang="en-GB" sz="2800" b="0" dirty="0">
                <a:latin typeface="+mj-lt"/>
              </a:rPr>
              <a:t>RTPS Payments Roadmap (2025 – 2027)</a:t>
            </a:r>
          </a:p>
        </p:txBody>
      </p:sp>
      <p:graphicFrame>
        <p:nvGraphicFramePr>
          <p:cNvPr id="2" name="Object 1">
            <a:extLst>
              <a:ext uri="{FF2B5EF4-FFF2-40B4-BE49-F238E27FC236}">
                <a16:creationId xmlns:a16="http://schemas.microsoft.com/office/drawing/2014/main" id="{FA243CDF-1DBB-DE93-A3E2-D062041B22E7}"/>
              </a:ext>
            </a:extLst>
          </p:cNvPr>
          <p:cNvGraphicFramePr>
            <a:graphicFrameLocks noChangeAspect="1"/>
          </p:cNvGraphicFramePr>
          <p:nvPr>
            <p:extLst>
              <p:ext uri="{D42A27DB-BD31-4B8C-83A1-F6EECF244321}">
                <p14:modId xmlns:p14="http://schemas.microsoft.com/office/powerpoint/2010/main" val="3789290951"/>
              </p:ext>
            </p:extLst>
          </p:nvPr>
        </p:nvGraphicFramePr>
        <p:xfrm>
          <a:off x="335361" y="525102"/>
          <a:ext cx="11089232" cy="6000241"/>
        </p:xfrm>
        <a:graphic>
          <a:graphicData uri="http://schemas.openxmlformats.org/presentationml/2006/ole">
            <mc:AlternateContent xmlns:mc="http://schemas.openxmlformats.org/markup-compatibility/2006">
              <mc:Choice xmlns:v="urn:schemas-microsoft-com:vml" Requires="v">
                <p:oleObj name="Worksheet" r:id="rId3" imgW="13959958" imgH="7734397" progId="Excel.Sheet.12">
                  <p:embed/>
                </p:oleObj>
              </mc:Choice>
              <mc:Fallback>
                <p:oleObj name="Worksheet" r:id="rId3" imgW="13959958" imgH="7734397" progId="Excel.Sheet.12">
                  <p:embed/>
                  <p:pic>
                    <p:nvPicPr>
                      <p:cNvPr id="0" name=""/>
                      <p:cNvPicPr/>
                      <p:nvPr/>
                    </p:nvPicPr>
                    <p:blipFill>
                      <a:blip r:embed="rId4"/>
                      <a:stretch>
                        <a:fillRect/>
                      </a:stretch>
                    </p:blipFill>
                    <p:spPr>
                      <a:xfrm>
                        <a:off x="335361" y="525102"/>
                        <a:ext cx="11089232" cy="6000241"/>
                      </a:xfrm>
                      <a:prstGeom prst="rect">
                        <a:avLst/>
                      </a:prstGeom>
                    </p:spPr>
                  </p:pic>
                </p:oleObj>
              </mc:Fallback>
            </mc:AlternateContent>
          </a:graphicData>
        </a:graphic>
      </p:graphicFrame>
    </p:spTree>
    <p:extLst>
      <p:ext uri="{BB962C8B-B14F-4D97-AF65-F5344CB8AC3E}">
        <p14:creationId xmlns:p14="http://schemas.microsoft.com/office/powerpoint/2010/main" val="163326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4">
            <a:extLst>
              <a:ext uri="{FF2B5EF4-FFF2-40B4-BE49-F238E27FC236}">
                <a16:creationId xmlns:a16="http://schemas.microsoft.com/office/drawing/2014/main" id="{017B47C7-55DC-6DCB-C857-40673ED6061C}"/>
              </a:ext>
            </a:extLst>
          </p:cNvPr>
          <p:cNvGraphicFramePr>
            <a:graphicFrameLocks noGrp="1"/>
          </p:cNvGraphicFramePr>
          <p:nvPr>
            <p:extLst>
              <p:ext uri="{D42A27DB-BD31-4B8C-83A1-F6EECF244321}">
                <p14:modId xmlns:p14="http://schemas.microsoft.com/office/powerpoint/2010/main" val="3948391301"/>
              </p:ext>
            </p:extLst>
          </p:nvPr>
        </p:nvGraphicFramePr>
        <p:xfrm>
          <a:off x="263352" y="548680"/>
          <a:ext cx="11743547" cy="6013317"/>
        </p:xfrm>
        <a:graphic>
          <a:graphicData uri="http://schemas.openxmlformats.org/drawingml/2006/table">
            <a:tbl>
              <a:tblPr firstRow="1" bandRow="1">
                <a:tableStyleId>{5C22544A-7EE6-4342-B048-85BDC9FD1C3A}</a:tableStyleId>
              </a:tblPr>
              <a:tblGrid>
                <a:gridCol w="496427">
                  <a:extLst>
                    <a:ext uri="{9D8B030D-6E8A-4147-A177-3AD203B41FA5}">
                      <a16:colId xmlns:a16="http://schemas.microsoft.com/office/drawing/2014/main" val="3012433087"/>
                    </a:ext>
                  </a:extLst>
                </a:gridCol>
                <a:gridCol w="208280">
                  <a:extLst>
                    <a:ext uri="{9D8B030D-6E8A-4147-A177-3AD203B41FA5}">
                      <a16:colId xmlns:a16="http://schemas.microsoft.com/office/drawing/2014/main" val="337667521"/>
                    </a:ext>
                  </a:extLst>
                </a:gridCol>
                <a:gridCol w="208280">
                  <a:extLst>
                    <a:ext uri="{9D8B030D-6E8A-4147-A177-3AD203B41FA5}">
                      <a16:colId xmlns:a16="http://schemas.microsoft.com/office/drawing/2014/main" val="2884174402"/>
                    </a:ext>
                  </a:extLst>
                </a:gridCol>
                <a:gridCol w="208280">
                  <a:extLst>
                    <a:ext uri="{9D8B030D-6E8A-4147-A177-3AD203B41FA5}">
                      <a16:colId xmlns:a16="http://schemas.microsoft.com/office/drawing/2014/main" val="3776762512"/>
                    </a:ext>
                  </a:extLst>
                </a:gridCol>
                <a:gridCol w="208280">
                  <a:extLst>
                    <a:ext uri="{9D8B030D-6E8A-4147-A177-3AD203B41FA5}">
                      <a16:colId xmlns:a16="http://schemas.microsoft.com/office/drawing/2014/main" val="1797722783"/>
                    </a:ext>
                  </a:extLst>
                </a:gridCol>
                <a:gridCol w="208280">
                  <a:extLst>
                    <a:ext uri="{9D8B030D-6E8A-4147-A177-3AD203B41FA5}">
                      <a16:colId xmlns:a16="http://schemas.microsoft.com/office/drawing/2014/main" val="2241607076"/>
                    </a:ext>
                  </a:extLst>
                </a:gridCol>
                <a:gridCol w="208280">
                  <a:extLst>
                    <a:ext uri="{9D8B030D-6E8A-4147-A177-3AD203B41FA5}">
                      <a16:colId xmlns:a16="http://schemas.microsoft.com/office/drawing/2014/main" val="1535766287"/>
                    </a:ext>
                  </a:extLst>
                </a:gridCol>
                <a:gridCol w="208280">
                  <a:extLst>
                    <a:ext uri="{9D8B030D-6E8A-4147-A177-3AD203B41FA5}">
                      <a16:colId xmlns:a16="http://schemas.microsoft.com/office/drawing/2014/main" val="1294901314"/>
                    </a:ext>
                  </a:extLst>
                </a:gridCol>
                <a:gridCol w="208280">
                  <a:extLst>
                    <a:ext uri="{9D8B030D-6E8A-4147-A177-3AD203B41FA5}">
                      <a16:colId xmlns:a16="http://schemas.microsoft.com/office/drawing/2014/main" val="362629741"/>
                    </a:ext>
                  </a:extLst>
                </a:gridCol>
                <a:gridCol w="208280">
                  <a:extLst>
                    <a:ext uri="{9D8B030D-6E8A-4147-A177-3AD203B41FA5}">
                      <a16:colId xmlns:a16="http://schemas.microsoft.com/office/drawing/2014/main" val="3294110656"/>
                    </a:ext>
                  </a:extLst>
                </a:gridCol>
                <a:gridCol w="208280">
                  <a:extLst>
                    <a:ext uri="{9D8B030D-6E8A-4147-A177-3AD203B41FA5}">
                      <a16:colId xmlns:a16="http://schemas.microsoft.com/office/drawing/2014/main" val="4267608190"/>
                    </a:ext>
                  </a:extLst>
                </a:gridCol>
                <a:gridCol w="208280">
                  <a:extLst>
                    <a:ext uri="{9D8B030D-6E8A-4147-A177-3AD203B41FA5}">
                      <a16:colId xmlns:a16="http://schemas.microsoft.com/office/drawing/2014/main" val="4288049641"/>
                    </a:ext>
                  </a:extLst>
                </a:gridCol>
                <a:gridCol w="208280">
                  <a:extLst>
                    <a:ext uri="{9D8B030D-6E8A-4147-A177-3AD203B41FA5}">
                      <a16:colId xmlns:a16="http://schemas.microsoft.com/office/drawing/2014/main" val="3272713427"/>
                    </a:ext>
                  </a:extLst>
                </a:gridCol>
                <a:gridCol w="208280">
                  <a:extLst>
                    <a:ext uri="{9D8B030D-6E8A-4147-A177-3AD203B41FA5}">
                      <a16:colId xmlns:a16="http://schemas.microsoft.com/office/drawing/2014/main" val="2074073357"/>
                    </a:ext>
                  </a:extLst>
                </a:gridCol>
                <a:gridCol w="208280">
                  <a:extLst>
                    <a:ext uri="{9D8B030D-6E8A-4147-A177-3AD203B41FA5}">
                      <a16:colId xmlns:a16="http://schemas.microsoft.com/office/drawing/2014/main" val="2225204051"/>
                    </a:ext>
                  </a:extLst>
                </a:gridCol>
                <a:gridCol w="208280">
                  <a:extLst>
                    <a:ext uri="{9D8B030D-6E8A-4147-A177-3AD203B41FA5}">
                      <a16:colId xmlns:a16="http://schemas.microsoft.com/office/drawing/2014/main" val="916720643"/>
                    </a:ext>
                  </a:extLst>
                </a:gridCol>
                <a:gridCol w="208280">
                  <a:extLst>
                    <a:ext uri="{9D8B030D-6E8A-4147-A177-3AD203B41FA5}">
                      <a16:colId xmlns:a16="http://schemas.microsoft.com/office/drawing/2014/main" val="2416224646"/>
                    </a:ext>
                  </a:extLst>
                </a:gridCol>
                <a:gridCol w="208280">
                  <a:extLst>
                    <a:ext uri="{9D8B030D-6E8A-4147-A177-3AD203B41FA5}">
                      <a16:colId xmlns:a16="http://schemas.microsoft.com/office/drawing/2014/main" val="1698624455"/>
                    </a:ext>
                  </a:extLst>
                </a:gridCol>
                <a:gridCol w="208280">
                  <a:extLst>
                    <a:ext uri="{9D8B030D-6E8A-4147-A177-3AD203B41FA5}">
                      <a16:colId xmlns:a16="http://schemas.microsoft.com/office/drawing/2014/main" val="2887722624"/>
                    </a:ext>
                  </a:extLst>
                </a:gridCol>
                <a:gridCol w="208280">
                  <a:extLst>
                    <a:ext uri="{9D8B030D-6E8A-4147-A177-3AD203B41FA5}">
                      <a16:colId xmlns:a16="http://schemas.microsoft.com/office/drawing/2014/main" val="2588219138"/>
                    </a:ext>
                  </a:extLst>
                </a:gridCol>
                <a:gridCol w="208280">
                  <a:extLst>
                    <a:ext uri="{9D8B030D-6E8A-4147-A177-3AD203B41FA5}">
                      <a16:colId xmlns:a16="http://schemas.microsoft.com/office/drawing/2014/main" val="268758254"/>
                    </a:ext>
                  </a:extLst>
                </a:gridCol>
                <a:gridCol w="208280">
                  <a:extLst>
                    <a:ext uri="{9D8B030D-6E8A-4147-A177-3AD203B41FA5}">
                      <a16:colId xmlns:a16="http://schemas.microsoft.com/office/drawing/2014/main" val="4127765190"/>
                    </a:ext>
                  </a:extLst>
                </a:gridCol>
                <a:gridCol w="208280">
                  <a:extLst>
                    <a:ext uri="{9D8B030D-6E8A-4147-A177-3AD203B41FA5}">
                      <a16:colId xmlns:a16="http://schemas.microsoft.com/office/drawing/2014/main" val="3242907415"/>
                    </a:ext>
                  </a:extLst>
                </a:gridCol>
                <a:gridCol w="208280">
                  <a:extLst>
                    <a:ext uri="{9D8B030D-6E8A-4147-A177-3AD203B41FA5}">
                      <a16:colId xmlns:a16="http://schemas.microsoft.com/office/drawing/2014/main" val="2502198177"/>
                    </a:ext>
                  </a:extLst>
                </a:gridCol>
                <a:gridCol w="208280">
                  <a:extLst>
                    <a:ext uri="{9D8B030D-6E8A-4147-A177-3AD203B41FA5}">
                      <a16:colId xmlns:a16="http://schemas.microsoft.com/office/drawing/2014/main" val="1294147867"/>
                    </a:ext>
                  </a:extLst>
                </a:gridCol>
                <a:gridCol w="208280">
                  <a:extLst>
                    <a:ext uri="{9D8B030D-6E8A-4147-A177-3AD203B41FA5}">
                      <a16:colId xmlns:a16="http://schemas.microsoft.com/office/drawing/2014/main" val="2271988543"/>
                    </a:ext>
                  </a:extLst>
                </a:gridCol>
                <a:gridCol w="208280">
                  <a:extLst>
                    <a:ext uri="{9D8B030D-6E8A-4147-A177-3AD203B41FA5}">
                      <a16:colId xmlns:a16="http://schemas.microsoft.com/office/drawing/2014/main" val="884737293"/>
                    </a:ext>
                  </a:extLst>
                </a:gridCol>
                <a:gridCol w="208280">
                  <a:extLst>
                    <a:ext uri="{9D8B030D-6E8A-4147-A177-3AD203B41FA5}">
                      <a16:colId xmlns:a16="http://schemas.microsoft.com/office/drawing/2014/main" val="1362637502"/>
                    </a:ext>
                  </a:extLst>
                </a:gridCol>
                <a:gridCol w="208280">
                  <a:extLst>
                    <a:ext uri="{9D8B030D-6E8A-4147-A177-3AD203B41FA5}">
                      <a16:colId xmlns:a16="http://schemas.microsoft.com/office/drawing/2014/main" val="3092614175"/>
                    </a:ext>
                  </a:extLst>
                </a:gridCol>
                <a:gridCol w="208280">
                  <a:extLst>
                    <a:ext uri="{9D8B030D-6E8A-4147-A177-3AD203B41FA5}">
                      <a16:colId xmlns:a16="http://schemas.microsoft.com/office/drawing/2014/main" val="2569676918"/>
                    </a:ext>
                  </a:extLst>
                </a:gridCol>
                <a:gridCol w="208280">
                  <a:extLst>
                    <a:ext uri="{9D8B030D-6E8A-4147-A177-3AD203B41FA5}">
                      <a16:colId xmlns:a16="http://schemas.microsoft.com/office/drawing/2014/main" val="3719705275"/>
                    </a:ext>
                  </a:extLst>
                </a:gridCol>
                <a:gridCol w="208280">
                  <a:extLst>
                    <a:ext uri="{9D8B030D-6E8A-4147-A177-3AD203B41FA5}">
                      <a16:colId xmlns:a16="http://schemas.microsoft.com/office/drawing/2014/main" val="1794767161"/>
                    </a:ext>
                  </a:extLst>
                </a:gridCol>
                <a:gridCol w="208280">
                  <a:extLst>
                    <a:ext uri="{9D8B030D-6E8A-4147-A177-3AD203B41FA5}">
                      <a16:colId xmlns:a16="http://schemas.microsoft.com/office/drawing/2014/main" val="4021554720"/>
                    </a:ext>
                  </a:extLst>
                </a:gridCol>
                <a:gridCol w="208280">
                  <a:extLst>
                    <a:ext uri="{9D8B030D-6E8A-4147-A177-3AD203B41FA5}">
                      <a16:colId xmlns:a16="http://schemas.microsoft.com/office/drawing/2014/main" val="3158688168"/>
                    </a:ext>
                  </a:extLst>
                </a:gridCol>
                <a:gridCol w="208280">
                  <a:extLst>
                    <a:ext uri="{9D8B030D-6E8A-4147-A177-3AD203B41FA5}">
                      <a16:colId xmlns:a16="http://schemas.microsoft.com/office/drawing/2014/main" val="3782378326"/>
                    </a:ext>
                  </a:extLst>
                </a:gridCol>
                <a:gridCol w="208280">
                  <a:extLst>
                    <a:ext uri="{9D8B030D-6E8A-4147-A177-3AD203B41FA5}">
                      <a16:colId xmlns:a16="http://schemas.microsoft.com/office/drawing/2014/main" val="3019729225"/>
                    </a:ext>
                  </a:extLst>
                </a:gridCol>
                <a:gridCol w="208280">
                  <a:extLst>
                    <a:ext uri="{9D8B030D-6E8A-4147-A177-3AD203B41FA5}">
                      <a16:colId xmlns:a16="http://schemas.microsoft.com/office/drawing/2014/main" val="2314812204"/>
                    </a:ext>
                  </a:extLst>
                </a:gridCol>
                <a:gridCol w="208280">
                  <a:extLst>
                    <a:ext uri="{9D8B030D-6E8A-4147-A177-3AD203B41FA5}">
                      <a16:colId xmlns:a16="http://schemas.microsoft.com/office/drawing/2014/main" val="1688846493"/>
                    </a:ext>
                  </a:extLst>
                </a:gridCol>
                <a:gridCol w="208280">
                  <a:extLst>
                    <a:ext uri="{9D8B030D-6E8A-4147-A177-3AD203B41FA5}">
                      <a16:colId xmlns:a16="http://schemas.microsoft.com/office/drawing/2014/main" val="4029544416"/>
                    </a:ext>
                  </a:extLst>
                </a:gridCol>
                <a:gridCol w="208280">
                  <a:extLst>
                    <a:ext uri="{9D8B030D-6E8A-4147-A177-3AD203B41FA5}">
                      <a16:colId xmlns:a16="http://schemas.microsoft.com/office/drawing/2014/main" val="1625159649"/>
                    </a:ext>
                  </a:extLst>
                </a:gridCol>
                <a:gridCol w="208280">
                  <a:extLst>
                    <a:ext uri="{9D8B030D-6E8A-4147-A177-3AD203B41FA5}">
                      <a16:colId xmlns:a16="http://schemas.microsoft.com/office/drawing/2014/main" val="1995027348"/>
                    </a:ext>
                  </a:extLst>
                </a:gridCol>
                <a:gridCol w="208280">
                  <a:extLst>
                    <a:ext uri="{9D8B030D-6E8A-4147-A177-3AD203B41FA5}">
                      <a16:colId xmlns:a16="http://schemas.microsoft.com/office/drawing/2014/main" val="2146648304"/>
                    </a:ext>
                  </a:extLst>
                </a:gridCol>
                <a:gridCol w="208280">
                  <a:extLst>
                    <a:ext uri="{9D8B030D-6E8A-4147-A177-3AD203B41FA5}">
                      <a16:colId xmlns:a16="http://schemas.microsoft.com/office/drawing/2014/main" val="1830473827"/>
                    </a:ext>
                  </a:extLst>
                </a:gridCol>
                <a:gridCol w="208280">
                  <a:extLst>
                    <a:ext uri="{9D8B030D-6E8A-4147-A177-3AD203B41FA5}">
                      <a16:colId xmlns:a16="http://schemas.microsoft.com/office/drawing/2014/main" val="1207106612"/>
                    </a:ext>
                  </a:extLst>
                </a:gridCol>
                <a:gridCol w="208280">
                  <a:extLst>
                    <a:ext uri="{9D8B030D-6E8A-4147-A177-3AD203B41FA5}">
                      <a16:colId xmlns:a16="http://schemas.microsoft.com/office/drawing/2014/main" val="1999471281"/>
                    </a:ext>
                  </a:extLst>
                </a:gridCol>
                <a:gridCol w="208280">
                  <a:extLst>
                    <a:ext uri="{9D8B030D-6E8A-4147-A177-3AD203B41FA5}">
                      <a16:colId xmlns:a16="http://schemas.microsoft.com/office/drawing/2014/main" val="782516270"/>
                    </a:ext>
                  </a:extLst>
                </a:gridCol>
                <a:gridCol w="208280">
                  <a:extLst>
                    <a:ext uri="{9D8B030D-6E8A-4147-A177-3AD203B41FA5}">
                      <a16:colId xmlns:a16="http://schemas.microsoft.com/office/drawing/2014/main" val="3138788397"/>
                    </a:ext>
                  </a:extLst>
                </a:gridCol>
                <a:gridCol w="208280">
                  <a:extLst>
                    <a:ext uri="{9D8B030D-6E8A-4147-A177-3AD203B41FA5}">
                      <a16:colId xmlns:a16="http://schemas.microsoft.com/office/drawing/2014/main" val="1466743693"/>
                    </a:ext>
                  </a:extLst>
                </a:gridCol>
                <a:gridCol w="208280">
                  <a:extLst>
                    <a:ext uri="{9D8B030D-6E8A-4147-A177-3AD203B41FA5}">
                      <a16:colId xmlns:a16="http://schemas.microsoft.com/office/drawing/2014/main" val="1047255643"/>
                    </a:ext>
                  </a:extLst>
                </a:gridCol>
                <a:gridCol w="208280">
                  <a:extLst>
                    <a:ext uri="{9D8B030D-6E8A-4147-A177-3AD203B41FA5}">
                      <a16:colId xmlns:a16="http://schemas.microsoft.com/office/drawing/2014/main" val="2848803294"/>
                    </a:ext>
                  </a:extLst>
                </a:gridCol>
                <a:gridCol w="208280">
                  <a:extLst>
                    <a:ext uri="{9D8B030D-6E8A-4147-A177-3AD203B41FA5}">
                      <a16:colId xmlns:a16="http://schemas.microsoft.com/office/drawing/2014/main" val="1958105645"/>
                    </a:ext>
                  </a:extLst>
                </a:gridCol>
                <a:gridCol w="208280">
                  <a:extLst>
                    <a:ext uri="{9D8B030D-6E8A-4147-A177-3AD203B41FA5}">
                      <a16:colId xmlns:a16="http://schemas.microsoft.com/office/drawing/2014/main" val="1991610863"/>
                    </a:ext>
                  </a:extLst>
                </a:gridCol>
                <a:gridCol w="208280">
                  <a:extLst>
                    <a:ext uri="{9D8B030D-6E8A-4147-A177-3AD203B41FA5}">
                      <a16:colId xmlns:a16="http://schemas.microsoft.com/office/drawing/2014/main" val="2198072246"/>
                    </a:ext>
                  </a:extLst>
                </a:gridCol>
                <a:gridCol w="208280">
                  <a:extLst>
                    <a:ext uri="{9D8B030D-6E8A-4147-A177-3AD203B41FA5}">
                      <a16:colId xmlns:a16="http://schemas.microsoft.com/office/drawing/2014/main" val="631908688"/>
                    </a:ext>
                  </a:extLst>
                </a:gridCol>
                <a:gridCol w="208280">
                  <a:extLst>
                    <a:ext uri="{9D8B030D-6E8A-4147-A177-3AD203B41FA5}">
                      <a16:colId xmlns:a16="http://schemas.microsoft.com/office/drawing/2014/main" val="1023207392"/>
                    </a:ext>
                  </a:extLst>
                </a:gridCol>
              </a:tblGrid>
              <a:tr h="240027">
                <a:tc>
                  <a:txBody>
                    <a:bodyPr/>
                    <a:lstStyle/>
                    <a:p>
                      <a:pPr algn="ctr"/>
                      <a:endParaRPr lang="en-US" sz="800" dirty="0"/>
                    </a:p>
                  </a:txBody>
                  <a:tcPr anchor="ctr">
                    <a:lnR w="12700" cap="flat" cmpd="sng" algn="ctr">
                      <a:solidFill>
                        <a:schemeClr val="bg1"/>
                      </a:solidFill>
                      <a:prstDash val="solid"/>
                      <a:round/>
                      <a:headEnd type="none" w="med" len="med"/>
                      <a:tailEnd type="none" w="med" len="med"/>
                    </a:lnR>
                    <a:solidFill>
                      <a:schemeClr val="tx1">
                        <a:lumMod val="85000"/>
                        <a:lumOff val="15000"/>
                      </a:schemeClr>
                    </a:solidFill>
                  </a:tcPr>
                </a:tc>
                <a:tc gridSpan="3">
                  <a:txBody>
                    <a:bodyPr/>
                    <a:lstStyle/>
                    <a:p>
                      <a:pPr algn="ctr"/>
                      <a:r>
                        <a:rPr lang="en-US" sz="800" dirty="0"/>
                        <a:t>Q4 </a:t>
                      </a:r>
                    </a:p>
                    <a:p>
                      <a:pPr algn="ctr"/>
                      <a:r>
                        <a:rPr lang="en-US" sz="800" dirty="0"/>
                        <a:t>2024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Q1 </a:t>
                      </a:r>
                    </a:p>
                    <a:p>
                      <a:pPr algn="ctr"/>
                      <a:r>
                        <a:rPr lang="en-US" sz="800" dirty="0"/>
                        <a:t>2025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Q2 </a:t>
                      </a:r>
                    </a:p>
                    <a:p>
                      <a:pPr algn="ctr"/>
                      <a:r>
                        <a:rPr lang="en-US" sz="800" dirty="0"/>
                        <a:t>2025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Q3</a:t>
                      </a:r>
                    </a:p>
                    <a:p>
                      <a:pPr algn="ctr"/>
                      <a:r>
                        <a:rPr lang="en-US" sz="800" dirty="0"/>
                        <a:t>2025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Q4</a:t>
                      </a:r>
                    </a:p>
                    <a:p>
                      <a:pPr algn="ctr"/>
                      <a:r>
                        <a:rPr lang="en-US" sz="800" dirty="0"/>
                        <a:t>2025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Q1 </a:t>
                      </a:r>
                    </a:p>
                    <a:p>
                      <a:pPr algn="ctr"/>
                      <a:r>
                        <a:rPr lang="en-US" sz="800" dirty="0"/>
                        <a:t>2026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Q2 </a:t>
                      </a:r>
                    </a:p>
                    <a:p>
                      <a:pPr algn="ctr"/>
                      <a:r>
                        <a:rPr lang="en-US" sz="800" dirty="0"/>
                        <a:t>2026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Q3</a:t>
                      </a:r>
                    </a:p>
                    <a:p>
                      <a:pPr algn="ctr"/>
                      <a:r>
                        <a:rPr lang="en-US" sz="800" dirty="0"/>
                        <a:t>2026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Q4</a:t>
                      </a:r>
                    </a:p>
                    <a:p>
                      <a:pPr algn="ctr"/>
                      <a:r>
                        <a:rPr lang="en-US" sz="800" dirty="0"/>
                        <a:t>2026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Q1</a:t>
                      </a:r>
                    </a:p>
                    <a:p>
                      <a:pPr algn="ctr"/>
                      <a:r>
                        <a:rPr lang="en-US" sz="800" dirty="0"/>
                        <a:t>2027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Q2 </a:t>
                      </a:r>
                    </a:p>
                    <a:p>
                      <a:pPr algn="ctr"/>
                      <a:r>
                        <a:rPr lang="en-US" sz="800" dirty="0"/>
                        <a:t>2027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Q3</a:t>
                      </a:r>
                    </a:p>
                    <a:p>
                      <a:pPr algn="ctr"/>
                      <a:r>
                        <a:rPr lang="en-US" sz="800" dirty="0"/>
                        <a:t>2027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Q4</a:t>
                      </a:r>
                    </a:p>
                    <a:p>
                      <a:pPr algn="ctr"/>
                      <a:r>
                        <a:rPr lang="en-US" sz="800" dirty="0"/>
                        <a:t>2027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Q1 </a:t>
                      </a:r>
                    </a:p>
                    <a:p>
                      <a:pPr algn="ctr"/>
                      <a:r>
                        <a:rPr lang="en-US" sz="800" dirty="0"/>
                        <a:t>2028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Q2 </a:t>
                      </a:r>
                    </a:p>
                    <a:p>
                      <a:pPr algn="ctr"/>
                      <a:r>
                        <a:rPr lang="en-US" sz="800" dirty="0"/>
                        <a:t>2028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Q3</a:t>
                      </a:r>
                    </a:p>
                    <a:p>
                      <a:pPr algn="ctr"/>
                      <a:r>
                        <a:rPr lang="en-US" sz="800" dirty="0"/>
                        <a:t>2028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Q4</a:t>
                      </a:r>
                    </a:p>
                    <a:p>
                      <a:pPr algn="ctr"/>
                      <a:r>
                        <a:rPr lang="en-US" sz="800" dirty="0"/>
                        <a:t>2028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gridSpan="3">
                  <a:txBody>
                    <a:bodyPr/>
                    <a:lstStyle/>
                    <a:p>
                      <a:pPr algn="ctr"/>
                      <a:r>
                        <a:rPr lang="en-US" sz="800" dirty="0"/>
                        <a:t>Q1 </a:t>
                      </a:r>
                    </a:p>
                    <a:p>
                      <a:pPr algn="ctr"/>
                      <a:r>
                        <a:rPr lang="en-US" sz="800" dirty="0"/>
                        <a:t>2029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hMerge="1">
                  <a:txBody>
                    <a:bodyPr/>
                    <a:lstStyle/>
                    <a:p>
                      <a:pPr algn="ctr"/>
                      <a:endParaRPr lang="en-US" sz="800"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extLst>
                  <a:ext uri="{0D108BD9-81ED-4DB2-BD59-A6C34878D82A}">
                    <a16:rowId xmlns:a16="http://schemas.microsoft.com/office/drawing/2014/main" val="853687894"/>
                  </a:ext>
                </a:extLst>
              </a:tr>
              <a:tr h="210024">
                <a:tc>
                  <a:txBody>
                    <a:bodyPr/>
                    <a:lstStyle/>
                    <a:p>
                      <a:pPr algn="ctr"/>
                      <a:endParaRPr lang="en-US" sz="800" b="1" dirty="0">
                        <a:solidFill>
                          <a:schemeClr val="bg1"/>
                        </a:solidFill>
                      </a:endParaRPr>
                    </a:p>
                  </a:txBody>
                  <a:tcPr anchor="ctr">
                    <a:lnR w="12700" cap="flat" cmpd="sng" algn="ctr">
                      <a:solidFill>
                        <a:schemeClr val="bg1"/>
                      </a:solidFill>
                      <a:prstDash val="solid"/>
                      <a:round/>
                      <a:headEnd type="none" w="med" len="med"/>
                      <a:tailEnd type="none" w="med" len="med"/>
                    </a:lnR>
                    <a:solidFill>
                      <a:schemeClr val="tx1">
                        <a:lumMod val="85000"/>
                        <a:lumOff val="15000"/>
                      </a:schemeClr>
                    </a:solidFill>
                  </a:tcPr>
                </a:tc>
                <a:tc>
                  <a:txBody>
                    <a:bodyPr/>
                    <a:lstStyle/>
                    <a:p>
                      <a:pPr marL="0" algn="ctr" defTabSz="914400" rtl="0" eaLnBrk="1" latinLnBrk="0" hangingPunct="1"/>
                      <a:r>
                        <a:rPr lang="en-US" sz="800" b="1" kern="1200" dirty="0">
                          <a:solidFill>
                            <a:schemeClr val="lt1"/>
                          </a:solidFill>
                          <a:latin typeface="+mn-lt"/>
                          <a:ea typeface="+mn-ea"/>
                          <a:cs typeface="+mn-cs"/>
                        </a:rPr>
                        <a:t>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F</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F</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F</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F</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J</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F</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tc>
                  <a:txBody>
                    <a:bodyPr/>
                    <a:lstStyle/>
                    <a:p>
                      <a:pPr marL="0" algn="ctr" defTabSz="914400" rtl="0" eaLnBrk="1" latinLnBrk="0" hangingPunct="1"/>
                      <a:r>
                        <a:rPr lang="en-US" sz="800" b="1" kern="1200" dirty="0">
                          <a:solidFill>
                            <a:schemeClr val="lt1"/>
                          </a:solidFill>
                          <a:latin typeface="+mn-lt"/>
                          <a:ea typeface="+mn-ea"/>
                          <a:cs typeface="+mn-cs"/>
                        </a:rPr>
                        <a:t>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rgbClr val="256A80"/>
                    </a:solidFill>
                  </a:tcPr>
                </a:tc>
                <a:extLst>
                  <a:ext uri="{0D108BD9-81ED-4DB2-BD59-A6C34878D82A}">
                    <a16:rowId xmlns:a16="http://schemas.microsoft.com/office/drawing/2014/main" val="1171369493"/>
                  </a:ext>
                </a:extLst>
              </a:tr>
              <a:tr h="672084">
                <a:tc>
                  <a:txBody>
                    <a:bodyPr/>
                    <a:lstStyle/>
                    <a:p>
                      <a:pPr algn="l" fontAlgn="b"/>
                      <a:r>
                        <a:rPr lang="en-US" sz="800" b="1" i="0" u="none" strike="noStrike" dirty="0">
                          <a:solidFill>
                            <a:srgbClr val="000000"/>
                          </a:solidFill>
                          <a:effectLst/>
                          <a:latin typeface="+mn-lt"/>
                        </a:rPr>
                        <a:t>Bank 52</a:t>
                      </a:r>
                    </a:p>
                  </a:txBody>
                  <a:tcPr marL="9525" marR="9525" marT="9525" marB="0" anchor="ctr">
                    <a:solidFill>
                      <a:schemeClr val="accent3">
                        <a:lumMod val="60000"/>
                        <a:lumOff val="40000"/>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tc>
                  <a:txBody>
                    <a:bodyPr/>
                    <a:lstStyle/>
                    <a:p>
                      <a:endParaRPr lang="en-US" sz="600" dirty="0"/>
                    </a:p>
                  </a:txBody>
                  <a:tcPr>
                    <a:solidFill>
                      <a:schemeClr val="accent3">
                        <a:lumMod val="40000"/>
                        <a:lumOff val="60000"/>
                        <a:alpha val="25098"/>
                      </a:schemeClr>
                    </a:solidFill>
                  </a:tcPr>
                </a:tc>
                <a:extLst>
                  <a:ext uri="{0D108BD9-81ED-4DB2-BD59-A6C34878D82A}">
                    <a16:rowId xmlns:a16="http://schemas.microsoft.com/office/drawing/2014/main" val="3397644181"/>
                  </a:ext>
                </a:extLst>
              </a:tr>
              <a:tr h="473507">
                <a:tc>
                  <a:txBody>
                    <a:bodyPr/>
                    <a:lstStyle/>
                    <a:p>
                      <a:pPr algn="l" fontAlgn="b"/>
                      <a:r>
                        <a:rPr lang="en-US" sz="800" b="1" i="0" u="none" strike="noStrike" dirty="0">
                          <a:solidFill>
                            <a:srgbClr val="000000"/>
                          </a:solidFill>
                          <a:effectLst/>
                          <a:latin typeface="+mn-lt"/>
                        </a:rPr>
                        <a:t>Lux</a:t>
                      </a:r>
                    </a:p>
                  </a:txBody>
                  <a:tcPr marL="9525" marR="9525" marT="9525" marB="0" anchor="ctr">
                    <a:solidFill>
                      <a:schemeClr val="accent4">
                        <a:lumMod val="60000"/>
                        <a:lumOff val="4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extLst>
                  <a:ext uri="{0D108BD9-81ED-4DB2-BD59-A6C34878D82A}">
                    <a16:rowId xmlns:a16="http://schemas.microsoft.com/office/drawing/2014/main" val="328991931"/>
                  </a:ext>
                </a:extLst>
              </a:tr>
              <a:tr h="473507">
                <a:tc>
                  <a:txBody>
                    <a:bodyPr/>
                    <a:lstStyle/>
                    <a:p>
                      <a:pPr algn="l" fontAlgn="b"/>
                      <a:r>
                        <a:rPr lang="en-US" sz="800" b="1" i="0" u="none" strike="noStrike" dirty="0">
                          <a:solidFill>
                            <a:schemeClr val="bg1"/>
                          </a:solidFill>
                          <a:effectLst/>
                          <a:latin typeface="+mn-lt"/>
                        </a:rPr>
                        <a:t>London &amp; Ireland</a:t>
                      </a:r>
                    </a:p>
                  </a:txBody>
                  <a:tcPr marL="9525" marR="9525" marT="9525" marB="0" anchor="ctr">
                    <a:solidFill>
                      <a:schemeClr val="tx2">
                        <a:lumMod val="60000"/>
                        <a:lumOff val="4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tc>
                  <a:txBody>
                    <a:bodyPr/>
                    <a:lstStyle/>
                    <a:p>
                      <a:endParaRPr lang="en-US" sz="600" dirty="0"/>
                    </a:p>
                  </a:txBody>
                  <a:tcPr>
                    <a:solidFill>
                      <a:schemeClr val="accent2">
                        <a:lumMod val="20000"/>
                        <a:lumOff val="80000"/>
                      </a:schemeClr>
                    </a:solidFill>
                  </a:tcPr>
                </a:tc>
                <a:extLst>
                  <a:ext uri="{0D108BD9-81ED-4DB2-BD59-A6C34878D82A}">
                    <a16:rowId xmlns:a16="http://schemas.microsoft.com/office/drawing/2014/main" val="3655492220"/>
                  </a:ext>
                </a:extLst>
              </a:tr>
              <a:tr h="473507">
                <a:tc>
                  <a:txBody>
                    <a:bodyPr/>
                    <a:lstStyle/>
                    <a:p>
                      <a:pPr algn="l" fontAlgn="b"/>
                      <a:r>
                        <a:rPr lang="en-US" sz="800" b="1" i="0" u="none" strike="noStrike" dirty="0">
                          <a:solidFill>
                            <a:srgbClr val="000000"/>
                          </a:solidFill>
                          <a:effectLst/>
                          <a:latin typeface="+mn-lt"/>
                        </a:rPr>
                        <a:t>Toronto</a:t>
                      </a:r>
                    </a:p>
                  </a:txBody>
                  <a:tcPr marL="9525" marR="9525" marT="9525" marB="0" anchor="ctr">
                    <a:solidFill>
                      <a:schemeClr val="accent4">
                        <a:lumMod val="60000"/>
                        <a:lumOff val="4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extLst>
                  <a:ext uri="{0D108BD9-81ED-4DB2-BD59-A6C34878D82A}">
                    <a16:rowId xmlns:a16="http://schemas.microsoft.com/office/drawing/2014/main" val="3581718059"/>
                  </a:ext>
                </a:extLst>
              </a:tr>
              <a:tr h="44517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mn-lt"/>
                        </a:rPr>
                        <a:t>Boston &amp; Sao Paulo</a:t>
                      </a:r>
                    </a:p>
                  </a:txBody>
                  <a:tcPr marL="9525" marR="9525" marT="9525" marB="0" anchor="ctr">
                    <a:solidFill>
                      <a:schemeClr val="accent4">
                        <a:lumMod val="60000"/>
                        <a:lumOff val="4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nchor="ctr">
                    <a:solidFill>
                      <a:schemeClr val="accent4">
                        <a:lumMod val="20000"/>
                        <a:lumOff val="80000"/>
                      </a:schemeClr>
                    </a:solidFill>
                  </a:tcPr>
                </a:tc>
                <a:tc>
                  <a:txBody>
                    <a:bodyPr/>
                    <a:lstStyle/>
                    <a:p>
                      <a:endParaRPr lang="en-US" sz="600" dirty="0"/>
                    </a:p>
                  </a:txBody>
                  <a:tcPr anchor="ct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extLst>
                  <a:ext uri="{0D108BD9-81ED-4DB2-BD59-A6C34878D82A}">
                    <a16:rowId xmlns:a16="http://schemas.microsoft.com/office/drawing/2014/main" val="829240666"/>
                  </a:ext>
                </a:extLst>
              </a:tr>
              <a:tr h="503057">
                <a:tc>
                  <a:txBody>
                    <a:bodyPr/>
                    <a:lstStyle/>
                    <a:p>
                      <a:pPr algn="l" fontAlgn="b"/>
                      <a:r>
                        <a:rPr lang="en-US" sz="800" b="1" i="0" u="none" strike="noStrike" dirty="0">
                          <a:solidFill>
                            <a:srgbClr val="000000"/>
                          </a:solidFill>
                          <a:effectLst/>
                          <a:latin typeface="+mn-lt"/>
                        </a:rPr>
                        <a:t>Tokyo &amp; Beijing*</a:t>
                      </a:r>
                    </a:p>
                  </a:txBody>
                  <a:tcPr marL="9525" marR="9525" marT="9525" marB="0" anchor="ctr">
                    <a:solidFill>
                      <a:schemeClr val="accent4">
                        <a:lumMod val="60000"/>
                        <a:lumOff val="4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extLst>
                  <a:ext uri="{0D108BD9-81ED-4DB2-BD59-A6C34878D82A}">
                    <a16:rowId xmlns:a16="http://schemas.microsoft.com/office/drawing/2014/main" val="2796652611"/>
                  </a:ext>
                </a:extLst>
              </a:tr>
              <a:tr h="503057">
                <a:tc>
                  <a:txBody>
                    <a:bodyPr/>
                    <a:lstStyle/>
                    <a:p>
                      <a:pPr algn="l" fontAlgn="b"/>
                      <a:r>
                        <a:rPr lang="en-US" sz="700" b="1" i="0" u="none" strike="noStrike" dirty="0" err="1">
                          <a:solidFill>
                            <a:srgbClr val="000000"/>
                          </a:solidFill>
                          <a:effectLst/>
                          <a:latin typeface="+mn-lt"/>
                        </a:rPr>
                        <a:t>HK,Taipei</a:t>
                      </a:r>
                      <a:r>
                        <a:rPr lang="en-US" sz="700" b="1" i="0" u="none" strike="noStrike" dirty="0">
                          <a:solidFill>
                            <a:srgbClr val="000000"/>
                          </a:solidFill>
                          <a:effectLst/>
                          <a:latin typeface="+mn-lt"/>
                        </a:rPr>
                        <a:t>, Singapore &amp; Seoul</a:t>
                      </a:r>
                    </a:p>
                  </a:txBody>
                  <a:tcPr marL="9525" marR="9525" marT="9525" marB="0" anchor="ctr">
                    <a:solidFill>
                      <a:schemeClr val="accent4">
                        <a:lumMod val="60000"/>
                        <a:lumOff val="4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extLst>
                  <a:ext uri="{0D108BD9-81ED-4DB2-BD59-A6C34878D82A}">
                    <a16:rowId xmlns:a16="http://schemas.microsoft.com/office/drawing/2014/main" val="2812090040"/>
                  </a:ext>
                </a:extLst>
              </a:tr>
              <a:tr h="503057">
                <a:tc>
                  <a:txBody>
                    <a:bodyPr/>
                    <a:lstStyle/>
                    <a:p>
                      <a:pPr algn="l" fontAlgn="b"/>
                      <a:r>
                        <a:rPr lang="en-US" sz="600" b="1" i="0" u="none" strike="noStrike" dirty="0">
                          <a:solidFill>
                            <a:srgbClr val="000000"/>
                          </a:solidFill>
                          <a:effectLst/>
                          <a:latin typeface="+mn-lt"/>
                        </a:rPr>
                        <a:t>Sydney</a:t>
                      </a:r>
                    </a:p>
                  </a:txBody>
                  <a:tcPr marL="9525" marR="9525" marT="9525" marB="0" anchor="ctr">
                    <a:solidFill>
                      <a:schemeClr val="accent4">
                        <a:lumMod val="60000"/>
                        <a:lumOff val="4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extLst>
                  <a:ext uri="{0D108BD9-81ED-4DB2-BD59-A6C34878D82A}">
                    <a16:rowId xmlns:a16="http://schemas.microsoft.com/office/drawing/2014/main" val="2908705559"/>
                  </a:ext>
                </a:extLst>
              </a:tr>
              <a:tr h="503057">
                <a:tc>
                  <a:txBody>
                    <a:bodyPr/>
                    <a:lstStyle/>
                    <a:p>
                      <a:pPr algn="l" fontAlgn="b"/>
                      <a:r>
                        <a:rPr lang="en-US" sz="600" b="1" i="0" u="none" strike="noStrike" dirty="0">
                          <a:solidFill>
                            <a:srgbClr val="000000"/>
                          </a:solidFill>
                          <a:effectLst/>
                          <a:latin typeface="+mn-lt"/>
                        </a:rPr>
                        <a:t>Munich, Zurich &amp; Amsterdam</a:t>
                      </a:r>
                    </a:p>
                  </a:txBody>
                  <a:tcPr marL="9525" marR="9525" marT="9525" marB="0" anchor="ctr">
                    <a:solidFill>
                      <a:schemeClr val="accent4">
                        <a:lumMod val="60000"/>
                        <a:lumOff val="4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extLst>
                  <a:ext uri="{0D108BD9-81ED-4DB2-BD59-A6C34878D82A}">
                    <a16:rowId xmlns:a16="http://schemas.microsoft.com/office/drawing/2014/main" val="1873580142"/>
                  </a:ext>
                </a:extLst>
              </a:tr>
              <a:tr h="503057">
                <a:tc>
                  <a:txBody>
                    <a:bodyPr/>
                    <a:lstStyle/>
                    <a:p>
                      <a:pPr algn="l" fontAlgn="b"/>
                      <a:r>
                        <a:rPr lang="en-US" sz="800" b="1" i="0" u="none" strike="noStrike" dirty="0">
                          <a:solidFill>
                            <a:srgbClr val="000000"/>
                          </a:solidFill>
                          <a:effectLst/>
                          <a:latin typeface="+mn-lt"/>
                        </a:rPr>
                        <a:t>Milan</a:t>
                      </a:r>
                    </a:p>
                  </a:txBody>
                  <a:tcPr marL="9525" marR="9525" marT="9525" marB="0" anchor="ctr">
                    <a:solidFill>
                      <a:schemeClr val="accent4">
                        <a:lumMod val="60000"/>
                        <a:lumOff val="4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tc>
                  <a:txBody>
                    <a:bodyPr/>
                    <a:lstStyle/>
                    <a:p>
                      <a:endParaRPr lang="en-US" sz="600" dirty="0"/>
                    </a:p>
                  </a:txBody>
                  <a:tcPr>
                    <a:solidFill>
                      <a:schemeClr val="accent4">
                        <a:lumMod val="20000"/>
                        <a:lumOff val="80000"/>
                      </a:schemeClr>
                    </a:solidFill>
                  </a:tcPr>
                </a:tc>
                <a:extLst>
                  <a:ext uri="{0D108BD9-81ED-4DB2-BD59-A6C34878D82A}">
                    <a16:rowId xmlns:a16="http://schemas.microsoft.com/office/drawing/2014/main" val="2995576396"/>
                  </a:ext>
                </a:extLst>
              </a:tr>
              <a:tr h="503057">
                <a:tc>
                  <a:txBody>
                    <a:bodyPr/>
                    <a:lstStyle/>
                    <a:p>
                      <a:pPr algn="l" fontAlgn="b"/>
                      <a:endParaRPr lang="en-US" sz="800" b="1" i="0" u="none" strike="noStrike" dirty="0">
                        <a:solidFill>
                          <a:srgbClr val="000000"/>
                        </a:solidFill>
                        <a:effectLst/>
                        <a:latin typeface="+mn-lt"/>
                      </a:endParaRPr>
                    </a:p>
                  </a:txBody>
                  <a:tcPr marL="9525" marR="9525" marT="9525" marB="0" anchor="ctr">
                    <a:solidFill>
                      <a:schemeClr val="bg2">
                        <a:lumMod val="5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tc>
                  <a:txBody>
                    <a:bodyPr/>
                    <a:lstStyle/>
                    <a:p>
                      <a:endParaRPr lang="en-US" sz="600" dirty="0"/>
                    </a:p>
                  </a:txBody>
                  <a:tcPr>
                    <a:solidFill>
                      <a:schemeClr val="bg2">
                        <a:lumMod val="90000"/>
                      </a:schemeClr>
                    </a:solidFill>
                  </a:tcPr>
                </a:tc>
                <a:extLst>
                  <a:ext uri="{0D108BD9-81ED-4DB2-BD59-A6C34878D82A}">
                    <a16:rowId xmlns:a16="http://schemas.microsoft.com/office/drawing/2014/main" val="4245638292"/>
                  </a:ext>
                </a:extLst>
              </a:tr>
            </a:tbl>
          </a:graphicData>
        </a:graphic>
      </p:graphicFrame>
      <p:cxnSp>
        <p:nvCxnSpPr>
          <p:cNvPr id="8" name="Straight Arrow Connector 7">
            <a:extLst>
              <a:ext uri="{FF2B5EF4-FFF2-40B4-BE49-F238E27FC236}">
                <a16:creationId xmlns:a16="http://schemas.microsoft.com/office/drawing/2014/main" id="{FE074F31-3A2F-E861-8610-A6B6FEEE3940}"/>
              </a:ext>
            </a:extLst>
          </p:cNvPr>
          <p:cNvCxnSpPr>
            <a:cxnSpLocks/>
          </p:cNvCxnSpPr>
          <p:nvPr/>
        </p:nvCxnSpPr>
        <p:spPr>
          <a:xfrm>
            <a:off x="815865" y="1175659"/>
            <a:ext cx="2399815"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5725DD7-C086-8FD8-49A2-DA427F0C17DC}"/>
              </a:ext>
            </a:extLst>
          </p:cNvPr>
          <p:cNvCxnSpPr>
            <a:cxnSpLocks/>
          </p:cNvCxnSpPr>
          <p:nvPr/>
        </p:nvCxnSpPr>
        <p:spPr>
          <a:xfrm>
            <a:off x="3215680" y="1175659"/>
            <a:ext cx="648072"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396781D-8798-52C7-3A6C-1F91685A5034}"/>
              </a:ext>
            </a:extLst>
          </p:cNvPr>
          <p:cNvCxnSpPr>
            <a:cxnSpLocks/>
          </p:cNvCxnSpPr>
          <p:nvPr/>
        </p:nvCxnSpPr>
        <p:spPr>
          <a:xfrm>
            <a:off x="3863752" y="1175659"/>
            <a:ext cx="1296144"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373864A-1549-A3EA-874F-4D1C90D47F8E}"/>
              </a:ext>
            </a:extLst>
          </p:cNvPr>
          <p:cNvCxnSpPr>
            <a:cxnSpLocks/>
          </p:cNvCxnSpPr>
          <p:nvPr/>
        </p:nvCxnSpPr>
        <p:spPr>
          <a:xfrm>
            <a:off x="3394363" y="1266031"/>
            <a:ext cx="720080"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0D0402B-2C13-704E-C048-60FAF78C3E6D}"/>
              </a:ext>
            </a:extLst>
          </p:cNvPr>
          <p:cNvCxnSpPr>
            <a:cxnSpLocks/>
          </p:cNvCxnSpPr>
          <p:nvPr/>
        </p:nvCxnSpPr>
        <p:spPr>
          <a:xfrm flipV="1">
            <a:off x="4114443" y="1402600"/>
            <a:ext cx="554139" cy="10072"/>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64E1752-9756-BCF6-1F20-5640F2D14BD1}"/>
              </a:ext>
            </a:extLst>
          </p:cNvPr>
          <p:cNvCxnSpPr>
            <a:cxnSpLocks/>
          </p:cNvCxnSpPr>
          <p:nvPr/>
        </p:nvCxnSpPr>
        <p:spPr>
          <a:xfrm>
            <a:off x="4951617" y="1502397"/>
            <a:ext cx="576064"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6514AB71-BD5D-B5EC-BC06-8792B447698A}"/>
              </a:ext>
            </a:extLst>
          </p:cNvPr>
          <p:cNvCxnSpPr>
            <a:cxnSpLocks/>
          </p:cNvCxnSpPr>
          <p:nvPr/>
        </p:nvCxnSpPr>
        <p:spPr>
          <a:xfrm>
            <a:off x="5807968" y="1629613"/>
            <a:ext cx="576064"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0FCA424F-0686-39E5-B318-33CD96D2F8C3}"/>
              </a:ext>
            </a:extLst>
          </p:cNvPr>
          <p:cNvCxnSpPr>
            <a:cxnSpLocks/>
          </p:cNvCxnSpPr>
          <p:nvPr/>
        </p:nvCxnSpPr>
        <p:spPr>
          <a:xfrm>
            <a:off x="4114443" y="1266031"/>
            <a:ext cx="360040"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1" name="Isosceles Triangle 60">
            <a:extLst>
              <a:ext uri="{FF2B5EF4-FFF2-40B4-BE49-F238E27FC236}">
                <a16:creationId xmlns:a16="http://schemas.microsoft.com/office/drawing/2014/main" id="{3AF73D68-6AAE-4467-380E-6251F75DC0DD}"/>
              </a:ext>
            </a:extLst>
          </p:cNvPr>
          <p:cNvSpPr/>
          <p:nvPr/>
        </p:nvSpPr>
        <p:spPr>
          <a:xfrm>
            <a:off x="4199405" y="1210987"/>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64" name="Straight Arrow Connector 63">
            <a:extLst>
              <a:ext uri="{FF2B5EF4-FFF2-40B4-BE49-F238E27FC236}">
                <a16:creationId xmlns:a16="http://schemas.microsoft.com/office/drawing/2014/main" id="{BCE3543C-0167-0800-04BE-8F64C117D484}"/>
              </a:ext>
            </a:extLst>
          </p:cNvPr>
          <p:cNvCxnSpPr>
            <a:cxnSpLocks/>
          </p:cNvCxnSpPr>
          <p:nvPr/>
        </p:nvCxnSpPr>
        <p:spPr>
          <a:xfrm flipV="1">
            <a:off x="4668582" y="1402600"/>
            <a:ext cx="819495" cy="3035"/>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76" name="Isosceles Triangle 75">
            <a:extLst>
              <a:ext uri="{FF2B5EF4-FFF2-40B4-BE49-F238E27FC236}">
                <a16:creationId xmlns:a16="http://schemas.microsoft.com/office/drawing/2014/main" id="{E160784F-CB87-A8FE-1325-11BD91BB6430}"/>
              </a:ext>
            </a:extLst>
          </p:cNvPr>
          <p:cNvSpPr/>
          <p:nvPr/>
        </p:nvSpPr>
        <p:spPr>
          <a:xfrm>
            <a:off x="5191491" y="1349728"/>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89" name="Straight Arrow Connector 88">
            <a:extLst>
              <a:ext uri="{FF2B5EF4-FFF2-40B4-BE49-F238E27FC236}">
                <a16:creationId xmlns:a16="http://schemas.microsoft.com/office/drawing/2014/main" id="{C1A37A38-2D44-C522-7344-61BAEF74F6EB}"/>
              </a:ext>
            </a:extLst>
          </p:cNvPr>
          <p:cNvCxnSpPr>
            <a:cxnSpLocks/>
          </p:cNvCxnSpPr>
          <p:nvPr/>
        </p:nvCxnSpPr>
        <p:spPr>
          <a:xfrm>
            <a:off x="5663952" y="1505432"/>
            <a:ext cx="360040"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0" name="Isosceles Triangle 89">
            <a:extLst>
              <a:ext uri="{FF2B5EF4-FFF2-40B4-BE49-F238E27FC236}">
                <a16:creationId xmlns:a16="http://schemas.microsoft.com/office/drawing/2014/main" id="{8D02136E-620A-A89C-2002-F2309A3A14B3}"/>
              </a:ext>
            </a:extLst>
          </p:cNvPr>
          <p:cNvSpPr/>
          <p:nvPr/>
        </p:nvSpPr>
        <p:spPr>
          <a:xfrm>
            <a:off x="5784178" y="1451761"/>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91" name="Straight Arrow Connector 90">
            <a:extLst>
              <a:ext uri="{FF2B5EF4-FFF2-40B4-BE49-F238E27FC236}">
                <a16:creationId xmlns:a16="http://schemas.microsoft.com/office/drawing/2014/main" id="{C7F26B91-C814-174E-1D98-99CF7B6EDFF2}"/>
              </a:ext>
            </a:extLst>
          </p:cNvPr>
          <p:cNvCxnSpPr>
            <a:cxnSpLocks/>
          </p:cNvCxnSpPr>
          <p:nvPr/>
        </p:nvCxnSpPr>
        <p:spPr>
          <a:xfrm>
            <a:off x="6503333" y="1629613"/>
            <a:ext cx="423868"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4" name="Isosceles Triangle 93">
            <a:extLst>
              <a:ext uri="{FF2B5EF4-FFF2-40B4-BE49-F238E27FC236}">
                <a16:creationId xmlns:a16="http://schemas.microsoft.com/office/drawing/2014/main" id="{2D0DFB8B-466C-83B5-9E40-30EA43BE770F}"/>
              </a:ext>
            </a:extLst>
          </p:cNvPr>
          <p:cNvSpPr/>
          <p:nvPr/>
        </p:nvSpPr>
        <p:spPr>
          <a:xfrm>
            <a:off x="6659109" y="1575942"/>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97" name="Straight Arrow Connector 96">
            <a:extLst>
              <a:ext uri="{FF2B5EF4-FFF2-40B4-BE49-F238E27FC236}">
                <a16:creationId xmlns:a16="http://schemas.microsoft.com/office/drawing/2014/main" id="{97945103-2D71-DD89-AD21-0BC059D53D75}"/>
              </a:ext>
            </a:extLst>
          </p:cNvPr>
          <p:cNvCxnSpPr>
            <a:cxnSpLocks/>
          </p:cNvCxnSpPr>
          <p:nvPr/>
        </p:nvCxnSpPr>
        <p:spPr>
          <a:xfrm>
            <a:off x="2709081" y="1820515"/>
            <a:ext cx="3674951"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E3EECCCC-5327-9873-8717-E6181C4CC234}"/>
              </a:ext>
            </a:extLst>
          </p:cNvPr>
          <p:cNvCxnSpPr>
            <a:cxnSpLocks/>
          </p:cNvCxnSpPr>
          <p:nvPr/>
        </p:nvCxnSpPr>
        <p:spPr>
          <a:xfrm>
            <a:off x="6407583" y="1964531"/>
            <a:ext cx="624521"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478561DF-F7A5-B05C-392B-C0D29D56DF6A}"/>
              </a:ext>
            </a:extLst>
          </p:cNvPr>
          <p:cNvCxnSpPr>
            <a:cxnSpLocks/>
          </p:cNvCxnSpPr>
          <p:nvPr/>
        </p:nvCxnSpPr>
        <p:spPr>
          <a:xfrm>
            <a:off x="7032104" y="2082259"/>
            <a:ext cx="373770"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04" name="Isosceles Triangle 103">
            <a:extLst>
              <a:ext uri="{FF2B5EF4-FFF2-40B4-BE49-F238E27FC236}">
                <a16:creationId xmlns:a16="http://schemas.microsoft.com/office/drawing/2014/main" id="{E00769E6-4212-CD71-8E07-A17814AE599A}"/>
              </a:ext>
            </a:extLst>
          </p:cNvPr>
          <p:cNvSpPr/>
          <p:nvPr/>
        </p:nvSpPr>
        <p:spPr>
          <a:xfrm>
            <a:off x="7150578" y="2043126"/>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107" name="Straight Arrow Connector 106">
            <a:extLst>
              <a:ext uri="{FF2B5EF4-FFF2-40B4-BE49-F238E27FC236}">
                <a16:creationId xmlns:a16="http://schemas.microsoft.com/office/drawing/2014/main" id="{D1FB8C09-E1B8-AF18-4FFF-B6B498A574A8}"/>
              </a:ext>
            </a:extLst>
          </p:cNvPr>
          <p:cNvCxnSpPr>
            <a:cxnSpLocks/>
          </p:cNvCxnSpPr>
          <p:nvPr/>
        </p:nvCxnSpPr>
        <p:spPr>
          <a:xfrm>
            <a:off x="7542837" y="2534188"/>
            <a:ext cx="432048"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08" name="Isosceles Triangle 107">
            <a:extLst>
              <a:ext uri="{FF2B5EF4-FFF2-40B4-BE49-F238E27FC236}">
                <a16:creationId xmlns:a16="http://schemas.microsoft.com/office/drawing/2014/main" id="{412A2004-F21A-CA1F-D17A-741F43E79A13}"/>
              </a:ext>
            </a:extLst>
          </p:cNvPr>
          <p:cNvSpPr/>
          <p:nvPr/>
        </p:nvSpPr>
        <p:spPr>
          <a:xfrm>
            <a:off x="7724916" y="2488468"/>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112" name="Straight Arrow Connector 111">
            <a:extLst>
              <a:ext uri="{FF2B5EF4-FFF2-40B4-BE49-F238E27FC236}">
                <a16:creationId xmlns:a16="http://schemas.microsoft.com/office/drawing/2014/main" id="{242ABD01-E23B-A89C-B30E-AF13580A636E}"/>
              </a:ext>
            </a:extLst>
          </p:cNvPr>
          <p:cNvCxnSpPr>
            <a:cxnSpLocks/>
          </p:cNvCxnSpPr>
          <p:nvPr/>
        </p:nvCxnSpPr>
        <p:spPr>
          <a:xfrm>
            <a:off x="7032104" y="2416460"/>
            <a:ext cx="432048"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6572D5CC-AAF9-35A7-B309-7789024821A5}"/>
              </a:ext>
            </a:extLst>
          </p:cNvPr>
          <p:cNvCxnSpPr>
            <a:cxnSpLocks/>
          </p:cNvCxnSpPr>
          <p:nvPr/>
        </p:nvCxnSpPr>
        <p:spPr>
          <a:xfrm>
            <a:off x="2999656" y="2272444"/>
            <a:ext cx="4284476"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89B6C3B5-E135-1C3E-2309-0FAD582BF30C}"/>
              </a:ext>
            </a:extLst>
          </p:cNvPr>
          <p:cNvCxnSpPr>
            <a:cxnSpLocks/>
          </p:cNvCxnSpPr>
          <p:nvPr/>
        </p:nvCxnSpPr>
        <p:spPr>
          <a:xfrm>
            <a:off x="7919751" y="2985668"/>
            <a:ext cx="432048"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21" name="Isosceles Triangle 120">
            <a:extLst>
              <a:ext uri="{FF2B5EF4-FFF2-40B4-BE49-F238E27FC236}">
                <a16:creationId xmlns:a16="http://schemas.microsoft.com/office/drawing/2014/main" id="{D8DDCD22-7976-C89E-AF83-C2F84DE3F487}"/>
              </a:ext>
            </a:extLst>
          </p:cNvPr>
          <p:cNvSpPr/>
          <p:nvPr/>
        </p:nvSpPr>
        <p:spPr>
          <a:xfrm>
            <a:off x="8101830" y="2939948"/>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122" name="Straight Arrow Connector 121">
            <a:extLst>
              <a:ext uri="{FF2B5EF4-FFF2-40B4-BE49-F238E27FC236}">
                <a16:creationId xmlns:a16="http://schemas.microsoft.com/office/drawing/2014/main" id="{532F78D5-0603-38C0-E044-0470D3280378}"/>
              </a:ext>
            </a:extLst>
          </p:cNvPr>
          <p:cNvCxnSpPr>
            <a:cxnSpLocks/>
          </p:cNvCxnSpPr>
          <p:nvPr/>
        </p:nvCxnSpPr>
        <p:spPr>
          <a:xfrm>
            <a:off x="7487703" y="2867940"/>
            <a:ext cx="432048"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4E0ACE28-0697-08FB-5294-A69DD2726D3A}"/>
              </a:ext>
            </a:extLst>
          </p:cNvPr>
          <p:cNvCxnSpPr>
            <a:cxnSpLocks/>
          </p:cNvCxnSpPr>
          <p:nvPr/>
        </p:nvCxnSpPr>
        <p:spPr>
          <a:xfrm>
            <a:off x="3359696" y="2723924"/>
            <a:ext cx="4344031"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DED7E1D1-6C64-9CBD-5825-F5DA90E78578}"/>
              </a:ext>
            </a:extLst>
          </p:cNvPr>
          <p:cNvCxnSpPr>
            <a:cxnSpLocks/>
          </p:cNvCxnSpPr>
          <p:nvPr/>
        </p:nvCxnSpPr>
        <p:spPr>
          <a:xfrm>
            <a:off x="8375350" y="3489724"/>
            <a:ext cx="408497"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25" name="Isosceles Triangle 124">
            <a:extLst>
              <a:ext uri="{FF2B5EF4-FFF2-40B4-BE49-F238E27FC236}">
                <a16:creationId xmlns:a16="http://schemas.microsoft.com/office/drawing/2014/main" id="{0554E36D-30B6-9460-F3C5-91715141C5F2}"/>
              </a:ext>
            </a:extLst>
          </p:cNvPr>
          <p:cNvSpPr/>
          <p:nvPr/>
        </p:nvSpPr>
        <p:spPr>
          <a:xfrm>
            <a:off x="8533878" y="3444004"/>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131" name="Straight Arrow Connector 130">
            <a:extLst>
              <a:ext uri="{FF2B5EF4-FFF2-40B4-BE49-F238E27FC236}">
                <a16:creationId xmlns:a16="http://schemas.microsoft.com/office/drawing/2014/main" id="{8E97C578-E17E-9A9D-F2AE-02CA4EAF5233}"/>
              </a:ext>
            </a:extLst>
          </p:cNvPr>
          <p:cNvCxnSpPr>
            <a:cxnSpLocks/>
          </p:cNvCxnSpPr>
          <p:nvPr/>
        </p:nvCxnSpPr>
        <p:spPr>
          <a:xfrm>
            <a:off x="7919751" y="3371996"/>
            <a:ext cx="485828"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5EAB2D6A-DA00-627F-E1EE-48AE2880BD0D}"/>
              </a:ext>
            </a:extLst>
          </p:cNvPr>
          <p:cNvCxnSpPr>
            <a:cxnSpLocks/>
          </p:cNvCxnSpPr>
          <p:nvPr/>
        </p:nvCxnSpPr>
        <p:spPr>
          <a:xfrm>
            <a:off x="3863752" y="3227980"/>
            <a:ext cx="4344031"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758DE962-D0DC-A12E-4C9C-FB08FA8DE144}"/>
              </a:ext>
            </a:extLst>
          </p:cNvPr>
          <p:cNvCxnSpPr>
            <a:cxnSpLocks/>
          </p:cNvCxnSpPr>
          <p:nvPr/>
        </p:nvCxnSpPr>
        <p:spPr>
          <a:xfrm>
            <a:off x="8922540" y="3911995"/>
            <a:ext cx="432048"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36" name="Isosceles Triangle 135">
            <a:extLst>
              <a:ext uri="{FF2B5EF4-FFF2-40B4-BE49-F238E27FC236}">
                <a16:creationId xmlns:a16="http://schemas.microsoft.com/office/drawing/2014/main" id="{D97DA775-4B90-8180-120C-5DEC8A3E4288}"/>
              </a:ext>
            </a:extLst>
          </p:cNvPr>
          <p:cNvSpPr/>
          <p:nvPr/>
        </p:nvSpPr>
        <p:spPr>
          <a:xfrm>
            <a:off x="9104619" y="3866275"/>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138" name="Straight Arrow Connector 137">
            <a:extLst>
              <a:ext uri="{FF2B5EF4-FFF2-40B4-BE49-F238E27FC236}">
                <a16:creationId xmlns:a16="http://schemas.microsoft.com/office/drawing/2014/main" id="{F537358C-1B02-CE84-A049-05CA3FF3012B}"/>
              </a:ext>
            </a:extLst>
          </p:cNvPr>
          <p:cNvCxnSpPr>
            <a:cxnSpLocks/>
          </p:cNvCxnSpPr>
          <p:nvPr/>
        </p:nvCxnSpPr>
        <p:spPr>
          <a:xfrm>
            <a:off x="8418484" y="3791176"/>
            <a:ext cx="432048"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0BA290CB-D7AF-B5F6-F78E-CC77A292A03A}"/>
              </a:ext>
            </a:extLst>
          </p:cNvPr>
          <p:cNvCxnSpPr>
            <a:cxnSpLocks/>
          </p:cNvCxnSpPr>
          <p:nvPr/>
        </p:nvCxnSpPr>
        <p:spPr>
          <a:xfrm>
            <a:off x="7392144" y="3660028"/>
            <a:ext cx="1296144"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7FF39CEF-D973-6100-F501-C45B086DE766}"/>
              </a:ext>
            </a:extLst>
          </p:cNvPr>
          <p:cNvCxnSpPr>
            <a:cxnSpLocks/>
          </p:cNvCxnSpPr>
          <p:nvPr/>
        </p:nvCxnSpPr>
        <p:spPr>
          <a:xfrm>
            <a:off x="9408368" y="4488059"/>
            <a:ext cx="432048"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41" name="Isosceles Triangle 140">
            <a:extLst>
              <a:ext uri="{FF2B5EF4-FFF2-40B4-BE49-F238E27FC236}">
                <a16:creationId xmlns:a16="http://schemas.microsoft.com/office/drawing/2014/main" id="{2889BCA4-28E5-44EF-5BA4-768142705463}"/>
              </a:ext>
            </a:extLst>
          </p:cNvPr>
          <p:cNvSpPr/>
          <p:nvPr/>
        </p:nvSpPr>
        <p:spPr>
          <a:xfrm>
            <a:off x="9590447" y="4442339"/>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142" name="Straight Arrow Connector 141">
            <a:extLst>
              <a:ext uri="{FF2B5EF4-FFF2-40B4-BE49-F238E27FC236}">
                <a16:creationId xmlns:a16="http://schemas.microsoft.com/office/drawing/2014/main" id="{6B952180-B524-5F5A-E4BE-43EADB7108F4}"/>
              </a:ext>
            </a:extLst>
          </p:cNvPr>
          <p:cNvCxnSpPr>
            <a:cxnSpLocks/>
          </p:cNvCxnSpPr>
          <p:nvPr/>
        </p:nvCxnSpPr>
        <p:spPr>
          <a:xfrm>
            <a:off x="8904312" y="4370331"/>
            <a:ext cx="432048"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8549A5D0-CCB1-0B2B-343C-D649068A4155}"/>
              </a:ext>
            </a:extLst>
          </p:cNvPr>
          <p:cNvCxnSpPr>
            <a:cxnSpLocks/>
          </p:cNvCxnSpPr>
          <p:nvPr/>
        </p:nvCxnSpPr>
        <p:spPr>
          <a:xfrm>
            <a:off x="4799856" y="4226315"/>
            <a:ext cx="4320480"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33BA34E2-BEC5-445F-49D2-1F35E9268E8A}"/>
              </a:ext>
            </a:extLst>
          </p:cNvPr>
          <p:cNvCxnSpPr>
            <a:cxnSpLocks/>
          </p:cNvCxnSpPr>
          <p:nvPr/>
        </p:nvCxnSpPr>
        <p:spPr>
          <a:xfrm>
            <a:off x="9767731" y="4982460"/>
            <a:ext cx="432048"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50" name="Isosceles Triangle 149">
            <a:extLst>
              <a:ext uri="{FF2B5EF4-FFF2-40B4-BE49-F238E27FC236}">
                <a16:creationId xmlns:a16="http://schemas.microsoft.com/office/drawing/2014/main" id="{7C9F36C6-513D-2BF3-ABD7-FFB58E28E3B9}"/>
              </a:ext>
            </a:extLst>
          </p:cNvPr>
          <p:cNvSpPr/>
          <p:nvPr/>
        </p:nvSpPr>
        <p:spPr>
          <a:xfrm>
            <a:off x="9949810" y="4936740"/>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151" name="Straight Arrow Connector 150">
            <a:extLst>
              <a:ext uri="{FF2B5EF4-FFF2-40B4-BE49-F238E27FC236}">
                <a16:creationId xmlns:a16="http://schemas.microsoft.com/office/drawing/2014/main" id="{ABDA0E57-2A46-1400-8C4B-7B970A92A7C8}"/>
              </a:ext>
            </a:extLst>
          </p:cNvPr>
          <p:cNvCxnSpPr>
            <a:cxnSpLocks/>
          </p:cNvCxnSpPr>
          <p:nvPr/>
        </p:nvCxnSpPr>
        <p:spPr>
          <a:xfrm>
            <a:off x="9312132" y="4864732"/>
            <a:ext cx="432048"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D7E1E962-FF4F-8D28-0F4A-6297D22C890F}"/>
              </a:ext>
            </a:extLst>
          </p:cNvPr>
          <p:cNvCxnSpPr>
            <a:cxnSpLocks/>
          </p:cNvCxnSpPr>
          <p:nvPr/>
        </p:nvCxnSpPr>
        <p:spPr>
          <a:xfrm>
            <a:off x="5375920" y="4720716"/>
            <a:ext cx="4128007"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A0283073-F0F5-B32B-39C8-4E5C334D0731}"/>
              </a:ext>
            </a:extLst>
          </p:cNvPr>
          <p:cNvCxnSpPr>
            <a:cxnSpLocks/>
          </p:cNvCxnSpPr>
          <p:nvPr/>
        </p:nvCxnSpPr>
        <p:spPr>
          <a:xfrm>
            <a:off x="10848528" y="5990572"/>
            <a:ext cx="432048"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58" name="Isosceles Triangle 157">
            <a:extLst>
              <a:ext uri="{FF2B5EF4-FFF2-40B4-BE49-F238E27FC236}">
                <a16:creationId xmlns:a16="http://schemas.microsoft.com/office/drawing/2014/main" id="{63A5587A-D886-0204-A748-0E3466131312}"/>
              </a:ext>
            </a:extLst>
          </p:cNvPr>
          <p:cNvSpPr/>
          <p:nvPr/>
        </p:nvSpPr>
        <p:spPr>
          <a:xfrm>
            <a:off x="11030607" y="5944852"/>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159" name="Straight Arrow Connector 158">
            <a:extLst>
              <a:ext uri="{FF2B5EF4-FFF2-40B4-BE49-F238E27FC236}">
                <a16:creationId xmlns:a16="http://schemas.microsoft.com/office/drawing/2014/main" id="{570CD44F-09B5-2DD1-92C9-C9DC79D3FAE3}"/>
              </a:ext>
            </a:extLst>
          </p:cNvPr>
          <p:cNvCxnSpPr>
            <a:cxnSpLocks/>
          </p:cNvCxnSpPr>
          <p:nvPr/>
        </p:nvCxnSpPr>
        <p:spPr>
          <a:xfrm>
            <a:off x="10151999" y="5872844"/>
            <a:ext cx="687042"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F436C169-A0BF-EBC2-D501-45F9D88B4643}"/>
              </a:ext>
            </a:extLst>
          </p:cNvPr>
          <p:cNvCxnSpPr>
            <a:cxnSpLocks/>
          </p:cNvCxnSpPr>
          <p:nvPr/>
        </p:nvCxnSpPr>
        <p:spPr>
          <a:xfrm>
            <a:off x="6816080" y="5730358"/>
            <a:ext cx="3695959"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A17D0C74-594B-47F9-FDBF-9970F041C431}"/>
              </a:ext>
            </a:extLst>
          </p:cNvPr>
          <p:cNvCxnSpPr>
            <a:cxnSpLocks/>
          </p:cNvCxnSpPr>
          <p:nvPr/>
        </p:nvCxnSpPr>
        <p:spPr>
          <a:xfrm>
            <a:off x="5807968" y="1175659"/>
            <a:ext cx="383591" cy="0"/>
          </a:xfrm>
          <a:prstGeom prst="straightConnector1">
            <a:avLst/>
          </a:prstGeom>
          <a:ln w="12700">
            <a:solidFill>
              <a:srgbClr val="92D05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B5F542D-F699-9F23-073A-7B362E946E01}"/>
              </a:ext>
            </a:extLst>
          </p:cNvPr>
          <p:cNvCxnSpPr>
            <a:cxnSpLocks/>
          </p:cNvCxnSpPr>
          <p:nvPr/>
        </p:nvCxnSpPr>
        <p:spPr>
          <a:xfrm>
            <a:off x="5159896" y="1175659"/>
            <a:ext cx="648072"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8C41F174-B764-AEFB-D6C2-C8F9B62F7065}"/>
              </a:ext>
            </a:extLst>
          </p:cNvPr>
          <p:cNvSpPr txBox="1"/>
          <p:nvPr/>
        </p:nvSpPr>
        <p:spPr>
          <a:xfrm>
            <a:off x="1067287" y="4646737"/>
            <a:ext cx="1931464" cy="846386"/>
          </a:xfrm>
          <a:prstGeom prst="rect">
            <a:avLst/>
          </a:prstGeom>
          <a:solidFill>
            <a:srgbClr val="FFF6D9"/>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Arial"/>
                <a:ea typeface="ＭＳ Ｐゴシック" charset="0"/>
                <a:cs typeface="+mn-cs"/>
              </a:rPr>
              <a:t>Requirements/Development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Arial"/>
                <a:ea typeface="ＭＳ Ｐゴシック" charset="0"/>
                <a:cs typeface="+mn-cs"/>
              </a:rPr>
              <a:t>Production Parallel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Arial"/>
                <a:ea typeface="ＭＳ Ｐゴシック" charset="0"/>
                <a:cs typeface="+mn-cs"/>
              </a:rPr>
              <a:t>Release and Hypercare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Arial"/>
                <a:ea typeface="ＭＳ Ｐゴシック" charset="0"/>
                <a:cs typeface="+mn-cs"/>
              </a:rPr>
              <a:t>Migration Date</a:t>
            </a:r>
          </a:p>
        </p:txBody>
      </p:sp>
      <p:sp>
        <p:nvSpPr>
          <p:cNvPr id="189" name="Isosceles Triangle 188">
            <a:extLst>
              <a:ext uri="{FF2B5EF4-FFF2-40B4-BE49-F238E27FC236}">
                <a16:creationId xmlns:a16="http://schemas.microsoft.com/office/drawing/2014/main" id="{5590EE82-E650-CAE1-D752-492A6354C373}"/>
              </a:ext>
            </a:extLst>
          </p:cNvPr>
          <p:cNvSpPr/>
          <p:nvPr/>
        </p:nvSpPr>
        <p:spPr>
          <a:xfrm>
            <a:off x="2656025" y="5322930"/>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190" name="Straight Arrow Connector 189">
            <a:extLst>
              <a:ext uri="{FF2B5EF4-FFF2-40B4-BE49-F238E27FC236}">
                <a16:creationId xmlns:a16="http://schemas.microsoft.com/office/drawing/2014/main" id="{B00559A5-DF4F-B40E-B03D-EF7B61FFEA74}"/>
              </a:ext>
            </a:extLst>
          </p:cNvPr>
          <p:cNvCxnSpPr>
            <a:cxnSpLocks/>
          </p:cNvCxnSpPr>
          <p:nvPr/>
        </p:nvCxnSpPr>
        <p:spPr>
          <a:xfrm flipV="1">
            <a:off x="2600906" y="4772662"/>
            <a:ext cx="216024" cy="585"/>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7B78F1D4-9D8F-99D2-245D-124E150D79F9}"/>
              </a:ext>
            </a:extLst>
          </p:cNvPr>
          <p:cNvCxnSpPr>
            <a:cxnSpLocks/>
          </p:cNvCxnSpPr>
          <p:nvPr/>
        </p:nvCxnSpPr>
        <p:spPr>
          <a:xfrm>
            <a:off x="2609093" y="4985504"/>
            <a:ext cx="216024"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38E8500F-6D5C-2899-78E1-C396828A6919}"/>
              </a:ext>
            </a:extLst>
          </p:cNvPr>
          <p:cNvCxnSpPr>
            <a:cxnSpLocks/>
          </p:cNvCxnSpPr>
          <p:nvPr/>
        </p:nvCxnSpPr>
        <p:spPr>
          <a:xfrm>
            <a:off x="2603449" y="5198347"/>
            <a:ext cx="216024" cy="3181"/>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92034F8-043A-0AAC-D4F9-2B5D8C43A23A}"/>
              </a:ext>
            </a:extLst>
          </p:cNvPr>
          <p:cNvCxnSpPr>
            <a:cxnSpLocks/>
          </p:cNvCxnSpPr>
          <p:nvPr/>
        </p:nvCxnSpPr>
        <p:spPr>
          <a:xfrm>
            <a:off x="7464152" y="1052736"/>
            <a:ext cx="0" cy="5546856"/>
          </a:xfrm>
          <a:prstGeom prst="line">
            <a:avLst/>
          </a:prstGeom>
          <a:ln w="12700">
            <a:solidFill>
              <a:srgbClr val="FF0000"/>
            </a:solidFill>
          </a:ln>
        </p:spPr>
        <p:style>
          <a:lnRef idx="1">
            <a:schemeClr val="accent5"/>
          </a:lnRef>
          <a:fillRef idx="0">
            <a:schemeClr val="accent5"/>
          </a:fillRef>
          <a:effectRef idx="0">
            <a:schemeClr val="accent5"/>
          </a:effectRef>
          <a:fontRef idx="minor">
            <a:schemeClr val="tx1"/>
          </a:fontRef>
        </p:style>
      </p:cxnSp>
      <p:sp>
        <p:nvSpPr>
          <p:cNvPr id="6" name="TextBox 5">
            <a:extLst>
              <a:ext uri="{FF2B5EF4-FFF2-40B4-BE49-F238E27FC236}">
                <a16:creationId xmlns:a16="http://schemas.microsoft.com/office/drawing/2014/main" id="{A6CE30FD-4850-B038-173F-4667BA14BEB5}"/>
              </a:ext>
            </a:extLst>
          </p:cNvPr>
          <p:cNvSpPr txBox="1"/>
          <p:nvPr/>
        </p:nvSpPr>
        <p:spPr>
          <a:xfrm>
            <a:off x="7405874" y="1052736"/>
            <a:ext cx="12020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0000"/>
                </a:solidFill>
                <a:effectLst/>
                <a:uLnTx/>
                <a:uFillTx/>
                <a:latin typeface="Arial"/>
                <a:ea typeface="ＭＳ Ｐゴシック" charset="0"/>
                <a:cs typeface="+mn-cs"/>
              </a:rPr>
              <a:t>Hogan decommissioning</a:t>
            </a:r>
          </a:p>
        </p:txBody>
      </p:sp>
      <p:cxnSp>
        <p:nvCxnSpPr>
          <p:cNvPr id="7" name="Straight Connector 6">
            <a:extLst>
              <a:ext uri="{FF2B5EF4-FFF2-40B4-BE49-F238E27FC236}">
                <a16:creationId xmlns:a16="http://schemas.microsoft.com/office/drawing/2014/main" id="{27521202-2747-F74F-284B-90C03396738D}"/>
              </a:ext>
            </a:extLst>
          </p:cNvPr>
          <p:cNvCxnSpPr>
            <a:cxnSpLocks/>
          </p:cNvCxnSpPr>
          <p:nvPr/>
        </p:nvCxnSpPr>
        <p:spPr>
          <a:xfrm>
            <a:off x="3963027" y="1052736"/>
            <a:ext cx="9733" cy="5546856"/>
          </a:xfrm>
          <a:prstGeom prst="line">
            <a:avLst/>
          </a:prstGeom>
          <a:ln w="12700">
            <a:solidFill>
              <a:srgbClr val="FF0000"/>
            </a:solidFill>
          </a:ln>
        </p:spPr>
        <p:style>
          <a:lnRef idx="1">
            <a:schemeClr val="accent5"/>
          </a:lnRef>
          <a:fillRef idx="0">
            <a:schemeClr val="accent5"/>
          </a:fillRef>
          <a:effectRef idx="0">
            <a:schemeClr val="accent5"/>
          </a:effectRef>
          <a:fontRef idx="minor">
            <a:schemeClr val="tx1"/>
          </a:fontRef>
        </p:style>
      </p:cxnSp>
      <p:sp>
        <p:nvSpPr>
          <p:cNvPr id="9" name="TextBox 8">
            <a:extLst>
              <a:ext uri="{FF2B5EF4-FFF2-40B4-BE49-F238E27FC236}">
                <a16:creationId xmlns:a16="http://schemas.microsoft.com/office/drawing/2014/main" id="{D692EC1F-61C8-F347-E70C-4638EB2CA7D6}"/>
              </a:ext>
            </a:extLst>
          </p:cNvPr>
          <p:cNvSpPr txBox="1"/>
          <p:nvPr/>
        </p:nvSpPr>
        <p:spPr>
          <a:xfrm>
            <a:off x="3989921" y="5385722"/>
            <a:ext cx="12020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0000"/>
                </a:solidFill>
                <a:effectLst/>
                <a:uLnTx/>
                <a:uFillTx/>
                <a:latin typeface="Arial"/>
                <a:ea typeface="ＭＳ Ｐゴシック" charset="0"/>
                <a:cs typeface="+mn-cs"/>
              </a:rPr>
              <a:t>RTPS International</a:t>
            </a:r>
          </a:p>
        </p:txBody>
      </p:sp>
      <p:cxnSp>
        <p:nvCxnSpPr>
          <p:cNvPr id="11" name="Straight Connector 10">
            <a:extLst>
              <a:ext uri="{FF2B5EF4-FFF2-40B4-BE49-F238E27FC236}">
                <a16:creationId xmlns:a16="http://schemas.microsoft.com/office/drawing/2014/main" id="{6CF754E2-DEAD-5A22-77DA-DB597C4962DC}"/>
              </a:ext>
            </a:extLst>
          </p:cNvPr>
          <p:cNvCxnSpPr>
            <a:cxnSpLocks/>
          </p:cNvCxnSpPr>
          <p:nvPr/>
        </p:nvCxnSpPr>
        <p:spPr>
          <a:xfrm>
            <a:off x="11759724" y="1046889"/>
            <a:ext cx="0" cy="5559851"/>
          </a:xfrm>
          <a:prstGeom prst="line">
            <a:avLst/>
          </a:prstGeom>
          <a:ln w="12700">
            <a:solidFill>
              <a:srgbClr val="FF0000"/>
            </a:solidFill>
          </a:ln>
        </p:spPr>
        <p:style>
          <a:lnRef idx="1">
            <a:schemeClr val="accent5"/>
          </a:lnRef>
          <a:fillRef idx="0">
            <a:schemeClr val="accent5"/>
          </a:fillRef>
          <a:effectRef idx="0">
            <a:schemeClr val="accent5"/>
          </a:effectRef>
          <a:fontRef idx="minor">
            <a:schemeClr val="tx1"/>
          </a:fontRef>
        </p:style>
      </p:cxnSp>
      <p:sp>
        <p:nvSpPr>
          <p:cNvPr id="12" name="TextBox 11">
            <a:extLst>
              <a:ext uri="{FF2B5EF4-FFF2-40B4-BE49-F238E27FC236}">
                <a16:creationId xmlns:a16="http://schemas.microsoft.com/office/drawing/2014/main" id="{7F4F16EE-1C3D-3F4D-E2F4-A016319E9AED}"/>
              </a:ext>
            </a:extLst>
          </p:cNvPr>
          <p:cNvSpPr txBox="1"/>
          <p:nvPr/>
        </p:nvSpPr>
        <p:spPr>
          <a:xfrm>
            <a:off x="10632504" y="3719925"/>
            <a:ext cx="12020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0000"/>
                </a:solidFill>
                <a:effectLst/>
                <a:uLnTx/>
                <a:uFillTx/>
                <a:latin typeface="Arial"/>
                <a:ea typeface="ＭＳ Ｐゴシック" charset="0"/>
                <a:cs typeface="+mn-cs"/>
              </a:rPr>
              <a:t>IBS decommissioning</a:t>
            </a:r>
          </a:p>
        </p:txBody>
      </p:sp>
      <p:cxnSp>
        <p:nvCxnSpPr>
          <p:cNvPr id="14" name="Straight Arrow Connector 13">
            <a:extLst>
              <a:ext uri="{FF2B5EF4-FFF2-40B4-BE49-F238E27FC236}">
                <a16:creationId xmlns:a16="http://schemas.microsoft.com/office/drawing/2014/main" id="{338EBE63-978F-D283-A74B-CEDDB874AA70}"/>
              </a:ext>
            </a:extLst>
          </p:cNvPr>
          <p:cNvCxnSpPr>
            <a:cxnSpLocks/>
          </p:cNvCxnSpPr>
          <p:nvPr/>
        </p:nvCxnSpPr>
        <p:spPr>
          <a:xfrm>
            <a:off x="10176228" y="5467084"/>
            <a:ext cx="432048" cy="0"/>
          </a:xfrm>
          <a:prstGeom prst="straightConnector1">
            <a:avLst/>
          </a:prstGeom>
          <a:ln w="12700">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5" name="Isosceles Triangle 14">
            <a:extLst>
              <a:ext uri="{FF2B5EF4-FFF2-40B4-BE49-F238E27FC236}">
                <a16:creationId xmlns:a16="http://schemas.microsoft.com/office/drawing/2014/main" id="{1A376559-A413-6DC7-685C-9BE76D46AF3F}"/>
              </a:ext>
            </a:extLst>
          </p:cNvPr>
          <p:cNvSpPr/>
          <p:nvPr/>
        </p:nvSpPr>
        <p:spPr>
          <a:xfrm>
            <a:off x="10358307" y="5421364"/>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cxnSp>
        <p:nvCxnSpPr>
          <p:cNvPr id="16" name="Straight Arrow Connector 15">
            <a:extLst>
              <a:ext uri="{FF2B5EF4-FFF2-40B4-BE49-F238E27FC236}">
                <a16:creationId xmlns:a16="http://schemas.microsoft.com/office/drawing/2014/main" id="{6E8F9388-4B24-3DB0-4F73-0C04D015B127}"/>
              </a:ext>
            </a:extLst>
          </p:cNvPr>
          <p:cNvCxnSpPr>
            <a:cxnSpLocks/>
          </p:cNvCxnSpPr>
          <p:nvPr/>
        </p:nvCxnSpPr>
        <p:spPr>
          <a:xfrm>
            <a:off x="9744180" y="5349356"/>
            <a:ext cx="432048" cy="0"/>
          </a:xfrm>
          <a:prstGeom prst="straightConnector1">
            <a:avLst/>
          </a:prstGeom>
          <a:ln w="127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9EA47CF-97CF-6446-5DCE-E59F778EFB09}"/>
              </a:ext>
            </a:extLst>
          </p:cNvPr>
          <p:cNvCxnSpPr>
            <a:cxnSpLocks/>
          </p:cNvCxnSpPr>
          <p:nvPr/>
        </p:nvCxnSpPr>
        <p:spPr>
          <a:xfrm>
            <a:off x="5807968" y="5180874"/>
            <a:ext cx="4128007" cy="0"/>
          </a:xfrm>
          <a:prstGeom prst="straightConnector1">
            <a:avLst/>
          </a:prstGeom>
          <a:ln w="12700">
            <a:headEnd type="oval"/>
            <a:tailEnd type="ova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E04681B-BF03-099C-3D22-46FE89C70B41}"/>
              </a:ext>
            </a:extLst>
          </p:cNvPr>
          <p:cNvCxnSpPr>
            <a:cxnSpLocks/>
          </p:cNvCxnSpPr>
          <p:nvPr/>
        </p:nvCxnSpPr>
        <p:spPr>
          <a:xfrm>
            <a:off x="771195" y="6306538"/>
            <a:ext cx="2703671" cy="0"/>
          </a:xfrm>
          <a:prstGeom prst="straightConnector1">
            <a:avLst/>
          </a:prstGeom>
          <a:ln w="12700">
            <a:solidFill>
              <a:schemeClr val="accent4">
                <a:lumMod val="50000"/>
              </a:schemeClr>
            </a:solidFill>
            <a:headEnd type="triangle"/>
            <a:tailEnd type="ova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870F30E-C730-407E-6655-5F4DB30E7FA0}"/>
              </a:ext>
            </a:extLst>
          </p:cNvPr>
          <p:cNvSpPr txBox="1"/>
          <p:nvPr/>
        </p:nvSpPr>
        <p:spPr>
          <a:xfrm>
            <a:off x="827768" y="6128806"/>
            <a:ext cx="1202074"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rgbClr val="256A80"/>
                </a:solidFill>
                <a:effectLst/>
                <a:uLnTx/>
                <a:uFillTx/>
                <a:latin typeface="Arial"/>
                <a:ea typeface="ＭＳ Ｐゴシック" charset="0"/>
                <a:cs typeface="+mn-cs"/>
              </a:rPr>
              <a:t>ISO 20022</a:t>
            </a:r>
          </a:p>
        </p:txBody>
      </p:sp>
      <p:cxnSp>
        <p:nvCxnSpPr>
          <p:cNvPr id="23" name="Straight Arrow Connector 22">
            <a:extLst>
              <a:ext uri="{FF2B5EF4-FFF2-40B4-BE49-F238E27FC236}">
                <a16:creationId xmlns:a16="http://schemas.microsoft.com/office/drawing/2014/main" id="{57844E78-AB83-5D99-EB13-61A75AD87550}"/>
              </a:ext>
            </a:extLst>
          </p:cNvPr>
          <p:cNvCxnSpPr>
            <a:cxnSpLocks/>
          </p:cNvCxnSpPr>
          <p:nvPr/>
        </p:nvCxnSpPr>
        <p:spPr>
          <a:xfrm>
            <a:off x="771194" y="6522562"/>
            <a:ext cx="3092558" cy="0"/>
          </a:xfrm>
          <a:prstGeom prst="straightConnector1">
            <a:avLst/>
          </a:prstGeom>
          <a:ln w="12700">
            <a:solidFill>
              <a:schemeClr val="accent4">
                <a:lumMod val="50000"/>
              </a:schemeClr>
            </a:solidFill>
            <a:headEnd type="triangle"/>
            <a:tailEnd type="ova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C65FD12-CA6B-E6B0-D5EE-40342038952E}"/>
              </a:ext>
            </a:extLst>
          </p:cNvPr>
          <p:cNvSpPr txBox="1"/>
          <p:nvPr/>
        </p:nvSpPr>
        <p:spPr>
          <a:xfrm>
            <a:off x="816642" y="6340806"/>
            <a:ext cx="1537799"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rgbClr val="256A80"/>
                </a:solidFill>
                <a:effectLst/>
                <a:uLnTx/>
                <a:uFillTx/>
                <a:latin typeface="Arial"/>
                <a:ea typeface="ＭＳ Ｐゴシック" charset="0"/>
                <a:cs typeface="+mn-cs"/>
              </a:rPr>
              <a:t>Bank 52 only Development</a:t>
            </a:r>
          </a:p>
        </p:txBody>
      </p:sp>
      <p:cxnSp>
        <p:nvCxnSpPr>
          <p:cNvPr id="26" name="Straight Arrow Connector 25">
            <a:extLst>
              <a:ext uri="{FF2B5EF4-FFF2-40B4-BE49-F238E27FC236}">
                <a16:creationId xmlns:a16="http://schemas.microsoft.com/office/drawing/2014/main" id="{2862C442-CC49-504A-07EA-B66F9F08D72C}"/>
              </a:ext>
            </a:extLst>
          </p:cNvPr>
          <p:cNvCxnSpPr>
            <a:cxnSpLocks/>
          </p:cNvCxnSpPr>
          <p:nvPr/>
        </p:nvCxnSpPr>
        <p:spPr>
          <a:xfrm>
            <a:off x="3863752" y="6522562"/>
            <a:ext cx="2543142" cy="0"/>
          </a:xfrm>
          <a:prstGeom prst="straightConnector1">
            <a:avLst/>
          </a:prstGeom>
          <a:ln w="12700">
            <a:solidFill>
              <a:schemeClr val="accent4">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D2E91EE-D011-5F50-D8E0-FC13F4A01B53}"/>
              </a:ext>
            </a:extLst>
          </p:cNvPr>
          <p:cNvSpPr txBox="1"/>
          <p:nvPr/>
        </p:nvSpPr>
        <p:spPr>
          <a:xfrm>
            <a:off x="3912334" y="6339965"/>
            <a:ext cx="157574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rgbClr val="256A80"/>
                </a:solidFill>
                <a:effectLst/>
                <a:uLnTx/>
                <a:uFillTx/>
                <a:latin typeface="Arial"/>
                <a:ea typeface="ＭＳ Ｐゴシック" charset="0"/>
                <a:cs typeface="+mn-cs"/>
              </a:rPr>
              <a:t>Bank 52 &amp; IBS Development</a:t>
            </a:r>
          </a:p>
        </p:txBody>
      </p:sp>
      <p:cxnSp>
        <p:nvCxnSpPr>
          <p:cNvPr id="33" name="Straight Arrow Connector 32">
            <a:extLst>
              <a:ext uri="{FF2B5EF4-FFF2-40B4-BE49-F238E27FC236}">
                <a16:creationId xmlns:a16="http://schemas.microsoft.com/office/drawing/2014/main" id="{6CB71D0D-EE91-4965-84B6-4EF022CE709B}"/>
              </a:ext>
            </a:extLst>
          </p:cNvPr>
          <p:cNvCxnSpPr>
            <a:cxnSpLocks/>
          </p:cNvCxnSpPr>
          <p:nvPr/>
        </p:nvCxnSpPr>
        <p:spPr>
          <a:xfrm>
            <a:off x="6406894" y="6522562"/>
            <a:ext cx="4153602" cy="0"/>
          </a:xfrm>
          <a:prstGeom prst="straightConnector1">
            <a:avLst/>
          </a:prstGeom>
          <a:ln w="12700">
            <a:solidFill>
              <a:schemeClr val="accent4">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09318B4-5CBD-B358-A2DE-4D522EEAF250}"/>
              </a:ext>
            </a:extLst>
          </p:cNvPr>
          <p:cNvSpPr txBox="1"/>
          <p:nvPr/>
        </p:nvSpPr>
        <p:spPr>
          <a:xfrm>
            <a:off x="6455476" y="6339965"/>
            <a:ext cx="157574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rgbClr val="256A80"/>
                </a:solidFill>
                <a:effectLst/>
                <a:uLnTx/>
                <a:uFillTx/>
                <a:latin typeface="Arial"/>
                <a:ea typeface="ＭＳ Ｐゴシック" charset="0"/>
                <a:cs typeface="+mn-cs"/>
              </a:rPr>
              <a:t>IBS only Development</a:t>
            </a:r>
          </a:p>
        </p:txBody>
      </p:sp>
      <p:sp>
        <p:nvSpPr>
          <p:cNvPr id="21" name="Isosceles Triangle 20">
            <a:extLst>
              <a:ext uri="{FF2B5EF4-FFF2-40B4-BE49-F238E27FC236}">
                <a16:creationId xmlns:a16="http://schemas.microsoft.com/office/drawing/2014/main" id="{A4305848-753D-76C4-A88E-4E7E62E938F8}"/>
              </a:ext>
            </a:extLst>
          </p:cNvPr>
          <p:cNvSpPr/>
          <p:nvPr/>
        </p:nvSpPr>
        <p:spPr>
          <a:xfrm>
            <a:off x="4774281" y="1347135"/>
            <a:ext cx="91440" cy="91440"/>
          </a:xfrm>
          <a:prstGeom prst="triangle">
            <a:avLst/>
          </a:prstGeom>
          <a:solidFill>
            <a:srgbClr val="FFFF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sp>
        <p:nvSpPr>
          <p:cNvPr id="24" name="TextBox 23">
            <a:extLst>
              <a:ext uri="{FF2B5EF4-FFF2-40B4-BE49-F238E27FC236}">
                <a16:creationId xmlns:a16="http://schemas.microsoft.com/office/drawing/2014/main" id="{6DEFE15D-91E3-4186-F651-D36DC4E0EB6E}"/>
              </a:ext>
            </a:extLst>
          </p:cNvPr>
          <p:cNvSpPr txBox="1"/>
          <p:nvPr/>
        </p:nvSpPr>
        <p:spPr>
          <a:xfrm>
            <a:off x="1097296" y="1334722"/>
            <a:ext cx="1350829" cy="276999"/>
          </a:xfrm>
          <a:prstGeom prst="rect">
            <a:avLst/>
          </a:prstGeom>
          <a:noFill/>
          <a:effectLst>
            <a:outerShdw blurRad="50800" dist="38100" dir="2700000" algn="tl" rotWithShape="0">
              <a:srgbClr val="C00000">
                <a:alpha val="61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dirty="0">
                <a:ln>
                  <a:noFill/>
                </a:ln>
                <a:solidFill>
                  <a:srgbClr val="FF0000"/>
                </a:solidFill>
                <a:effectLst/>
                <a:uLnTx/>
                <a:uFillTx/>
                <a:latin typeface="Inter"/>
                <a:ea typeface="ＭＳ Ｐゴシック" charset="0"/>
                <a:cs typeface="+mn-cs"/>
              </a:rPr>
              <a:t>R24 Analysis, Develop &amp; Vendor testing</a:t>
            </a:r>
          </a:p>
        </p:txBody>
      </p:sp>
      <p:sp>
        <p:nvSpPr>
          <p:cNvPr id="30" name="TextBox 29">
            <a:extLst>
              <a:ext uri="{FF2B5EF4-FFF2-40B4-BE49-F238E27FC236}">
                <a16:creationId xmlns:a16="http://schemas.microsoft.com/office/drawing/2014/main" id="{AF0F7931-3377-26BD-2941-6D3D145D88E3}"/>
              </a:ext>
            </a:extLst>
          </p:cNvPr>
          <p:cNvSpPr txBox="1"/>
          <p:nvPr/>
        </p:nvSpPr>
        <p:spPr>
          <a:xfrm>
            <a:off x="2374547" y="1151038"/>
            <a:ext cx="829661"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nter"/>
                <a:ea typeface="ＭＳ Ｐゴシック" charset="0"/>
                <a:cs typeface="+mn-cs"/>
              </a:rPr>
              <a:t>R24 STT Testing</a:t>
            </a:r>
          </a:p>
        </p:txBody>
      </p:sp>
      <p:cxnSp>
        <p:nvCxnSpPr>
          <p:cNvPr id="31" name="Straight Arrow Connector 30">
            <a:extLst>
              <a:ext uri="{FF2B5EF4-FFF2-40B4-BE49-F238E27FC236}">
                <a16:creationId xmlns:a16="http://schemas.microsoft.com/office/drawing/2014/main" id="{FFE6F4DD-AE54-475B-0838-00BAA8635482}"/>
              </a:ext>
            </a:extLst>
          </p:cNvPr>
          <p:cNvCxnSpPr>
            <a:cxnSpLocks/>
          </p:cNvCxnSpPr>
          <p:nvPr/>
        </p:nvCxnSpPr>
        <p:spPr>
          <a:xfrm>
            <a:off x="1210656" y="1266347"/>
            <a:ext cx="373069" cy="0"/>
          </a:xfrm>
          <a:prstGeom prst="straightConnector1">
            <a:avLst/>
          </a:prstGeom>
          <a:ln w="25400">
            <a:solidFill>
              <a:srgbClr val="FF0000"/>
            </a:solidFill>
            <a:headEnd type="oval"/>
            <a:tailEnd type="oval"/>
          </a:ln>
          <a:effectLst>
            <a:outerShdw blurRad="50800" dist="38100" dir="5400000" algn="t" rotWithShape="0">
              <a:srgbClr val="C00000">
                <a:alpha val="66000"/>
              </a:srgbClr>
            </a:outerShdw>
          </a:effectLst>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C441D0C-D4E8-E86B-AE02-8C443DF07D18}"/>
              </a:ext>
            </a:extLst>
          </p:cNvPr>
          <p:cNvCxnSpPr>
            <a:cxnSpLocks/>
          </p:cNvCxnSpPr>
          <p:nvPr/>
        </p:nvCxnSpPr>
        <p:spPr>
          <a:xfrm flipV="1">
            <a:off x="1583725" y="1262572"/>
            <a:ext cx="523371" cy="3775"/>
          </a:xfrm>
          <a:prstGeom prst="straightConnector1">
            <a:avLst/>
          </a:prstGeom>
          <a:ln w="25400">
            <a:solidFill>
              <a:srgbClr val="FFC000"/>
            </a:solidFill>
            <a:headEnd type="oval"/>
            <a:tailEnd type="oval"/>
          </a:ln>
          <a:effectLst>
            <a:outerShdw blurRad="50800" dist="38100" dir="2700000" algn="tl" rotWithShape="0">
              <a:srgbClr val="FFC000">
                <a:alpha val="76000"/>
              </a:srgbClr>
            </a:outerShdw>
          </a:effectLst>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556B6501-87AD-1C91-8CA6-7C1679C4C467}"/>
              </a:ext>
            </a:extLst>
          </p:cNvPr>
          <p:cNvCxnSpPr>
            <a:cxnSpLocks/>
          </p:cNvCxnSpPr>
          <p:nvPr/>
        </p:nvCxnSpPr>
        <p:spPr>
          <a:xfrm flipV="1">
            <a:off x="2107096" y="1170302"/>
            <a:ext cx="947958" cy="96045"/>
          </a:xfrm>
          <a:prstGeom prst="bentConnector3">
            <a:avLst>
              <a:gd name="adj1" fmla="val 34063"/>
            </a:avLst>
          </a:prstGeom>
          <a:ln w="25400">
            <a:solidFill>
              <a:srgbClr val="00B050"/>
            </a:solidFill>
            <a:headEnd type="oval"/>
            <a:tailEnd type="triangle"/>
          </a:ln>
          <a:effectLst>
            <a:outerShdw blurRad="50800" dist="38100" dir="2700000" algn="tl" rotWithShape="0">
              <a:srgbClr val="0F8048">
                <a:alpha val="77000"/>
              </a:srgbClr>
            </a:outerShdw>
          </a:effectLst>
        </p:spPr>
        <p:style>
          <a:lnRef idx="1">
            <a:schemeClr val="accent1"/>
          </a:lnRef>
          <a:fillRef idx="0">
            <a:schemeClr val="accent1"/>
          </a:fillRef>
          <a:effectRef idx="0">
            <a:schemeClr val="accent1"/>
          </a:effectRef>
          <a:fontRef idx="minor">
            <a:schemeClr val="tx1"/>
          </a:fontRef>
        </p:style>
      </p:cxnSp>
      <p:sp>
        <p:nvSpPr>
          <p:cNvPr id="37" name="Isosceles Triangle 36">
            <a:extLst>
              <a:ext uri="{FF2B5EF4-FFF2-40B4-BE49-F238E27FC236}">
                <a16:creationId xmlns:a16="http://schemas.microsoft.com/office/drawing/2014/main" id="{BD4C6D09-E8EE-28E7-0811-126C614ED050}"/>
              </a:ext>
            </a:extLst>
          </p:cNvPr>
          <p:cNvSpPr/>
          <p:nvPr/>
        </p:nvSpPr>
        <p:spPr>
          <a:xfrm>
            <a:off x="3681253" y="1124582"/>
            <a:ext cx="91440" cy="91440"/>
          </a:xfrm>
          <a:prstGeom prst="triangle">
            <a:avLst/>
          </a:prstGeom>
          <a:solidFill>
            <a:srgbClr val="FF0000"/>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Inter"/>
              <a:ea typeface="+mn-ea"/>
              <a:cs typeface="+mn-cs"/>
            </a:endParaRPr>
          </a:p>
        </p:txBody>
      </p:sp>
      <p:sp>
        <p:nvSpPr>
          <p:cNvPr id="40" name="TextBox 39">
            <a:extLst>
              <a:ext uri="{FF2B5EF4-FFF2-40B4-BE49-F238E27FC236}">
                <a16:creationId xmlns:a16="http://schemas.microsoft.com/office/drawing/2014/main" id="{E64CD050-FB36-1BB0-1E82-F9F0C357C049}"/>
              </a:ext>
            </a:extLst>
          </p:cNvPr>
          <p:cNvSpPr txBox="1"/>
          <p:nvPr/>
        </p:nvSpPr>
        <p:spPr>
          <a:xfrm>
            <a:off x="3110527" y="1302427"/>
            <a:ext cx="57843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dirty="0">
                <a:ln w="0"/>
                <a:solidFill>
                  <a:srgbClr val="020B5B"/>
                </a:solidFill>
                <a:effectLst>
                  <a:outerShdw blurRad="38100" dist="19050" dir="2700000" algn="tl" rotWithShape="0">
                    <a:srgbClr val="020B5B">
                      <a:alpha val="40000"/>
                    </a:srgbClr>
                  </a:outerShdw>
                </a:effectLst>
                <a:uLnTx/>
                <a:uFillTx/>
                <a:latin typeface="Inter"/>
                <a:ea typeface="ＭＳ Ｐゴシック" charset="0"/>
                <a:cs typeface="+mn-cs"/>
              </a:rPr>
              <a:t>R24 Prod Release</a:t>
            </a:r>
          </a:p>
        </p:txBody>
      </p:sp>
      <p:sp>
        <p:nvSpPr>
          <p:cNvPr id="3" name="TextBox 2">
            <a:extLst>
              <a:ext uri="{FF2B5EF4-FFF2-40B4-BE49-F238E27FC236}">
                <a16:creationId xmlns:a16="http://schemas.microsoft.com/office/drawing/2014/main" id="{B8DAB9B2-9262-009F-A37D-6302DDEF2832}"/>
              </a:ext>
            </a:extLst>
          </p:cNvPr>
          <p:cNvSpPr txBox="1"/>
          <p:nvPr/>
        </p:nvSpPr>
        <p:spPr>
          <a:xfrm>
            <a:off x="10531490" y="182835"/>
            <a:ext cx="118974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20B5B"/>
                </a:solidFill>
                <a:effectLst/>
                <a:uLnTx/>
                <a:uFillTx/>
                <a:latin typeface="Inter"/>
                <a:ea typeface="ＭＳ Ｐゴシック" charset="0"/>
                <a:cs typeface="+mn-cs"/>
              </a:rPr>
              <a:t>May 2</a:t>
            </a:r>
            <a:r>
              <a:rPr kumimoji="0" lang="en-US" sz="1100" b="1" i="0" u="none" strike="noStrike" kern="1200" cap="none" spc="0" normalizeH="0" baseline="30000" noProof="0" dirty="0">
                <a:ln>
                  <a:noFill/>
                </a:ln>
                <a:solidFill>
                  <a:srgbClr val="020B5B"/>
                </a:solidFill>
                <a:effectLst/>
                <a:uLnTx/>
                <a:uFillTx/>
                <a:latin typeface="Inter"/>
                <a:ea typeface="ＭＳ Ｐゴシック" charset="0"/>
                <a:cs typeface="+mn-cs"/>
              </a:rPr>
              <a:t>nd</a:t>
            </a:r>
            <a:r>
              <a:rPr kumimoji="0" lang="en-US" sz="1100" b="1" i="0" u="none" strike="noStrike" kern="1200" cap="none" spc="0" normalizeH="0" baseline="0" noProof="0" dirty="0">
                <a:ln>
                  <a:noFill/>
                </a:ln>
                <a:solidFill>
                  <a:srgbClr val="020B5B"/>
                </a:solidFill>
                <a:effectLst/>
                <a:uLnTx/>
                <a:uFillTx/>
                <a:latin typeface="Inter"/>
                <a:ea typeface="ＭＳ Ｐゴシック" charset="0"/>
                <a:cs typeface="+mn-cs"/>
              </a:rPr>
              <a:t>, 2025</a:t>
            </a:r>
          </a:p>
        </p:txBody>
      </p:sp>
      <p:sp>
        <p:nvSpPr>
          <p:cNvPr id="20" name="Title 4">
            <a:extLst>
              <a:ext uri="{FF2B5EF4-FFF2-40B4-BE49-F238E27FC236}">
                <a16:creationId xmlns:a16="http://schemas.microsoft.com/office/drawing/2014/main" id="{0BBC12CC-74AE-51F9-393F-4B489F09E0AA}"/>
              </a:ext>
            </a:extLst>
          </p:cNvPr>
          <p:cNvSpPr>
            <a:spLocks noGrp="1"/>
          </p:cNvSpPr>
          <p:nvPr>
            <p:ph type="title"/>
          </p:nvPr>
        </p:nvSpPr>
        <p:spPr>
          <a:xfrm>
            <a:off x="332081" y="188640"/>
            <a:ext cx="7924159" cy="399047"/>
          </a:xfrm>
        </p:spPr>
        <p:txBody>
          <a:bodyPr anchor="ctr" anchorCtr="0"/>
          <a:lstStyle/>
          <a:p>
            <a:pPr>
              <a:lnSpc>
                <a:spcPts val="1600"/>
              </a:lnSpc>
            </a:pPr>
            <a:r>
              <a:rPr lang="en-US" sz="2800" b="0" dirty="0">
                <a:latin typeface="+mj-lt"/>
              </a:rPr>
              <a:t>Transact Banking Migration Timeline</a:t>
            </a:r>
            <a:endParaRPr lang="en-US" sz="2800" b="0" dirty="0">
              <a:solidFill>
                <a:srgbClr val="C00000"/>
              </a:solidFill>
              <a:latin typeface="+mj-lt"/>
            </a:endParaRPr>
          </a:p>
        </p:txBody>
      </p:sp>
    </p:spTree>
    <p:extLst>
      <p:ext uri="{BB962C8B-B14F-4D97-AF65-F5344CB8AC3E}">
        <p14:creationId xmlns:p14="http://schemas.microsoft.com/office/powerpoint/2010/main" val="181257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29104-532A-4D42-00BA-D9D89694A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7302A-B55C-E3D5-A705-9FE9A0558ADE}"/>
              </a:ext>
            </a:extLst>
          </p:cNvPr>
          <p:cNvSpPr>
            <a:spLocks noGrp="1"/>
          </p:cNvSpPr>
          <p:nvPr>
            <p:ph type="title"/>
          </p:nvPr>
        </p:nvSpPr>
        <p:spPr>
          <a:xfrm>
            <a:off x="512064" y="1988840"/>
            <a:ext cx="6736064" cy="1656184"/>
          </a:xfrm>
        </p:spPr>
        <p:txBody>
          <a:bodyPr anchor="t" anchorCtr="0"/>
          <a:lstStyle/>
          <a:p>
            <a:r>
              <a:rPr lang="en" sz="3600" b="0" dirty="0">
                <a:latin typeface="+mj-lt"/>
              </a:rPr>
              <a:t>Deep Dive:  RTPS Integration with Transact Banking</a:t>
            </a:r>
            <a:endParaRPr lang="en-GB" sz="3600" b="0" dirty="0">
              <a:latin typeface="+mj-lt"/>
            </a:endParaRPr>
          </a:p>
        </p:txBody>
      </p:sp>
    </p:spTree>
    <p:extLst>
      <p:ext uri="{BB962C8B-B14F-4D97-AF65-F5344CB8AC3E}">
        <p14:creationId xmlns:p14="http://schemas.microsoft.com/office/powerpoint/2010/main" val="374524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CD9B1E41-E20E-4D89-9ED5-BDC41609416C}"/>
            </a:ext>
          </a:extLst>
        </p:cNvPr>
        <p:cNvGrpSpPr/>
        <p:nvPr/>
      </p:nvGrpSpPr>
      <p:grpSpPr>
        <a:xfrm>
          <a:off x="0" y="0"/>
          <a:ext cx="0" cy="0"/>
          <a:chOff x="0" y="0"/>
          <a:chExt cx="0" cy="0"/>
        </a:xfrm>
      </p:grpSpPr>
      <p:cxnSp>
        <p:nvCxnSpPr>
          <p:cNvPr id="454" name="Connector: Elbow 453">
            <a:extLst>
              <a:ext uri="{FF2B5EF4-FFF2-40B4-BE49-F238E27FC236}">
                <a16:creationId xmlns:a16="http://schemas.microsoft.com/office/drawing/2014/main" id="{F0167495-0851-353F-276E-B91130027DE6}"/>
              </a:ext>
            </a:extLst>
          </p:cNvPr>
          <p:cNvCxnSpPr>
            <a:cxnSpLocks/>
            <a:stCxn id="475" idx="0"/>
          </p:cNvCxnSpPr>
          <p:nvPr/>
        </p:nvCxnSpPr>
        <p:spPr>
          <a:xfrm rot="5400000" flipH="1" flipV="1">
            <a:off x="6516656" y="-398533"/>
            <a:ext cx="325274" cy="4078304"/>
          </a:xfrm>
          <a:prstGeom prst="bentConnector2">
            <a:avLst/>
          </a:prstGeom>
          <a:ln w="6350">
            <a:tailEnd type="triangle" w="sm" len="sm"/>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9D0CC472-A98B-CBE9-E73A-14DBAAA03A3F}"/>
              </a:ext>
            </a:extLst>
          </p:cNvPr>
          <p:cNvSpPr/>
          <p:nvPr/>
        </p:nvSpPr>
        <p:spPr>
          <a:xfrm>
            <a:off x="381093" y="1855611"/>
            <a:ext cx="509357" cy="515083"/>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0" cap="none" spc="0" normalizeH="0" baseline="0" noProof="0" dirty="0">
              <a:ln>
                <a:noFill/>
              </a:ln>
              <a:solidFill>
                <a:srgbClr val="000000"/>
              </a:solidFill>
              <a:effectLst/>
              <a:uLnTx/>
              <a:uFillTx/>
              <a:latin typeface="Arial"/>
              <a:ea typeface="+mn-ea"/>
              <a:cs typeface="+mn-cs"/>
            </a:endParaRPr>
          </a:p>
        </p:txBody>
      </p:sp>
      <p:sp>
        <p:nvSpPr>
          <p:cNvPr id="6" name="Rectangle 5">
            <a:extLst>
              <a:ext uri="{FF2B5EF4-FFF2-40B4-BE49-F238E27FC236}">
                <a16:creationId xmlns:a16="http://schemas.microsoft.com/office/drawing/2014/main" id="{B23323AF-FA50-2687-02AE-CDD3A58F9EB8}"/>
              </a:ext>
            </a:extLst>
          </p:cNvPr>
          <p:cNvSpPr/>
          <p:nvPr/>
        </p:nvSpPr>
        <p:spPr>
          <a:xfrm>
            <a:off x="420472" y="1815445"/>
            <a:ext cx="509357" cy="515083"/>
          </a:xfrm>
          <a:prstGeom prst="rect">
            <a:avLst/>
          </a:prstGeom>
          <a:solidFill>
            <a:schemeClr val="bg1"/>
          </a:solid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0" cap="none" spc="0" normalizeH="0" baseline="0" noProof="0" dirty="0">
              <a:ln>
                <a:noFill/>
              </a:ln>
              <a:solidFill>
                <a:srgbClr val="000000"/>
              </a:solidFill>
              <a:effectLst/>
              <a:uLnTx/>
              <a:uFillTx/>
              <a:latin typeface="Arial"/>
              <a:ea typeface="+mn-ea"/>
              <a:cs typeface="+mn-cs"/>
            </a:endParaRPr>
          </a:p>
        </p:txBody>
      </p:sp>
      <p:sp>
        <p:nvSpPr>
          <p:cNvPr id="532" name="Google Shape;532;p69">
            <a:extLst>
              <a:ext uri="{FF2B5EF4-FFF2-40B4-BE49-F238E27FC236}">
                <a16:creationId xmlns:a16="http://schemas.microsoft.com/office/drawing/2014/main" id="{80ACE7E3-F1F3-3AFF-054B-B775C31BC5F6}"/>
              </a:ext>
            </a:extLst>
          </p:cNvPr>
          <p:cNvSpPr txBox="1"/>
          <p:nvPr/>
        </p:nvSpPr>
        <p:spPr>
          <a:xfrm>
            <a:off x="345733" y="260648"/>
            <a:ext cx="11205263" cy="45592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000" i="0" u="none" strike="noStrike" kern="1200" cap="none" spc="0" normalizeH="0" baseline="0" noProof="0" dirty="0">
                <a:ln>
                  <a:noFill/>
                </a:ln>
                <a:solidFill>
                  <a:srgbClr val="001AFF"/>
                </a:solidFill>
                <a:effectLst/>
                <a:uLnTx/>
                <a:uFillTx/>
                <a:latin typeface="Lab Antiqua Small Condensed" pitchFamily="50" charset="0"/>
                <a:sym typeface="Arial"/>
              </a:rPr>
              <a:t>Current State</a:t>
            </a:r>
            <a:r>
              <a:rPr lang="en" sz="2000" dirty="0">
                <a:solidFill>
                  <a:srgbClr val="001AFF"/>
                </a:solidFill>
                <a:latin typeface="Lab Antiqua Small Condensed" pitchFamily="50" charset="0"/>
              </a:rPr>
              <a:t> as of Q3 2025 </a:t>
            </a:r>
            <a:r>
              <a:rPr kumimoji="0" lang="en" sz="2000" i="0" u="none" strike="noStrike" kern="1200" cap="none" spc="0" normalizeH="0" baseline="0" noProof="0" dirty="0">
                <a:ln>
                  <a:noFill/>
                </a:ln>
                <a:solidFill>
                  <a:srgbClr val="001AFF"/>
                </a:solidFill>
                <a:effectLst/>
                <a:uLnTx/>
                <a:uFillTx/>
                <a:latin typeface="Lab Antiqua Small Condensed" pitchFamily="50" charset="0"/>
                <a:sym typeface="Arial"/>
              </a:rPr>
              <a:t>– Outbound International Payment Settlement (Intercompany / Managed Currency)</a:t>
            </a:r>
            <a:endParaRPr kumimoji="0" lang="en-US" sz="2000" i="0" u="none" strike="noStrike" kern="1200" cap="none" spc="0" normalizeH="0" baseline="0" noProof="0" dirty="0">
              <a:ln>
                <a:noFill/>
              </a:ln>
              <a:solidFill>
                <a:srgbClr val="001AFF"/>
              </a:solidFill>
              <a:effectLst/>
              <a:uLnTx/>
              <a:uFillTx/>
              <a:latin typeface="Lab Antiqua Small Condensed" pitchFamily="50" charset="0"/>
              <a:sym typeface="Arial"/>
            </a:endParaRPr>
          </a:p>
        </p:txBody>
      </p:sp>
      <p:sp>
        <p:nvSpPr>
          <p:cNvPr id="271" name="Google Shape;271;p45">
            <a:extLst>
              <a:ext uri="{FF2B5EF4-FFF2-40B4-BE49-F238E27FC236}">
                <a16:creationId xmlns:a16="http://schemas.microsoft.com/office/drawing/2014/main" id="{539E8F6D-6112-099E-BBC1-5AAF9B105F77}"/>
              </a:ext>
            </a:extLst>
          </p:cNvPr>
          <p:cNvSpPr txBox="1"/>
          <p:nvPr/>
        </p:nvSpPr>
        <p:spPr>
          <a:xfrm>
            <a:off x="318805" y="614340"/>
            <a:ext cx="11223735" cy="39751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srgbClr val="001AFF"/>
              </a:solidFill>
              <a:effectLst/>
              <a:uLnTx/>
              <a:uFillTx/>
              <a:latin typeface="Arial"/>
              <a:ea typeface="+mn-ea"/>
              <a:cs typeface="+mn-cs"/>
            </a:endParaRPr>
          </a:p>
        </p:txBody>
      </p:sp>
      <p:sp>
        <p:nvSpPr>
          <p:cNvPr id="281" name="TextBox 280">
            <a:extLst>
              <a:ext uri="{FF2B5EF4-FFF2-40B4-BE49-F238E27FC236}">
                <a16:creationId xmlns:a16="http://schemas.microsoft.com/office/drawing/2014/main" id="{15C412F9-AA71-7722-6F3F-DD832971247F}"/>
              </a:ext>
            </a:extLst>
          </p:cNvPr>
          <p:cNvSpPr txBox="1"/>
          <p:nvPr/>
        </p:nvSpPr>
        <p:spPr>
          <a:xfrm>
            <a:off x="330637" y="3255268"/>
            <a:ext cx="5045283" cy="2333972"/>
          </a:xfrm>
          <a:prstGeom prst="rect">
            <a:avLst/>
          </a:prstGeom>
          <a:noFill/>
          <a:ln>
            <a:noFill/>
          </a:ln>
        </p:spPr>
        <p:txBody>
          <a:bodyPr wrap="square" lIns="54000" tIns="45720" rIns="54000" bIns="45720" rtlCol="0" anchor="t">
            <a:spAutoFit/>
          </a:bodyPr>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GB" sz="900" b="1" i="0" u="none" strike="noStrike" kern="1200" cap="none" spc="0" normalizeH="0" baseline="0" noProof="0" dirty="0">
                <a:ln>
                  <a:noFill/>
                </a:ln>
                <a:solidFill>
                  <a:srgbClr val="002060"/>
                </a:solidFill>
                <a:effectLst/>
                <a:uLnTx/>
                <a:uFillTx/>
                <a:latin typeface="Arial"/>
                <a:ea typeface="+mn-ea"/>
                <a:cs typeface="Arial"/>
              </a:rPr>
              <a:t>Outbound </a:t>
            </a:r>
            <a:r>
              <a:rPr lang="en-GB" sz="900" b="1" dirty="0">
                <a:solidFill>
                  <a:srgbClr val="002060"/>
                </a:solidFill>
                <a:latin typeface="Arial"/>
                <a:cs typeface="Arial"/>
              </a:rPr>
              <a:t>International</a:t>
            </a:r>
            <a:r>
              <a:rPr kumimoji="0" lang="en-GB" sz="900" b="1" i="0" u="none" strike="noStrike" kern="1200" cap="none" spc="0" normalizeH="0" baseline="0" noProof="0" dirty="0">
                <a:ln>
                  <a:noFill/>
                </a:ln>
                <a:solidFill>
                  <a:srgbClr val="002060"/>
                </a:solidFill>
                <a:effectLst/>
                <a:uLnTx/>
                <a:uFillTx/>
                <a:latin typeface="Arial"/>
                <a:ea typeface="+mn-ea"/>
                <a:cs typeface="Arial"/>
              </a:rPr>
              <a:t> Payment Flow:</a:t>
            </a:r>
            <a:endParaRPr kumimoji="0" lang="en-GB" sz="1000" b="1" i="0" u="sng" strike="noStrike" kern="1200" cap="none" spc="0" normalizeH="0" baseline="0" noProof="0" dirty="0">
              <a:ln>
                <a:noFill/>
              </a:ln>
              <a:solidFill>
                <a:srgbClr val="002060"/>
              </a:solidFill>
              <a:effectLst/>
              <a:uLnTx/>
              <a:uFillTx/>
              <a:latin typeface="Arial"/>
              <a:ea typeface="+mn-ea"/>
              <a:cs typeface="Arial"/>
            </a:endParaRPr>
          </a:p>
          <a:p>
            <a:pPr marL="228600" marR="0" lvl="0" indent="-228600" algn="just" defTabSz="914400" rtl="0" eaLnBrk="1" fontAlgn="auto" latinLnBrk="0" hangingPunct="1">
              <a:lnSpc>
                <a:spcPct val="100000"/>
              </a:lnSpc>
              <a:spcBef>
                <a:spcPts val="0"/>
              </a:spcBef>
              <a:spcAft>
                <a:spcPts val="200"/>
              </a:spcAft>
              <a:buClrTx/>
              <a:buSzTx/>
              <a:buFont typeface="+mj-lt"/>
              <a:buAutoNum type="arabicPeriod"/>
              <a:tabLst/>
              <a:defRPr/>
            </a:pPr>
            <a:r>
              <a:rPr kumimoji="0" lang="en-GB" sz="800" b="1" i="0" u="none" strike="noStrike" kern="1200" cap="none" spc="0" normalizeH="0" baseline="0" noProof="0" dirty="0">
                <a:ln>
                  <a:noFill/>
                </a:ln>
                <a:solidFill>
                  <a:srgbClr val="002060"/>
                </a:solidFill>
                <a:effectLst/>
                <a:uLnTx/>
                <a:uFillTx/>
                <a:latin typeface="Arial"/>
                <a:ea typeface="+mn-ea"/>
                <a:cs typeface="Arial"/>
              </a:rPr>
              <a:t>Intercompany Payment Instruction </a:t>
            </a:r>
            <a:r>
              <a:rPr lang="en-GB" sz="800" b="1" dirty="0">
                <a:solidFill>
                  <a:srgbClr val="002060"/>
                </a:solidFill>
                <a:latin typeface="Arial"/>
                <a:cs typeface="Arial"/>
              </a:rPr>
              <a:t>Processing</a:t>
            </a:r>
            <a:endParaRPr kumimoji="0" lang="en-GB" sz="800" b="1" i="0" u="none" strike="noStrike" kern="1200" cap="none" spc="0" normalizeH="0" baseline="0" noProof="0" dirty="0">
              <a:ln>
                <a:noFill/>
              </a:ln>
              <a:solidFill>
                <a:srgbClr val="002060"/>
              </a:solidFill>
              <a:effectLst/>
              <a:uLnTx/>
              <a:uFillTx/>
              <a:latin typeface="Arial"/>
              <a:ea typeface="+mn-ea"/>
              <a:cs typeface="Arial"/>
            </a:endParaRPr>
          </a:p>
          <a:p>
            <a:pPr marL="685800" lvl="1" indent="-228600" algn="just">
              <a:spcAft>
                <a:spcPts val="200"/>
              </a:spcAft>
              <a:buFont typeface="Arial" panose="020B0604020202020204" pitchFamily="34" charset="0"/>
              <a:buChar char="•"/>
              <a:defRPr/>
            </a:pPr>
            <a:r>
              <a:rPr lang="en-US" sz="800" dirty="0">
                <a:solidFill>
                  <a:srgbClr val="002060"/>
                </a:solidFill>
                <a:latin typeface="Arial"/>
                <a:cs typeface="Arial"/>
              </a:rPr>
              <a:t>In the current model, the MT payment instruction is first routed to the IBS branch that holds the customer DDA account (non-managing branch) when different from the market clearing and settlement branch (managing branch) </a:t>
            </a:r>
          </a:p>
          <a:p>
            <a:pPr marL="685800" lvl="1" indent="-228600" algn="just">
              <a:spcAft>
                <a:spcPts val="200"/>
              </a:spcAft>
              <a:buFont typeface="Arial" panose="020B0604020202020204" pitchFamily="34" charset="0"/>
              <a:buChar char="•"/>
              <a:defRPr/>
            </a:pPr>
            <a:r>
              <a:rPr kumimoji="0" lang="en-US" sz="800" b="0" i="0" u="none" strike="noStrike" kern="1200" cap="none" spc="0" normalizeH="0" baseline="0" noProof="0" dirty="0">
                <a:ln>
                  <a:noFill/>
                </a:ln>
                <a:solidFill>
                  <a:srgbClr val="002060"/>
                </a:solidFill>
                <a:effectLst/>
                <a:uLnTx/>
                <a:uFillTx/>
                <a:latin typeface="Arial"/>
                <a:ea typeface="+mn-ea"/>
                <a:cs typeface="Arial"/>
              </a:rPr>
              <a:t>IBS checks the managed currency f</a:t>
            </a:r>
            <a:r>
              <a:rPr lang="en-US" sz="800" dirty="0">
                <a:solidFill>
                  <a:srgbClr val="002060"/>
                </a:solidFill>
                <a:latin typeface="Arial"/>
                <a:cs typeface="Arial"/>
              </a:rPr>
              <a:t>lag and nostro for the given currency.  When determined the currency clears through another branch, the IBS non-managing branch sends the MT payment through an internal/intercompany message flow (BESS Traffic Cop / Intranodal) to the IBS managing branch BIC and posts the following accounting.</a:t>
            </a:r>
            <a:endParaRPr kumimoji="0" lang="en-GB" sz="800" b="0" i="0" u="none" strike="noStrike" kern="1200" cap="none" spc="0" normalizeH="0" baseline="0" noProof="0" dirty="0">
              <a:ln>
                <a:noFill/>
              </a:ln>
              <a:solidFill>
                <a:srgbClr val="002060"/>
              </a:solidFill>
              <a:effectLst/>
              <a:uLnTx/>
              <a:uFillTx/>
              <a:latin typeface="Arial"/>
              <a:ea typeface="+mn-ea"/>
              <a:cs typeface="Arial"/>
            </a:endParaRPr>
          </a:p>
          <a:p>
            <a:pPr marL="1146175" lvl="3" indent="-231775" algn="just">
              <a:spcAft>
                <a:spcPts val="200"/>
              </a:spcAft>
              <a:buFont typeface="Arial" panose="020B0604020202020204" pitchFamily="34" charset="0"/>
              <a:buChar char="•"/>
              <a:defRPr/>
            </a:pPr>
            <a:r>
              <a:rPr kumimoji="0" lang="en-GB" sz="800" b="0" i="0" u="none" strike="noStrike" kern="1200" cap="none" spc="0" normalizeH="0" baseline="0" noProof="0" dirty="0">
                <a:ln>
                  <a:noFill/>
                </a:ln>
                <a:solidFill>
                  <a:srgbClr val="002060"/>
                </a:solidFill>
                <a:effectLst/>
                <a:uLnTx/>
                <a:uFillTx/>
                <a:latin typeface="Arial"/>
                <a:ea typeface="+mn-ea"/>
                <a:cs typeface="Arial"/>
              </a:rPr>
              <a:t>Debit - Customer DDA</a:t>
            </a:r>
          </a:p>
          <a:p>
            <a:pPr marL="1146175" lvl="3" indent="-231775" algn="just">
              <a:spcAft>
                <a:spcPts val="200"/>
              </a:spcAft>
              <a:buFont typeface="Arial" panose="020B0604020202020204" pitchFamily="34" charset="0"/>
              <a:buChar char="•"/>
              <a:defRPr/>
            </a:pPr>
            <a:r>
              <a:rPr lang="en-GB" sz="800" dirty="0">
                <a:solidFill>
                  <a:srgbClr val="002060"/>
                </a:solidFill>
                <a:latin typeface="Arial"/>
                <a:cs typeface="Arial"/>
              </a:rPr>
              <a:t>Credit - Intercompany Nostro</a:t>
            </a:r>
            <a:endParaRPr kumimoji="0" lang="en-GB" sz="800" b="0" i="0" u="none" strike="noStrike" kern="1200" cap="none" spc="0" normalizeH="0" baseline="0" noProof="0" dirty="0">
              <a:ln>
                <a:noFill/>
              </a:ln>
              <a:solidFill>
                <a:srgbClr val="002060"/>
              </a:solidFill>
              <a:effectLst/>
              <a:uLnTx/>
              <a:uFillTx/>
              <a:latin typeface="Arial"/>
              <a:ea typeface="+mn-ea"/>
              <a:cs typeface="Arial"/>
            </a:endParaRPr>
          </a:p>
          <a:p>
            <a:pPr marL="685800" lvl="1" indent="-228600" algn="just">
              <a:spcAft>
                <a:spcPts val="200"/>
              </a:spcAft>
              <a:buFont typeface="Arial" panose="020B0604020202020204" pitchFamily="34" charset="0"/>
              <a:buChar char="•"/>
              <a:defRPr/>
            </a:pPr>
            <a:r>
              <a:rPr lang="en-GB" sz="800" dirty="0">
                <a:solidFill>
                  <a:srgbClr val="002060"/>
                </a:solidFill>
                <a:latin typeface="Arial"/>
                <a:cs typeface="Arial"/>
              </a:rPr>
              <a:t>IBS managing branch receives the </a:t>
            </a:r>
            <a:r>
              <a:rPr kumimoji="0" lang="en-GB" sz="800" b="0" i="0" u="none" strike="noStrike" kern="1200" cap="none" spc="0" normalizeH="0" baseline="0" noProof="0" dirty="0">
                <a:ln>
                  <a:noFill/>
                </a:ln>
                <a:solidFill>
                  <a:srgbClr val="002060"/>
                </a:solidFill>
                <a:effectLst/>
                <a:uLnTx/>
                <a:uFillTx/>
                <a:latin typeface="Arial"/>
                <a:ea typeface="+mn-ea"/>
                <a:cs typeface="Arial"/>
              </a:rPr>
              <a:t>MT instruction from the non-managing branch and determines the settlement channel, RTGS direct clearing or general Swift, and posts the following accounting </a:t>
            </a:r>
          </a:p>
          <a:p>
            <a:pPr marL="1143000" lvl="2" indent="-228600" algn="just">
              <a:spcAft>
                <a:spcPts val="200"/>
              </a:spcAft>
              <a:buFont typeface="Arial" panose="020B0604020202020204" pitchFamily="34" charset="0"/>
              <a:buChar char="•"/>
              <a:defRPr/>
            </a:pPr>
            <a:r>
              <a:rPr lang="en-GB" sz="800" dirty="0">
                <a:solidFill>
                  <a:srgbClr val="002060"/>
                </a:solidFill>
                <a:latin typeface="Arial"/>
                <a:cs typeface="Arial"/>
              </a:rPr>
              <a:t>Debit - Intercompany Vostro/DDA</a:t>
            </a:r>
          </a:p>
          <a:p>
            <a:pPr marL="1143000" lvl="2" indent="-228600" algn="just">
              <a:spcAft>
                <a:spcPts val="200"/>
              </a:spcAft>
              <a:buFont typeface="Arial" panose="020B0604020202020204" pitchFamily="34" charset="0"/>
              <a:buChar char="•"/>
              <a:defRPr/>
            </a:pPr>
            <a:r>
              <a:rPr kumimoji="0" lang="en-GB" sz="800" b="0" i="0" u="none" strike="noStrike" kern="1200" cap="none" spc="0" normalizeH="0" baseline="0" noProof="0" dirty="0">
                <a:ln>
                  <a:noFill/>
                </a:ln>
                <a:solidFill>
                  <a:srgbClr val="002060"/>
                </a:solidFill>
                <a:effectLst/>
                <a:uLnTx/>
                <a:uFillTx/>
                <a:latin typeface="Arial"/>
                <a:ea typeface="+mn-ea"/>
                <a:cs typeface="Arial"/>
              </a:rPr>
              <a:t>Credit - Market Nostro/Clearing </a:t>
            </a:r>
          </a:p>
        </p:txBody>
      </p:sp>
      <p:cxnSp>
        <p:nvCxnSpPr>
          <p:cNvPr id="3" name="Straight Arrow Connector 137">
            <a:extLst>
              <a:ext uri="{FF2B5EF4-FFF2-40B4-BE49-F238E27FC236}">
                <a16:creationId xmlns:a16="http://schemas.microsoft.com/office/drawing/2014/main" id="{81F827FE-58F2-450C-FD2B-842843B510C4}"/>
              </a:ext>
            </a:extLst>
          </p:cNvPr>
          <p:cNvCxnSpPr>
            <a:cxnSpLocks/>
            <a:stCxn id="262" idx="2"/>
            <a:endCxn id="21" idx="1"/>
          </p:cNvCxnSpPr>
          <p:nvPr/>
        </p:nvCxnSpPr>
        <p:spPr>
          <a:xfrm rot="16200000" flipH="1">
            <a:off x="7048927" y="913001"/>
            <a:ext cx="350995" cy="3000672"/>
          </a:xfrm>
          <a:prstGeom prst="bentConnector2">
            <a:avLst/>
          </a:prstGeom>
          <a:noFill/>
          <a:ln w="6350" cap="flat" cmpd="sng" algn="ctr">
            <a:solidFill>
              <a:srgbClr val="000000"/>
            </a:solidFill>
            <a:prstDash val="solid"/>
            <a:headEnd type="none" w="sm" len="sm"/>
            <a:tailEnd type="triangle" w="sm" len="sm"/>
          </a:ln>
          <a:effectLst/>
        </p:spPr>
      </p:cxnSp>
      <p:sp>
        <p:nvSpPr>
          <p:cNvPr id="448" name="Rectangle 447">
            <a:extLst>
              <a:ext uri="{FF2B5EF4-FFF2-40B4-BE49-F238E27FC236}">
                <a16:creationId xmlns:a16="http://schemas.microsoft.com/office/drawing/2014/main" id="{BD2D60F4-0372-C504-A58D-7FEACCDC86F6}"/>
              </a:ext>
            </a:extLst>
          </p:cNvPr>
          <p:cNvSpPr/>
          <p:nvPr/>
        </p:nvSpPr>
        <p:spPr bwMode="gray">
          <a:xfrm>
            <a:off x="2292369" y="1874137"/>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471" name="Rectangle 470">
            <a:extLst>
              <a:ext uri="{FF2B5EF4-FFF2-40B4-BE49-F238E27FC236}">
                <a16:creationId xmlns:a16="http://schemas.microsoft.com/office/drawing/2014/main" id="{850B58C3-EE6E-3557-3802-94435A5FE697}"/>
              </a:ext>
            </a:extLst>
          </p:cNvPr>
          <p:cNvSpPr/>
          <p:nvPr/>
        </p:nvSpPr>
        <p:spPr bwMode="gray">
          <a:xfrm>
            <a:off x="2331129" y="1836919"/>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473" name="Rectangle 472">
            <a:extLst>
              <a:ext uri="{FF2B5EF4-FFF2-40B4-BE49-F238E27FC236}">
                <a16:creationId xmlns:a16="http://schemas.microsoft.com/office/drawing/2014/main" id="{965C8670-4265-3C02-69C8-E661A53E9802}"/>
              </a:ext>
            </a:extLst>
          </p:cNvPr>
          <p:cNvSpPr/>
          <p:nvPr/>
        </p:nvSpPr>
        <p:spPr bwMode="gray">
          <a:xfrm>
            <a:off x="2370883" y="1797161"/>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IBS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Non-managing </a:t>
            </a:r>
            <a:r>
              <a:rPr lang="en-US" sz="600" kern="0" dirty="0">
                <a:solidFill>
                  <a:prstClr val="black"/>
                </a:solidFill>
                <a:latin typeface="Arial"/>
              </a:rPr>
              <a:t>b</a:t>
            </a:r>
            <a:r>
              <a:rPr kumimoji="0" lang="en-US" sz="600" b="0" i="0" u="none" strike="noStrike" kern="0" cap="none" spc="0" normalizeH="0" baseline="0" noProof="0" dirty="0">
                <a:ln>
                  <a:noFill/>
                </a:ln>
                <a:solidFill>
                  <a:prstClr val="black"/>
                </a:solidFill>
                <a:effectLst/>
                <a:uLnTx/>
                <a:uFillTx/>
                <a:latin typeface="Arial"/>
                <a:ea typeface="+mn-ea"/>
                <a:cs typeface="+mn-cs"/>
              </a:rPr>
              <a:t>ranches</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(if applicable)</a:t>
            </a:r>
          </a:p>
        </p:txBody>
      </p:sp>
      <p:cxnSp>
        <p:nvCxnSpPr>
          <p:cNvPr id="474" name="Straight Arrow Connector 137">
            <a:extLst>
              <a:ext uri="{FF2B5EF4-FFF2-40B4-BE49-F238E27FC236}">
                <a16:creationId xmlns:a16="http://schemas.microsoft.com/office/drawing/2014/main" id="{1445BC54-253C-99A6-27B6-FC6DFE5C587E}"/>
              </a:ext>
            </a:extLst>
          </p:cNvPr>
          <p:cNvCxnSpPr>
            <a:cxnSpLocks/>
            <a:stCxn id="473" idx="3"/>
            <a:endCxn id="475" idx="1"/>
          </p:cNvCxnSpPr>
          <p:nvPr/>
        </p:nvCxnSpPr>
        <p:spPr>
          <a:xfrm>
            <a:off x="2990720" y="2014149"/>
            <a:ext cx="1374026" cy="6095"/>
          </a:xfrm>
          <a:prstGeom prst="straightConnector1">
            <a:avLst/>
          </a:prstGeom>
          <a:noFill/>
          <a:ln w="6350" cap="flat" cmpd="sng" algn="ctr">
            <a:solidFill>
              <a:srgbClr val="000000"/>
            </a:solidFill>
            <a:prstDash val="solid"/>
            <a:headEnd type="none" w="sm" len="sm"/>
            <a:tailEnd type="triangle" w="sm" len="sm"/>
          </a:ln>
          <a:effectLst/>
        </p:spPr>
      </p:cxnSp>
      <p:sp>
        <p:nvSpPr>
          <p:cNvPr id="475" name="Rectangle 474">
            <a:extLst>
              <a:ext uri="{FF2B5EF4-FFF2-40B4-BE49-F238E27FC236}">
                <a16:creationId xmlns:a16="http://schemas.microsoft.com/office/drawing/2014/main" id="{75A2EB97-8145-2E5C-7827-0072A22E721E}"/>
              </a:ext>
            </a:extLst>
          </p:cNvPr>
          <p:cNvSpPr/>
          <p:nvPr/>
        </p:nvSpPr>
        <p:spPr bwMode="gray">
          <a:xfrm>
            <a:off x="4364746" y="1803256"/>
            <a:ext cx="550789"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IBS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Market-side / managing</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b</a:t>
            </a:r>
            <a:r>
              <a:rPr kumimoji="0" lang="en-US" sz="600" b="0" i="0" u="none" strike="noStrike" kern="0" cap="none" spc="0" normalizeH="0" baseline="0" noProof="0" dirty="0">
                <a:ln>
                  <a:noFill/>
                </a:ln>
                <a:solidFill>
                  <a:prstClr val="black"/>
                </a:solidFill>
                <a:effectLst/>
                <a:uLnTx/>
                <a:uFillTx/>
                <a:latin typeface="Arial"/>
                <a:ea typeface="+mn-ea"/>
                <a:cs typeface="+mn-cs"/>
              </a:rPr>
              <a:t>ranch</a:t>
            </a:r>
          </a:p>
        </p:txBody>
      </p:sp>
      <p:sp>
        <p:nvSpPr>
          <p:cNvPr id="477" name="Rectangle 476">
            <a:extLst>
              <a:ext uri="{FF2B5EF4-FFF2-40B4-BE49-F238E27FC236}">
                <a16:creationId xmlns:a16="http://schemas.microsoft.com/office/drawing/2014/main" id="{61DFA9A5-4C0D-BC8C-EA6C-2E8BD61CA94E}"/>
              </a:ext>
            </a:extLst>
          </p:cNvPr>
          <p:cNvSpPr/>
          <p:nvPr/>
        </p:nvSpPr>
        <p:spPr bwMode="gray">
          <a:xfrm>
            <a:off x="8724761" y="1146937"/>
            <a:ext cx="349449" cy="1108511"/>
          </a:xfrm>
          <a:prstGeom prst="rect">
            <a:avLst/>
          </a:prstGeom>
          <a:solidFill>
            <a:srgbClr val="FCFDC7"/>
          </a:solidFill>
          <a:ln w="3175" algn="ctr">
            <a:solidFill>
              <a:srgbClr val="000000"/>
            </a:solidFill>
            <a:miter lim="800000"/>
            <a:headEnd/>
            <a:tailEnd/>
          </a:ln>
        </p:spPr>
        <p:txBody>
          <a:bodyPr vert="horz" wrap="square" lIns="9144" tIns="91440" rIns="9144" bIns="9144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SAA</a:t>
            </a:r>
          </a:p>
        </p:txBody>
      </p:sp>
      <p:cxnSp>
        <p:nvCxnSpPr>
          <p:cNvPr id="260" name="Straight Arrow Connector 137">
            <a:extLst>
              <a:ext uri="{FF2B5EF4-FFF2-40B4-BE49-F238E27FC236}">
                <a16:creationId xmlns:a16="http://schemas.microsoft.com/office/drawing/2014/main" id="{9E13AC83-8354-F4C4-5C10-1FA97AAFE06F}"/>
              </a:ext>
            </a:extLst>
          </p:cNvPr>
          <p:cNvCxnSpPr>
            <a:cxnSpLocks/>
            <a:endCxn id="473" idx="1"/>
          </p:cNvCxnSpPr>
          <p:nvPr/>
        </p:nvCxnSpPr>
        <p:spPr>
          <a:xfrm flipV="1">
            <a:off x="936880" y="2014149"/>
            <a:ext cx="1434003" cy="6192"/>
          </a:xfrm>
          <a:prstGeom prst="straightConnector1">
            <a:avLst/>
          </a:prstGeom>
          <a:noFill/>
          <a:ln w="6350" cap="flat" cmpd="sng" algn="ctr">
            <a:solidFill>
              <a:srgbClr val="000000"/>
            </a:solidFill>
            <a:prstDash val="solid"/>
            <a:headEnd w="med" len="sm"/>
            <a:tailEnd type="triangle" w="sm" len="sm"/>
          </a:ln>
          <a:effectLst/>
        </p:spPr>
      </p:cxnSp>
      <p:sp>
        <p:nvSpPr>
          <p:cNvPr id="264" name="Rectangle 263">
            <a:extLst>
              <a:ext uri="{FF2B5EF4-FFF2-40B4-BE49-F238E27FC236}">
                <a16:creationId xmlns:a16="http://schemas.microsoft.com/office/drawing/2014/main" id="{10D02A49-F3CF-FFA1-4AC2-3AA7C016680E}"/>
              </a:ext>
            </a:extLst>
          </p:cNvPr>
          <p:cNvSpPr/>
          <p:nvPr/>
        </p:nvSpPr>
        <p:spPr bwMode="gray">
          <a:xfrm>
            <a:off x="1043374" y="2087684"/>
            <a:ext cx="259189" cy="149040"/>
          </a:xfrm>
          <a:prstGeom prst="rect">
            <a:avLst/>
          </a:prstGeom>
          <a:no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p:txBody>
      </p:sp>
      <p:sp>
        <p:nvSpPr>
          <p:cNvPr id="265" name="Rectangle 264">
            <a:extLst>
              <a:ext uri="{FF2B5EF4-FFF2-40B4-BE49-F238E27FC236}">
                <a16:creationId xmlns:a16="http://schemas.microsoft.com/office/drawing/2014/main" id="{60363061-F292-5349-E9AC-309EC5C5148D}"/>
              </a:ext>
            </a:extLst>
          </p:cNvPr>
          <p:cNvSpPr/>
          <p:nvPr/>
        </p:nvSpPr>
        <p:spPr bwMode="gray">
          <a:xfrm>
            <a:off x="1372696" y="1800697"/>
            <a:ext cx="475541" cy="422706"/>
          </a:xfrm>
          <a:prstGeom prst="rect">
            <a:avLst/>
          </a:prstGeom>
          <a:solidFill>
            <a:srgbClr val="F56E00">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ISVC</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Integration Services</a:t>
            </a:r>
          </a:p>
        </p:txBody>
      </p:sp>
      <p:sp>
        <p:nvSpPr>
          <p:cNvPr id="266" name="Rectangle 265">
            <a:extLst>
              <a:ext uri="{FF2B5EF4-FFF2-40B4-BE49-F238E27FC236}">
                <a16:creationId xmlns:a16="http://schemas.microsoft.com/office/drawing/2014/main" id="{4FC65E35-34CD-7BA4-B121-6BF176B015D6}"/>
              </a:ext>
            </a:extLst>
          </p:cNvPr>
          <p:cNvSpPr/>
          <p:nvPr/>
        </p:nvSpPr>
        <p:spPr bwMode="gray">
          <a:xfrm>
            <a:off x="1871036" y="2068099"/>
            <a:ext cx="389453" cy="221089"/>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(103 / 202)</a:t>
            </a:r>
          </a:p>
        </p:txBody>
      </p:sp>
      <p:pic>
        <p:nvPicPr>
          <p:cNvPr id="276" name="Picture 2" descr="Flexible payment in our Middle Ages store ageofcraft.com">
            <a:extLst>
              <a:ext uri="{FF2B5EF4-FFF2-40B4-BE49-F238E27FC236}">
                <a16:creationId xmlns:a16="http://schemas.microsoft.com/office/drawing/2014/main" id="{3B07FBCE-AC66-10E2-78D9-7EA7D5CE6D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34675" y="1546962"/>
            <a:ext cx="227892" cy="201746"/>
          </a:xfrm>
          <a:prstGeom prst="rect">
            <a:avLst/>
          </a:prstGeom>
          <a:noFill/>
          <a:extLst>
            <a:ext uri="{909E8E84-426E-40DD-AFC4-6F175D3DCCD1}">
              <a14:hiddenFill xmlns:a14="http://schemas.microsoft.com/office/drawing/2010/main">
                <a:solidFill>
                  <a:srgbClr val="FFFFFF"/>
                </a:solidFill>
              </a14:hiddenFill>
            </a:ext>
          </a:extLst>
        </p:spPr>
      </p:pic>
      <p:sp>
        <p:nvSpPr>
          <p:cNvPr id="277" name="TextBox 276">
            <a:extLst>
              <a:ext uri="{FF2B5EF4-FFF2-40B4-BE49-F238E27FC236}">
                <a16:creationId xmlns:a16="http://schemas.microsoft.com/office/drawing/2014/main" id="{65D83FFC-CCE4-9E0C-87C4-C4D064346F61}"/>
              </a:ext>
            </a:extLst>
          </p:cNvPr>
          <p:cNvSpPr txBox="1"/>
          <p:nvPr/>
        </p:nvSpPr>
        <p:spPr>
          <a:xfrm>
            <a:off x="9106089" y="1780067"/>
            <a:ext cx="507199" cy="18466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err="1">
                <a:ln>
                  <a:noFill/>
                </a:ln>
                <a:solidFill>
                  <a:srgbClr val="000000"/>
                </a:solidFill>
                <a:effectLst/>
                <a:uLnTx/>
                <a:uFillTx/>
                <a:latin typeface="Arial"/>
                <a:ea typeface="Calibri Light" charset="0"/>
                <a:cs typeface="Segoe UI" panose="020B0502040204020203" pitchFamily="34" charset="0"/>
              </a:rPr>
              <a:t>FINPlus</a:t>
            </a: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 (MX)</a:t>
            </a:r>
          </a:p>
        </p:txBody>
      </p:sp>
      <p:sp>
        <p:nvSpPr>
          <p:cNvPr id="278" name="Rectangle 277">
            <a:extLst>
              <a:ext uri="{FF2B5EF4-FFF2-40B4-BE49-F238E27FC236}">
                <a16:creationId xmlns:a16="http://schemas.microsoft.com/office/drawing/2014/main" id="{246148D9-7D6A-612D-E515-16EFD6CFF850}"/>
              </a:ext>
            </a:extLst>
          </p:cNvPr>
          <p:cNvSpPr/>
          <p:nvPr/>
        </p:nvSpPr>
        <p:spPr>
          <a:xfrm>
            <a:off x="9698882" y="1146937"/>
            <a:ext cx="636557" cy="1681187"/>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 Market</a:t>
            </a:r>
          </a:p>
        </p:txBody>
      </p:sp>
      <p:pic>
        <p:nvPicPr>
          <p:cNvPr id="279" name="Picture 143" descr="Bank outline">
            <a:extLst>
              <a:ext uri="{FF2B5EF4-FFF2-40B4-BE49-F238E27FC236}">
                <a16:creationId xmlns:a16="http://schemas.microsoft.com/office/drawing/2014/main" id="{C15443F8-DFCE-5CAA-39AA-DC4888768E7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9860703" y="1348019"/>
            <a:ext cx="321820" cy="258520"/>
          </a:xfrm>
          <a:prstGeom prst="rect">
            <a:avLst/>
          </a:prstGeom>
        </p:spPr>
      </p:pic>
      <p:sp>
        <p:nvSpPr>
          <p:cNvPr id="280" name="TextBox 279">
            <a:extLst>
              <a:ext uri="{FF2B5EF4-FFF2-40B4-BE49-F238E27FC236}">
                <a16:creationId xmlns:a16="http://schemas.microsoft.com/office/drawing/2014/main" id="{436F84C9-BBFB-6BAD-8865-6D25E6BF6997}"/>
              </a:ext>
            </a:extLst>
          </p:cNvPr>
          <p:cNvSpPr txBox="1"/>
          <p:nvPr/>
        </p:nvSpPr>
        <p:spPr>
          <a:xfrm>
            <a:off x="9706179" y="1595401"/>
            <a:ext cx="622947" cy="18466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RTGS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System </a:t>
            </a:r>
          </a:p>
        </p:txBody>
      </p:sp>
      <p:sp>
        <p:nvSpPr>
          <p:cNvPr id="284" name="Rectangle 283">
            <a:extLst>
              <a:ext uri="{FF2B5EF4-FFF2-40B4-BE49-F238E27FC236}">
                <a16:creationId xmlns:a16="http://schemas.microsoft.com/office/drawing/2014/main" id="{C4827491-A680-0B8E-3DE1-B8046EE14F34}"/>
              </a:ext>
            </a:extLst>
          </p:cNvPr>
          <p:cNvSpPr/>
          <p:nvPr/>
        </p:nvSpPr>
        <p:spPr bwMode="gray">
          <a:xfrm>
            <a:off x="3619654" y="1800697"/>
            <a:ext cx="460122" cy="437143"/>
          </a:xfrm>
          <a:prstGeom prst="rect">
            <a:avLst/>
          </a:prstGeom>
          <a:solidFill>
            <a:srgbClr val="FCFDC7"/>
          </a:solidFill>
          <a:ln w="3175" algn="ctr">
            <a:solidFill>
              <a:srgbClr val="000000"/>
            </a:solidFill>
            <a:miter lim="800000"/>
            <a:headEnd/>
            <a:tailEnd/>
          </a:ln>
        </p:spPr>
        <p:txBody>
          <a:bodyPr vert="horz" wrap="square" lIns="9144" tIns="91440" rIns="9144" bIns="9144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BESS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Traffic Cop</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 Intranodal</a:t>
            </a:r>
          </a:p>
        </p:txBody>
      </p:sp>
      <p:pic>
        <p:nvPicPr>
          <p:cNvPr id="285" name="Picture 143" descr="Bank outline">
            <a:extLst>
              <a:ext uri="{FF2B5EF4-FFF2-40B4-BE49-F238E27FC236}">
                <a16:creationId xmlns:a16="http://schemas.microsoft.com/office/drawing/2014/main" id="{296A0488-E529-3E04-F0CC-C0417A95FB8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9856085" y="2027449"/>
            <a:ext cx="321820" cy="276501"/>
          </a:xfrm>
          <a:prstGeom prst="rect">
            <a:avLst/>
          </a:prstGeom>
        </p:spPr>
      </p:pic>
      <p:sp>
        <p:nvSpPr>
          <p:cNvPr id="286" name="TextBox 285">
            <a:extLst>
              <a:ext uri="{FF2B5EF4-FFF2-40B4-BE49-F238E27FC236}">
                <a16:creationId xmlns:a16="http://schemas.microsoft.com/office/drawing/2014/main" id="{E01C563C-68E2-D140-4971-C819246B072A}"/>
              </a:ext>
            </a:extLst>
          </p:cNvPr>
          <p:cNvSpPr txBox="1"/>
          <p:nvPr/>
        </p:nvSpPr>
        <p:spPr>
          <a:xfrm>
            <a:off x="9704764" y="2315481"/>
            <a:ext cx="622947" cy="18466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Correspondent / Counterparties</a:t>
            </a:r>
          </a:p>
        </p:txBody>
      </p:sp>
      <p:sp>
        <p:nvSpPr>
          <p:cNvPr id="287" name="Rectangle 286">
            <a:extLst>
              <a:ext uri="{FF2B5EF4-FFF2-40B4-BE49-F238E27FC236}">
                <a16:creationId xmlns:a16="http://schemas.microsoft.com/office/drawing/2014/main" id="{16AEC01F-BF19-43CB-B128-367C55CD55BE}"/>
              </a:ext>
            </a:extLst>
          </p:cNvPr>
          <p:cNvSpPr/>
          <p:nvPr/>
        </p:nvSpPr>
        <p:spPr bwMode="gray">
          <a:xfrm>
            <a:off x="1044898" y="2302568"/>
            <a:ext cx="265285" cy="154756"/>
          </a:xfrm>
          <a:prstGeom prst="rect">
            <a:avLst/>
          </a:prstGeom>
          <a:no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Other</a:t>
            </a:r>
          </a:p>
        </p:txBody>
      </p:sp>
      <p:sp>
        <p:nvSpPr>
          <p:cNvPr id="40" name="TextBox 39">
            <a:extLst>
              <a:ext uri="{FF2B5EF4-FFF2-40B4-BE49-F238E27FC236}">
                <a16:creationId xmlns:a16="http://schemas.microsoft.com/office/drawing/2014/main" id="{42EA2991-9C79-9807-D036-B6846E85C453}"/>
              </a:ext>
            </a:extLst>
          </p:cNvPr>
          <p:cNvSpPr txBox="1"/>
          <p:nvPr/>
        </p:nvSpPr>
        <p:spPr>
          <a:xfrm>
            <a:off x="6937008" y="1131995"/>
            <a:ext cx="531082" cy="400110"/>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i="0" u="none" strike="noStrike" kern="1200" cap="none" spc="0" normalizeH="0" baseline="0" noProof="0" dirty="0">
                <a:ln>
                  <a:noFill/>
                </a:ln>
                <a:solidFill>
                  <a:srgbClr val="020B5B"/>
                </a:solidFill>
                <a:effectLst/>
                <a:uLnTx/>
                <a:uFillTx/>
                <a:latin typeface="Arial"/>
                <a:ea typeface="+mn-ea"/>
                <a:cs typeface="+mn-cs"/>
              </a:rPr>
              <a:t>RTGS MX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i="0" u="none" strike="noStrike" kern="1200" cap="none" spc="0" normalizeH="0" baseline="0" noProof="0" dirty="0">
                <a:ln>
                  <a:noFill/>
                </a:ln>
                <a:solidFill>
                  <a:srgbClr val="020B5B"/>
                </a:solidFill>
                <a:effectLst/>
                <a:uLnTx/>
                <a:uFillTx/>
                <a:latin typeface="Arial"/>
                <a:ea typeface="+mn-ea"/>
                <a:cs typeface="+mn-cs"/>
              </a:rPr>
              <a:t>Payments </a:t>
            </a:r>
          </a:p>
        </p:txBody>
      </p:sp>
      <p:sp>
        <p:nvSpPr>
          <p:cNvPr id="43" name="TextBox 42">
            <a:extLst>
              <a:ext uri="{FF2B5EF4-FFF2-40B4-BE49-F238E27FC236}">
                <a16:creationId xmlns:a16="http://schemas.microsoft.com/office/drawing/2014/main" id="{3926D6E2-016C-0E1E-6628-94F2BF892050}"/>
              </a:ext>
            </a:extLst>
          </p:cNvPr>
          <p:cNvSpPr txBox="1"/>
          <p:nvPr/>
        </p:nvSpPr>
        <p:spPr>
          <a:xfrm>
            <a:off x="6939546" y="1667989"/>
            <a:ext cx="567126" cy="400110"/>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i="0" u="none" strike="noStrike" kern="1200" cap="none" spc="0" normalizeH="0" baseline="0" noProof="0" dirty="0">
                <a:ln>
                  <a:noFill/>
                </a:ln>
                <a:solidFill>
                  <a:srgbClr val="020B5B"/>
                </a:solidFill>
                <a:effectLst/>
                <a:uLnTx/>
                <a:uFillTx/>
                <a:latin typeface="Arial"/>
                <a:ea typeface="+mn-ea"/>
                <a:cs typeface="+mn-cs"/>
              </a:rPr>
              <a:t>CBPR+ MX</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i="0" u="none" strike="noStrike" kern="1200" cap="none" spc="0" normalizeH="0" baseline="0" noProof="0" dirty="0">
                <a:ln>
                  <a:noFill/>
                </a:ln>
                <a:solidFill>
                  <a:srgbClr val="020B5B"/>
                </a:solidFill>
                <a:effectLst/>
                <a:uLnTx/>
                <a:uFillTx/>
                <a:latin typeface="Arial"/>
                <a:ea typeface="+mn-ea"/>
                <a:cs typeface="+mn-cs"/>
              </a:rPr>
              <a:t>Payments </a:t>
            </a:r>
          </a:p>
        </p:txBody>
      </p:sp>
      <p:sp>
        <p:nvSpPr>
          <p:cNvPr id="45" name="Rectangle 44">
            <a:extLst>
              <a:ext uri="{FF2B5EF4-FFF2-40B4-BE49-F238E27FC236}">
                <a16:creationId xmlns:a16="http://schemas.microsoft.com/office/drawing/2014/main" id="{6E928538-4638-6066-5A2D-75215CB23FDB}"/>
              </a:ext>
            </a:extLst>
          </p:cNvPr>
          <p:cNvSpPr/>
          <p:nvPr/>
        </p:nvSpPr>
        <p:spPr bwMode="gray">
          <a:xfrm>
            <a:off x="8184232" y="1780067"/>
            <a:ext cx="308055" cy="149040"/>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a:t>
            </a:r>
            <a:r>
              <a:rPr lang="en-US" sz="600" kern="0" dirty="0" err="1">
                <a:solidFill>
                  <a:prstClr val="black"/>
                </a:solidFill>
                <a:latin typeface="Arial"/>
              </a:rPr>
              <a:t>Pacs</a:t>
            </a:r>
            <a:r>
              <a:rPr lang="en-US" sz="600" kern="0" dirty="0">
                <a:solidFill>
                  <a:prstClr val="black"/>
                </a:solidFill>
                <a:latin typeface="Arial"/>
              </a:rPr>
              <a:t>)</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cxnSp>
        <p:nvCxnSpPr>
          <p:cNvPr id="4" name="Straight Connector 3">
            <a:extLst>
              <a:ext uri="{FF2B5EF4-FFF2-40B4-BE49-F238E27FC236}">
                <a16:creationId xmlns:a16="http://schemas.microsoft.com/office/drawing/2014/main" id="{7AD03B10-25ED-4784-1DF8-DBE9714EF082}"/>
              </a:ext>
            </a:extLst>
          </p:cNvPr>
          <p:cNvCxnSpPr>
            <a:cxnSpLocks/>
          </p:cNvCxnSpPr>
          <p:nvPr/>
        </p:nvCxnSpPr>
        <p:spPr bwMode="auto">
          <a:xfrm flipH="1">
            <a:off x="336615" y="644566"/>
            <a:ext cx="11214381" cy="0"/>
          </a:xfrm>
          <a:prstGeom prst="line">
            <a:avLst/>
          </a:prstGeom>
          <a:solidFill>
            <a:srgbClr val="65CCE9"/>
          </a:solidFill>
          <a:ln w="9525" cap="flat" cmpd="sng" algn="ctr">
            <a:solidFill>
              <a:schemeClr val="accent2"/>
            </a:solidFill>
            <a:prstDash val="solid"/>
            <a:round/>
            <a:headEnd type="none" w="med" len="med"/>
            <a:tailEnd type="none" w="med" len="med"/>
          </a:ln>
          <a:effectLst/>
        </p:spPr>
      </p:cxnSp>
      <p:sp>
        <p:nvSpPr>
          <p:cNvPr id="21" name="Rectangle 20">
            <a:extLst>
              <a:ext uri="{FF2B5EF4-FFF2-40B4-BE49-F238E27FC236}">
                <a16:creationId xmlns:a16="http://schemas.microsoft.com/office/drawing/2014/main" id="{3C5CD1E6-4C30-B4D0-F580-FB53516EC8AA}"/>
              </a:ext>
            </a:extLst>
          </p:cNvPr>
          <p:cNvSpPr/>
          <p:nvPr/>
        </p:nvSpPr>
        <p:spPr bwMode="gray">
          <a:xfrm>
            <a:off x="8724760" y="2349546"/>
            <a:ext cx="349449" cy="478578"/>
          </a:xfrm>
          <a:prstGeom prst="rect">
            <a:avLst/>
          </a:prstGeom>
          <a:solidFill>
            <a:srgbClr val="FCFDC7"/>
          </a:solidFill>
          <a:ln w="3175" algn="ctr">
            <a:solidFill>
              <a:srgbClr val="000000"/>
            </a:solidFill>
            <a:miter lim="800000"/>
            <a:headEnd/>
            <a:tailEnd/>
          </a:ln>
        </p:spPr>
        <p:txBody>
          <a:bodyPr vert="horz" wrap="square" lIns="9144" tIns="91440" rIns="9144" bIns="9144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BESS</a:t>
            </a:r>
          </a:p>
        </p:txBody>
      </p:sp>
      <p:sp>
        <p:nvSpPr>
          <p:cNvPr id="25" name="Rectangle 24">
            <a:extLst>
              <a:ext uri="{FF2B5EF4-FFF2-40B4-BE49-F238E27FC236}">
                <a16:creationId xmlns:a16="http://schemas.microsoft.com/office/drawing/2014/main" id="{9BDE167D-0A3F-C907-A41F-48E3335B4BAA}"/>
              </a:ext>
            </a:extLst>
          </p:cNvPr>
          <p:cNvSpPr/>
          <p:nvPr/>
        </p:nvSpPr>
        <p:spPr bwMode="gray">
          <a:xfrm>
            <a:off x="8112224" y="2349546"/>
            <a:ext cx="432048" cy="149040"/>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(103 / 202)</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pic>
        <p:nvPicPr>
          <p:cNvPr id="31" name="Picture 2" descr="Flexible payment in our Middle Ages store ageofcraft.com">
            <a:extLst>
              <a:ext uri="{FF2B5EF4-FFF2-40B4-BE49-F238E27FC236}">
                <a16:creationId xmlns:a16="http://schemas.microsoft.com/office/drawing/2014/main" id="{97E077A3-7F73-17C1-21FF-BE7EC5CC39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34675" y="2324771"/>
            <a:ext cx="227892" cy="215086"/>
          </a:xfrm>
          <a:prstGeom prst="rect">
            <a:avLst/>
          </a:prstGeom>
          <a:noFill/>
          <a:extLst>
            <a:ext uri="{909E8E84-426E-40DD-AFC4-6F175D3DCCD1}">
              <a14:hiddenFill xmlns:a14="http://schemas.microsoft.com/office/drawing/2010/main">
                <a:solidFill>
                  <a:srgbClr val="FFFFFF"/>
                </a:solidFill>
              </a14:hiddenFill>
            </a:ext>
          </a:extLst>
        </p:spPr>
      </p:pic>
      <p:sp>
        <p:nvSpPr>
          <p:cNvPr id="449" name="TextBox 448">
            <a:extLst>
              <a:ext uri="{FF2B5EF4-FFF2-40B4-BE49-F238E27FC236}">
                <a16:creationId xmlns:a16="http://schemas.microsoft.com/office/drawing/2014/main" id="{CC54605B-29C2-6723-2B16-0C56F68D0A11}"/>
              </a:ext>
            </a:extLst>
          </p:cNvPr>
          <p:cNvSpPr txBox="1"/>
          <p:nvPr/>
        </p:nvSpPr>
        <p:spPr>
          <a:xfrm>
            <a:off x="9099993" y="2603513"/>
            <a:ext cx="507199" cy="18466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FIN (MT)</a:t>
            </a:r>
          </a:p>
        </p:txBody>
      </p:sp>
      <p:sp>
        <p:nvSpPr>
          <p:cNvPr id="7" name="Rectangle 6">
            <a:extLst>
              <a:ext uri="{FF2B5EF4-FFF2-40B4-BE49-F238E27FC236}">
                <a16:creationId xmlns:a16="http://schemas.microsoft.com/office/drawing/2014/main" id="{FCE58B87-D376-B278-ABBD-95E41EC29632}"/>
              </a:ext>
            </a:extLst>
          </p:cNvPr>
          <p:cNvSpPr/>
          <p:nvPr/>
        </p:nvSpPr>
        <p:spPr>
          <a:xfrm>
            <a:off x="459851" y="1765206"/>
            <a:ext cx="509357" cy="515083"/>
          </a:xfrm>
          <a:prstGeom prst="rect">
            <a:avLst/>
          </a:prstGeom>
          <a:solidFill>
            <a:schemeClr val="bg1"/>
          </a:solid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Instruction Sources</a:t>
            </a:r>
          </a:p>
        </p:txBody>
      </p:sp>
      <p:pic>
        <p:nvPicPr>
          <p:cNvPr id="9" name="Picture 24" descr="Ui Ux outline">
            <a:extLst>
              <a:ext uri="{FF2B5EF4-FFF2-40B4-BE49-F238E27FC236}">
                <a16:creationId xmlns:a16="http://schemas.microsoft.com/office/drawing/2014/main" id="{43668C13-EA96-C2D3-561C-081AE5E235CB}"/>
              </a:ext>
            </a:extLst>
          </p:cNvPr>
          <p:cNvPicPr>
            <a:picLocks noChangeAspect="1" noChangeArrowheads="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bwMode="auto">
          <a:xfrm>
            <a:off x="714579" y="2041231"/>
            <a:ext cx="210822" cy="22051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Flexible payment in our Middle Ages store ageofcraft.com">
            <a:extLst>
              <a:ext uri="{FF2B5EF4-FFF2-40B4-BE49-F238E27FC236}">
                <a16:creationId xmlns:a16="http://schemas.microsoft.com/office/drawing/2014/main" id="{A44DD921-9B8F-753D-391F-0234553A31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836" y="2064011"/>
            <a:ext cx="178872" cy="166709"/>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Arrow Connector 26">
            <a:extLst>
              <a:ext uri="{FF2B5EF4-FFF2-40B4-BE49-F238E27FC236}">
                <a16:creationId xmlns:a16="http://schemas.microsoft.com/office/drawing/2014/main" id="{9FD7A578-359F-4FF8-36CC-CDC78FA1B747}"/>
              </a:ext>
            </a:extLst>
          </p:cNvPr>
          <p:cNvCxnSpPr>
            <a:cxnSpLocks/>
            <a:stCxn id="475" idx="3"/>
          </p:cNvCxnSpPr>
          <p:nvPr/>
        </p:nvCxnSpPr>
        <p:spPr>
          <a:xfrm flipV="1">
            <a:off x="4915535" y="2014149"/>
            <a:ext cx="3802912" cy="6095"/>
          </a:xfrm>
          <a:prstGeom prst="straightConnector1">
            <a:avLst/>
          </a:prstGeom>
          <a:ln w="6350">
            <a:tailEnd type="triangle" w="sm" len="sm"/>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4396A231-FDE7-E6CC-E10E-FD2102009C96}"/>
              </a:ext>
            </a:extLst>
          </p:cNvPr>
          <p:cNvSpPr/>
          <p:nvPr/>
        </p:nvSpPr>
        <p:spPr bwMode="gray">
          <a:xfrm>
            <a:off x="6343903" y="1276011"/>
            <a:ext cx="448136" cy="955126"/>
          </a:xfrm>
          <a:prstGeom prst="rect">
            <a:avLst/>
          </a:prstGeom>
          <a:solidFill>
            <a:srgbClr val="F56E00">
              <a:lumMod val="20000"/>
              <a:lumOff val="80000"/>
            </a:srgbClr>
          </a:solidFill>
          <a:ln w="6350" algn="ctr">
            <a:solidFill>
              <a:srgbClr val="000000">
                <a:alpha val="93000"/>
              </a:srgbClr>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ISVC</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Integration Services</a:t>
            </a:r>
          </a:p>
        </p:txBody>
      </p:sp>
      <p:sp>
        <p:nvSpPr>
          <p:cNvPr id="460" name="Rectangle 459">
            <a:extLst>
              <a:ext uri="{FF2B5EF4-FFF2-40B4-BE49-F238E27FC236}">
                <a16:creationId xmlns:a16="http://schemas.microsoft.com/office/drawing/2014/main" id="{7691F237-5B9D-858A-A388-7DE998C84C09}"/>
              </a:ext>
            </a:extLst>
          </p:cNvPr>
          <p:cNvSpPr/>
          <p:nvPr/>
        </p:nvSpPr>
        <p:spPr bwMode="gray">
          <a:xfrm>
            <a:off x="7613060" y="1276011"/>
            <a:ext cx="399725" cy="395822"/>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RTPS</a:t>
            </a:r>
          </a:p>
        </p:txBody>
      </p:sp>
      <p:sp>
        <p:nvSpPr>
          <p:cNvPr id="466" name="TextBox 465">
            <a:extLst>
              <a:ext uri="{FF2B5EF4-FFF2-40B4-BE49-F238E27FC236}">
                <a16:creationId xmlns:a16="http://schemas.microsoft.com/office/drawing/2014/main" id="{EA74C0E0-DE41-6CFA-9D99-C2B931F365CF}"/>
              </a:ext>
            </a:extLst>
          </p:cNvPr>
          <p:cNvSpPr txBox="1"/>
          <p:nvPr/>
        </p:nvSpPr>
        <p:spPr>
          <a:xfrm>
            <a:off x="6927088" y="2244053"/>
            <a:ext cx="567126" cy="400110"/>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i="0" u="none" strike="noStrike" kern="1200" cap="none" spc="0" normalizeH="0" baseline="0" noProof="0" dirty="0">
                <a:ln>
                  <a:noFill/>
                </a:ln>
                <a:solidFill>
                  <a:srgbClr val="020B5B"/>
                </a:solidFill>
                <a:effectLst/>
                <a:uLnTx/>
                <a:uFillTx/>
                <a:latin typeface="Arial"/>
                <a:ea typeface="+mn-ea"/>
                <a:cs typeface="+mn-cs"/>
              </a:rPr>
              <a:t>CBPR+ MT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i="0" u="none" strike="noStrike" kern="1200" cap="none" spc="0" normalizeH="0" baseline="0" noProof="0" dirty="0">
                <a:ln>
                  <a:noFill/>
                </a:ln>
                <a:solidFill>
                  <a:srgbClr val="020B5B"/>
                </a:solidFill>
                <a:effectLst/>
                <a:uLnTx/>
                <a:uFillTx/>
                <a:latin typeface="Arial"/>
                <a:ea typeface="+mn-ea"/>
                <a:cs typeface="+mn-cs"/>
              </a:rPr>
              <a:t>Payments </a:t>
            </a:r>
          </a:p>
        </p:txBody>
      </p:sp>
      <p:sp>
        <p:nvSpPr>
          <p:cNvPr id="469" name="TextBox 468">
            <a:extLst>
              <a:ext uri="{FF2B5EF4-FFF2-40B4-BE49-F238E27FC236}">
                <a16:creationId xmlns:a16="http://schemas.microsoft.com/office/drawing/2014/main" id="{75BD952A-174C-FDAB-75A9-EEDD3900B25A}"/>
              </a:ext>
            </a:extLst>
          </p:cNvPr>
          <p:cNvSpPr txBox="1"/>
          <p:nvPr/>
        </p:nvSpPr>
        <p:spPr>
          <a:xfrm>
            <a:off x="2207568" y="2511180"/>
            <a:ext cx="1374026" cy="30008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00000"/>
                </a:solidFill>
                <a:effectLst/>
                <a:uLnTx/>
                <a:uFillTx/>
                <a:latin typeface="Arial"/>
                <a:ea typeface="+mn-ea"/>
                <a:cs typeface="+mn-cs"/>
              </a:rPr>
              <a:t>Non-managing posting (Outbound):</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00000"/>
                </a:solidFill>
                <a:effectLst/>
                <a:uLnTx/>
                <a:uFillTx/>
                <a:latin typeface="Arial"/>
                <a:ea typeface="+mn-ea"/>
                <a:cs typeface="+mn-cs"/>
              </a:rPr>
              <a:t>  Dr. Client DDA</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00000"/>
                </a:solidFill>
                <a:effectLst/>
                <a:uLnTx/>
                <a:uFillTx/>
                <a:latin typeface="Arial"/>
                <a:ea typeface="+mn-ea"/>
                <a:cs typeface="+mn-cs"/>
              </a:rPr>
              <a:t>    Cr. Intercompany Nostro</a:t>
            </a:r>
          </a:p>
        </p:txBody>
      </p:sp>
      <p:sp>
        <p:nvSpPr>
          <p:cNvPr id="262" name="Rectangle 261">
            <a:extLst>
              <a:ext uri="{FF2B5EF4-FFF2-40B4-BE49-F238E27FC236}">
                <a16:creationId xmlns:a16="http://schemas.microsoft.com/office/drawing/2014/main" id="{9C0AE6A0-AE09-02CC-6DD2-DB73D076E0A2}"/>
              </a:ext>
            </a:extLst>
          </p:cNvPr>
          <p:cNvSpPr/>
          <p:nvPr/>
        </p:nvSpPr>
        <p:spPr bwMode="gray">
          <a:xfrm>
            <a:off x="5496191" y="1800697"/>
            <a:ext cx="455793" cy="437143"/>
          </a:xfrm>
          <a:prstGeom prst="rect">
            <a:avLst/>
          </a:prstGeom>
          <a:solidFill>
            <a:srgbClr val="FCFDC7"/>
          </a:solidFill>
          <a:ln w="3175" algn="ctr">
            <a:solidFill>
              <a:srgbClr val="000000"/>
            </a:solidFill>
            <a:miter lim="800000"/>
            <a:headEnd/>
            <a:tailEnd/>
          </a:ln>
        </p:spPr>
        <p:txBody>
          <a:bodyPr vert="horz" wrap="square" lIns="9144" tIns="91440" rIns="9144" bIns="9144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BESS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Traffic Cop</a:t>
            </a:r>
          </a:p>
        </p:txBody>
      </p:sp>
      <p:sp>
        <p:nvSpPr>
          <p:cNvPr id="2" name="TextBox 1">
            <a:extLst>
              <a:ext uri="{FF2B5EF4-FFF2-40B4-BE49-F238E27FC236}">
                <a16:creationId xmlns:a16="http://schemas.microsoft.com/office/drawing/2014/main" id="{8C35B85B-0AC6-3E5E-1C7E-39CB70B7267C}"/>
              </a:ext>
            </a:extLst>
          </p:cNvPr>
          <p:cNvSpPr txBox="1"/>
          <p:nvPr/>
        </p:nvSpPr>
        <p:spPr>
          <a:xfrm>
            <a:off x="5618434" y="3471292"/>
            <a:ext cx="4942062" cy="1872307"/>
          </a:xfrm>
          <a:prstGeom prst="rect">
            <a:avLst/>
          </a:prstGeom>
          <a:noFill/>
          <a:ln>
            <a:noFill/>
          </a:ln>
        </p:spPr>
        <p:txBody>
          <a:bodyPr wrap="square" lIns="54000" tIns="45720" rIns="54000" bIns="45720" rtlCol="0" anchor="t">
            <a:spAutoFit/>
          </a:bodyPr>
          <a:lstStyle/>
          <a:p>
            <a:pPr marL="228600" marR="0" lvl="0" indent="-228600" algn="just" defTabSz="914400" rtl="0" eaLnBrk="1" fontAlgn="auto" latinLnBrk="0" hangingPunct="1">
              <a:lnSpc>
                <a:spcPct val="100000"/>
              </a:lnSpc>
              <a:spcBef>
                <a:spcPts val="0"/>
              </a:spcBef>
              <a:spcAft>
                <a:spcPts val="200"/>
              </a:spcAft>
              <a:buClrTx/>
              <a:buSzTx/>
              <a:buFont typeface="+mj-lt"/>
              <a:buAutoNum type="arabicPeriod" startAt="2"/>
              <a:tabLst/>
              <a:defRPr/>
            </a:pPr>
            <a:r>
              <a:rPr kumimoji="0" lang="en-GB" sz="800" b="1" i="0" u="none" strike="noStrike" kern="1200" cap="none" spc="0" normalizeH="0" baseline="0" noProof="0" dirty="0">
                <a:ln>
                  <a:noFill/>
                </a:ln>
                <a:solidFill>
                  <a:srgbClr val="002060"/>
                </a:solidFill>
                <a:effectLst/>
                <a:uLnTx/>
                <a:uFillTx/>
                <a:latin typeface="Arial"/>
                <a:ea typeface="+mn-ea"/>
                <a:cs typeface="Arial"/>
              </a:rPr>
              <a:t>Outbound Payment Clearing &amp; Settlement </a:t>
            </a:r>
            <a:r>
              <a:rPr kumimoji="0" lang="en-GB" sz="800" b="1" i="0" u="none" strike="noStrike" kern="1200" cap="none" spc="0" normalizeH="0" baseline="0" noProof="0" dirty="0">
                <a:ln>
                  <a:noFill/>
                </a:ln>
                <a:solidFill>
                  <a:srgbClr val="002060"/>
                </a:solidFill>
                <a:effectLst/>
                <a:uLnTx/>
                <a:uFillTx/>
                <a:latin typeface="Arial"/>
                <a:ea typeface="+mn-ea"/>
                <a:cs typeface="+mn-cs"/>
              </a:rPr>
              <a:t>(RTGS Direct Clearing, CBPR+ MX, CBPR+ MT)</a:t>
            </a:r>
          </a:p>
          <a:p>
            <a:pPr marL="688975" lvl="2" indent="-231775" algn="just">
              <a:spcAft>
                <a:spcPts val="200"/>
              </a:spcAft>
              <a:buFont typeface="Arial" panose="020B0604020202020204" pitchFamily="34" charset="0"/>
              <a:buChar char="•"/>
              <a:defRPr/>
            </a:pPr>
            <a:r>
              <a:rPr kumimoji="0" lang="en-GB" sz="800" b="0" i="0" u="none" strike="noStrike" kern="1200" cap="none" spc="0" normalizeH="0" baseline="0" noProof="0" dirty="0">
                <a:ln>
                  <a:noFill/>
                </a:ln>
                <a:solidFill>
                  <a:srgbClr val="002060"/>
                </a:solidFill>
                <a:effectLst/>
                <a:uLnTx/>
                <a:uFillTx/>
                <a:latin typeface="Arial"/>
                <a:ea typeface="+mn-ea"/>
                <a:cs typeface="Arial"/>
              </a:rPr>
              <a:t>IBS managing branch sends the MT payment to the applicable outbound flow</a:t>
            </a:r>
          </a:p>
          <a:p>
            <a:pPr marL="1146175" lvl="3" indent="-231775" algn="just">
              <a:spcAft>
                <a:spcPts val="200"/>
              </a:spcAft>
              <a:buFont typeface="Arial" panose="020B0604020202020204" pitchFamily="34" charset="0"/>
              <a:buChar char="•"/>
              <a:defRPr/>
            </a:pPr>
            <a:r>
              <a:rPr lang="en-GB" sz="800" dirty="0">
                <a:solidFill>
                  <a:srgbClr val="002060"/>
                </a:solidFill>
                <a:latin typeface="Arial"/>
                <a:cs typeface="Arial"/>
              </a:rPr>
              <a:t>RTGS direct clearing payments are routed to Integration Services (ISVC), translated to MX format and then routed via Gateway to RTPS for settlement in the market (through the RTGS clearing system)</a:t>
            </a:r>
          </a:p>
          <a:p>
            <a:pPr marL="1146175" lvl="3" indent="-231775" algn="just">
              <a:spcAft>
                <a:spcPts val="200"/>
              </a:spcAft>
              <a:buFont typeface="Arial" panose="020B0604020202020204" pitchFamily="34" charset="0"/>
              <a:buChar char="•"/>
              <a:defRPr/>
            </a:pPr>
            <a:r>
              <a:rPr kumimoji="0" lang="en-GB" sz="800" b="0" i="0" u="none" strike="noStrike" kern="1200" cap="none" spc="0" normalizeH="0" baseline="0" noProof="0" dirty="0">
                <a:ln>
                  <a:noFill/>
                </a:ln>
                <a:solidFill>
                  <a:srgbClr val="002060"/>
                </a:solidFill>
                <a:effectLst/>
                <a:uLnTx/>
                <a:uFillTx/>
                <a:latin typeface="Arial"/>
                <a:ea typeface="+mn-ea"/>
                <a:cs typeface="Arial"/>
              </a:rPr>
              <a:t>Non-direct clearing Swift payments (CBPR+) routed </a:t>
            </a:r>
            <a:r>
              <a:rPr lang="en-GB" sz="800" dirty="0">
                <a:solidFill>
                  <a:srgbClr val="002060"/>
                </a:solidFill>
                <a:latin typeface="Arial"/>
                <a:cs typeface="Arial"/>
              </a:rPr>
              <a:t>through BESS Traffic Cop  </a:t>
            </a:r>
          </a:p>
          <a:p>
            <a:pPr marL="1603375" lvl="4" indent="-231775" algn="just">
              <a:spcAft>
                <a:spcPts val="200"/>
              </a:spcAft>
              <a:buFont typeface="Arial" panose="020B0604020202020204" pitchFamily="34" charset="0"/>
              <a:buChar char="•"/>
              <a:defRPr/>
            </a:pPr>
            <a:r>
              <a:rPr lang="en-GB" sz="800" dirty="0">
                <a:solidFill>
                  <a:srgbClr val="002060"/>
                </a:solidFill>
                <a:latin typeface="Arial"/>
                <a:cs typeface="Arial"/>
              </a:rPr>
              <a:t>If sending branch BIC is still configured to send MT format, the MT message is routed via BESS through Swift FIN</a:t>
            </a:r>
          </a:p>
          <a:p>
            <a:pPr marL="1603375" lvl="4" indent="-231775" algn="just">
              <a:spcAft>
                <a:spcPts val="200"/>
              </a:spcAft>
              <a:buFont typeface="Arial" panose="020B0604020202020204" pitchFamily="34" charset="0"/>
              <a:buChar char="•"/>
              <a:defRPr/>
            </a:pPr>
            <a:r>
              <a:rPr lang="en-GB" sz="800" dirty="0">
                <a:solidFill>
                  <a:srgbClr val="002060"/>
                </a:solidFill>
                <a:latin typeface="Arial"/>
                <a:cs typeface="Arial"/>
              </a:rPr>
              <a:t>If sending branch BIC is configured to send MX format, the MT message is routed to ISVC, translated to MX format and sent via SAA to Swift </a:t>
            </a:r>
            <a:r>
              <a:rPr lang="en-GB" sz="800" dirty="0" err="1">
                <a:solidFill>
                  <a:srgbClr val="002060"/>
                </a:solidFill>
                <a:latin typeface="Arial"/>
                <a:cs typeface="Arial"/>
              </a:rPr>
              <a:t>FINPlus</a:t>
            </a:r>
            <a:r>
              <a:rPr lang="en-GB" sz="800" dirty="0">
                <a:solidFill>
                  <a:srgbClr val="002060"/>
                </a:solidFill>
                <a:latin typeface="Arial"/>
                <a:cs typeface="Arial"/>
              </a:rPr>
              <a:t> and outbound to the receiving bank.</a:t>
            </a:r>
            <a:endParaRPr kumimoji="0" lang="en-GB" sz="800" b="0" i="0" u="none" strike="noStrike" kern="1200" cap="none" spc="0" normalizeH="0" baseline="0" noProof="0" dirty="0">
              <a:ln>
                <a:noFill/>
              </a:ln>
              <a:solidFill>
                <a:srgbClr val="002060"/>
              </a:solidFill>
              <a:effectLst/>
              <a:uLnTx/>
              <a:uFillTx/>
              <a:latin typeface="Arial"/>
              <a:ea typeface="+mn-ea"/>
              <a:cs typeface="Arial"/>
            </a:endParaRPr>
          </a:p>
          <a:p>
            <a:pPr marL="914400" marR="0" lvl="2" indent="0" algn="just" defTabSz="914400" rtl="0" eaLnBrk="1" fontAlgn="auto" latinLnBrk="0" hangingPunct="1">
              <a:lnSpc>
                <a:spcPct val="100000"/>
              </a:lnSpc>
              <a:spcBef>
                <a:spcPts val="0"/>
              </a:spcBef>
              <a:spcAft>
                <a:spcPts val="200"/>
              </a:spcAft>
              <a:buClrTx/>
              <a:buSzTx/>
              <a:buFontTx/>
              <a:buNone/>
              <a:tabLst/>
              <a:defRPr/>
            </a:pPr>
            <a:endParaRPr kumimoji="0" lang="en-GB" sz="800" b="0" i="0" u="none" strike="noStrike" kern="1200" cap="none" spc="0" normalizeH="0" baseline="0" noProof="0" dirty="0">
              <a:ln>
                <a:noFill/>
              </a:ln>
              <a:solidFill>
                <a:srgbClr val="002060"/>
              </a:solidFill>
              <a:effectLst/>
              <a:uLnTx/>
              <a:uFillTx/>
              <a:latin typeface="Arial"/>
              <a:ea typeface="+mn-ea"/>
              <a:cs typeface="+mn-cs"/>
            </a:endParaRPr>
          </a:p>
          <a:p>
            <a:pPr marL="228600" marR="0" lvl="0" indent="-228600" algn="just" defTabSz="914400" rtl="0" eaLnBrk="1" fontAlgn="auto" latinLnBrk="0" hangingPunct="1">
              <a:lnSpc>
                <a:spcPct val="100000"/>
              </a:lnSpc>
              <a:spcBef>
                <a:spcPts val="0"/>
              </a:spcBef>
              <a:spcAft>
                <a:spcPts val="200"/>
              </a:spcAft>
              <a:buClrTx/>
              <a:buSzTx/>
              <a:buFont typeface="+mj-lt"/>
              <a:buAutoNum type="arabicPeriod" startAt="2"/>
              <a:tabLst/>
              <a:defRPr/>
            </a:pPr>
            <a:endParaRPr kumimoji="0" lang="en-GB" sz="800" b="1" i="0" u="none" strike="noStrike" kern="1200" cap="none" spc="0" normalizeH="0" baseline="0" noProof="0" dirty="0">
              <a:ln>
                <a:noFill/>
              </a:ln>
              <a:solidFill>
                <a:srgbClr val="002060"/>
              </a:solidFill>
              <a:effectLst/>
              <a:uLnTx/>
              <a:uFillTx/>
              <a:latin typeface="Arial"/>
              <a:ea typeface="+mn-ea"/>
              <a:cs typeface="Arial"/>
            </a:endParaRPr>
          </a:p>
        </p:txBody>
      </p:sp>
      <p:cxnSp>
        <p:nvCxnSpPr>
          <p:cNvPr id="8" name="Straight Arrow Connector 137">
            <a:extLst>
              <a:ext uri="{FF2B5EF4-FFF2-40B4-BE49-F238E27FC236}">
                <a16:creationId xmlns:a16="http://schemas.microsoft.com/office/drawing/2014/main" id="{07483501-F4A4-7835-F4DE-48DAB82A3E7F}"/>
              </a:ext>
            </a:extLst>
          </p:cNvPr>
          <p:cNvCxnSpPr>
            <a:cxnSpLocks/>
          </p:cNvCxnSpPr>
          <p:nvPr/>
        </p:nvCxnSpPr>
        <p:spPr>
          <a:xfrm>
            <a:off x="9074209" y="1492035"/>
            <a:ext cx="624673" cy="0"/>
          </a:xfrm>
          <a:prstGeom prst="straightConnector1">
            <a:avLst/>
          </a:prstGeom>
          <a:noFill/>
          <a:ln w="6350" cap="flat" cmpd="sng" algn="ctr">
            <a:solidFill>
              <a:srgbClr val="000000"/>
            </a:solidFill>
            <a:prstDash val="solid"/>
            <a:headEnd w="med" len="sm"/>
            <a:tailEnd type="triangle" w="sm" len="sm"/>
          </a:ln>
          <a:effectLst/>
        </p:spPr>
      </p:cxnSp>
      <p:cxnSp>
        <p:nvCxnSpPr>
          <p:cNvPr id="13" name="Straight Arrow Connector 137">
            <a:extLst>
              <a:ext uri="{FF2B5EF4-FFF2-40B4-BE49-F238E27FC236}">
                <a16:creationId xmlns:a16="http://schemas.microsoft.com/office/drawing/2014/main" id="{9EE19A6A-C079-AF3D-BEEA-1152B3DCAC31}"/>
              </a:ext>
            </a:extLst>
          </p:cNvPr>
          <p:cNvCxnSpPr>
            <a:cxnSpLocks/>
          </p:cNvCxnSpPr>
          <p:nvPr/>
        </p:nvCxnSpPr>
        <p:spPr>
          <a:xfrm>
            <a:off x="9071727" y="1996091"/>
            <a:ext cx="624673" cy="0"/>
          </a:xfrm>
          <a:prstGeom prst="straightConnector1">
            <a:avLst/>
          </a:prstGeom>
          <a:noFill/>
          <a:ln w="6350" cap="flat" cmpd="sng" algn="ctr">
            <a:solidFill>
              <a:srgbClr val="000000"/>
            </a:solidFill>
            <a:prstDash val="solid"/>
            <a:headEnd w="med" len="sm"/>
            <a:tailEnd type="triangle" w="sm" len="sm"/>
          </a:ln>
          <a:effectLst/>
        </p:spPr>
      </p:cxnSp>
      <p:cxnSp>
        <p:nvCxnSpPr>
          <p:cNvPr id="14" name="Straight Arrow Connector 137">
            <a:extLst>
              <a:ext uri="{FF2B5EF4-FFF2-40B4-BE49-F238E27FC236}">
                <a16:creationId xmlns:a16="http://schemas.microsoft.com/office/drawing/2014/main" id="{5D89E8FA-1CB9-7532-8A73-88AE8ABB1A1A}"/>
              </a:ext>
            </a:extLst>
          </p:cNvPr>
          <p:cNvCxnSpPr>
            <a:cxnSpLocks/>
          </p:cNvCxnSpPr>
          <p:nvPr/>
        </p:nvCxnSpPr>
        <p:spPr>
          <a:xfrm>
            <a:off x="9071727" y="2572155"/>
            <a:ext cx="624673" cy="0"/>
          </a:xfrm>
          <a:prstGeom prst="straightConnector1">
            <a:avLst/>
          </a:prstGeom>
          <a:noFill/>
          <a:ln w="6350" cap="flat" cmpd="sng" algn="ctr">
            <a:solidFill>
              <a:srgbClr val="000000"/>
            </a:solidFill>
            <a:prstDash val="solid"/>
            <a:headEnd w="med" len="sm"/>
            <a:tailEnd type="triangle" w="sm" len="sm"/>
          </a:ln>
          <a:effectLst/>
        </p:spPr>
      </p:cxnSp>
      <p:sp>
        <p:nvSpPr>
          <p:cNvPr id="15" name="Rectangle 14">
            <a:extLst>
              <a:ext uri="{FF2B5EF4-FFF2-40B4-BE49-F238E27FC236}">
                <a16:creationId xmlns:a16="http://schemas.microsoft.com/office/drawing/2014/main" id="{ECE40734-F0D4-9444-58F5-B17F5AF2BF1F}"/>
              </a:ext>
            </a:extLst>
          </p:cNvPr>
          <p:cNvSpPr/>
          <p:nvPr/>
        </p:nvSpPr>
        <p:spPr bwMode="gray">
          <a:xfrm>
            <a:off x="3114259" y="2068099"/>
            <a:ext cx="389453" cy="221089"/>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(103 / 202)</a:t>
            </a:r>
          </a:p>
        </p:txBody>
      </p:sp>
      <p:sp>
        <p:nvSpPr>
          <p:cNvPr id="16" name="Rectangle 15">
            <a:extLst>
              <a:ext uri="{FF2B5EF4-FFF2-40B4-BE49-F238E27FC236}">
                <a16:creationId xmlns:a16="http://schemas.microsoft.com/office/drawing/2014/main" id="{C782CEC5-9EEC-319F-8B6D-A0E9809A8F6E}"/>
              </a:ext>
            </a:extLst>
          </p:cNvPr>
          <p:cNvSpPr/>
          <p:nvPr/>
        </p:nvSpPr>
        <p:spPr bwMode="gray">
          <a:xfrm>
            <a:off x="4993127" y="2068099"/>
            <a:ext cx="382793" cy="221089"/>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(103 / 202)</a:t>
            </a:r>
          </a:p>
        </p:txBody>
      </p:sp>
      <p:cxnSp>
        <p:nvCxnSpPr>
          <p:cNvPr id="18" name="Straight Arrow Connector 137">
            <a:extLst>
              <a:ext uri="{FF2B5EF4-FFF2-40B4-BE49-F238E27FC236}">
                <a16:creationId xmlns:a16="http://schemas.microsoft.com/office/drawing/2014/main" id="{B2539D30-73E5-6C2E-A5E5-0E2F94545B5B}"/>
              </a:ext>
            </a:extLst>
          </p:cNvPr>
          <p:cNvCxnSpPr>
            <a:cxnSpLocks/>
          </p:cNvCxnSpPr>
          <p:nvPr/>
        </p:nvCxnSpPr>
        <p:spPr>
          <a:xfrm>
            <a:off x="2423592" y="2357692"/>
            <a:ext cx="72008" cy="142455"/>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cxnSp>
        <p:nvCxnSpPr>
          <p:cNvPr id="24" name="Straight Arrow Connector 137">
            <a:extLst>
              <a:ext uri="{FF2B5EF4-FFF2-40B4-BE49-F238E27FC236}">
                <a16:creationId xmlns:a16="http://schemas.microsoft.com/office/drawing/2014/main" id="{A886AB93-55A5-2EB8-C335-4737C3DE52C2}"/>
              </a:ext>
            </a:extLst>
          </p:cNvPr>
          <p:cNvCxnSpPr>
            <a:cxnSpLocks/>
          </p:cNvCxnSpPr>
          <p:nvPr/>
        </p:nvCxnSpPr>
        <p:spPr>
          <a:xfrm>
            <a:off x="4500635" y="2284123"/>
            <a:ext cx="83197" cy="210959"/>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452" name="TextBox 451">
            <a:extLst>
              <a:ext uri="{FF2B5EF4-FFF2-40B4-BE49-F238E27FC236}">
                <a16:creationId xmlns:a16="http://schemas.microsoft.com/office/drawing/2014/main" id="{47CF17AA-D53A-9E31-9756-91C6E7C6EC4C}"/>
              </a:ext>
            </a:extLst>
          </p:cNvPr>
          <p:cNvSpPr txBox="1"/>
          <p:nvPr/>
        </p:nvSpPr>
        <p:spPr>
          <a:xfrm>
            <a:off x="4079776" y="2511180"/>
            <a:ext cx="1544757" cy="30008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00000"/>
                </a:solidFill>
                <a:effectLst/>
                <a:uLnTx/>
                <a:uFillTx/>
                <a:latin typeface="Arial"/>
                <a:ea typeface="+mn-ea"/>
                <a:cs typeface="+mn-cs"/>
              </a:rPr>
              <a:t>Managing branch posting (Outbound):</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00000"/>
                </a:solidFill>
                <a:effectLst/>
                <a:uLnTx/>
                <a:uFillTx/>
                <a:latin typeface="Arial"/>
                <a:ea typeface="+mn-ea"/>
                <a:cs typeface="+mn-cs"/>
              </a:rPr>
              <a:t>  Db. Intercompany Vostro/DDA</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00000"/>
                </a:solidFill>
                <a:effectLst/>
                <a:uLnTx/>
                <a:uFillTx/>
                <a:latin typeface="Arial"/>
                <a:ea typeface="+mn-ea"/>
                <a:cs typeface="+mn-cs"/>
              </a:rPr>
              <a:t>      Cr. Nostro / Clearing  </a:t>
            </a:r>
          </a:p>
        </p:txBody>
      </p:sp>
      <p:sp>
        <p:nvSpPr>
          <p:cNvPr id="453" name="Rectangle 452">
            <a:extLst>
              <a:ext uri="{FF2B5EF4-FFF2-40B4-BE49-F238E27FC236}">
                <a16:creationId xmlns:a16="http://schemas.microsoft.com/office/drawing/2014/main" id="{69AB2C74-9304-E5B0-1EC3-026956FE8FF4}"/>
              </a:ext>
            </a:extLst>
          </p:cNvPr>
          <p:cNvSpPr/>
          <p:nvPr/>
        </p:nvSpPr>
        <p:spPr bwMode="gray">
          <a:xfrm>
            <a:off x="8184232" y="1276011"/>
            <a:ext cx="308055" cy="149040"/>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a:t>
            </a:r>
            <a:r>
              <a:rPr lang="en-US" sz="600" kern="0" dirty="0" err="1">
                <a:solidFill>
                  <a:prstClr val="black"/>
                </a:solidFill>
                <a:latin typeface="Arial"/>
              </a:rPr>
              <a:t>Pacs</a:t>
            </a:r>
            <a:r>
              <a:rPr lang="en-US" sz="600" kern="0" dirty="0">
                <a:solidFill>
                  <a:prstClr val="black"/>
                </a:solidFill>
                <a:latin typeface="Arial"/>
              </a:rPr>
              <a:t>)</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6ED69D13-26C3-8DCD-1025-17E2D11CF225}"/>
              </a:ext>
            </a:extLst>
          </p:cNvPr>
          <p:cNvSpPr/>
          <p:nvPr/>
        </p:nvSpPr>
        <p:spPr bwMode="gray">
          <a:xfrm>
            <a:off x="4655840" y="1227677"/>
            <a:ext cx="382793" cy="214932"/>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(103 / 202)</a:t>
            </a:r>
          </a:p>
        </p:txBody>
      </p:sp>
      <p:sp>
        <p:nvSpPr>
          <p:cNvPr id="23" name="Rectangle 22">
            <a:extLst>
              <a:ext uri="{FF2B5EF4-FFF2-40B4-BE49-F238E27FC236}">
                <a16:creationId xmlns:a16="http://schemas.microsoft.com/office/drawing/2014/main" id="{3BADD85D-DB98-FEB3-AC73-BDA9DEFC6A9C}"/>
              </a:ext>
            </a:extLst>
          </p:cNvPr>
          <p:cNvSpPr/>
          <p:nvPr/>
        </p:nvSpPr>
        <p:spPr bwMode="gray">
          <a:xfrm>
            <a:off x="6256722" y="980727"/>
            <a:ext cx="631366" cy="257965"/>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MT </a:t>
            </a:r>
            <a:r>
              <a:rPr lang="en-US" sz="600" kern="0" dirty="0">
                <a:solidFill>
                  <a:prstClr val="black"/>
                </a:solidFill>
                <a:latin typeface="Arial"/>
                <a:sym typeface="Wingdings" panose="05000000000000000000" pitchFamily="2" charset="2"/>
              </a:rPr>
              <a:t> MX Translation</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10" name="Rectangle 9">
            <a:extLst>
              <a:ext uri="{FF2B5EF4-FFF2-40B4-BE49-F238E27FC236}">
                <a16:creationId xmlns:a16="http://schemas.microsoft.com/office/drawing/2014/main" id="{ADB93A91-0FA9-B134-7B36-DA67BA785133}"/>
              </a:ext>
            </a:extLst>
          </p:cNvPr>
          <p:cNvSpPr/>
          <p:nvPr/>
        </p:nvSpPr>
        <p:spPr bwMode="gray">
          <a:xfrm>
            <a:off x="7581920" y="1848998"/>
            <a:ext cx="475541" cy="294185"/>
          </a:xfrm>
          <a:prstGeom prst="rect">
            <a:avLst/>
          </a:prstGeom>
          <a:solidFill>
            <a:schemeClr val="bg1">
              <a:lumMod val="85000"/>
            </a:scheme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i="0" u="none" strike="noStrike" kern="0" cap="none" spc="0" normalizeH="0" baseline="0" noProof="0" dirty="0">
                <a:ln>
                  <a:noFill/>
                </a:ln>
                <a:solidFill>
                  <a:prstClr val="black"/>
                </a:solidFill>
                <a:effectLst/>
                <a:uLnTx/>
                <a:uFillTx/>
                <a:latin typeface="Arial"/>
              </a:rPr>
              <a:t>Exception Utility</a:t>
            </a:r>
          </a:p>
        </p:txBody>
      </p:sp>
    </p:spTree>
    <p:extLst>
      <p:ext uri="{BB962C8B-B14F-4D97-AF65-F5344CB8AC3E}">
        <p14:creationId xmlns:p14="http://schemas.microsoft.com/office/powerpoint/2010/main" val="678601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ACA1F885-3915-7E7E-AB93-7A3BF4A975D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9D24914-2649-062A-F9D9-0089E6765039}"/>
              </a:ext>
            </a:extLst>
          </p:cNvPr>
          <p:cNvSpPr/>
          <p:nvPr/>
        </p:nvSpPr>
        <p:spPr>
          <a:xfrm>
            <a:off x="479376" y="1799658"/>
            <a:ext cx="509357" cy="515083"/>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0" cap="none" spc="0" normalizeH="0" baseline="0" noProof="0" dirty="0">
              <a:ln>
                <a:noFill/>
              </a:ln>
              <a:solidFill>
                <a:srgbClr val="000000"/>
              </a:solidFill>
              <a:effectLst/>
              <a:uLnTx/>
              <a:uFillTx/>
              <a:latin typeface="Arial"/>
              <a:ea typeface="+mn-ea"/>
              <a:cs typeface="+mn-cs"/>
            </a:endParaRPr>
          </a:p>
        </p:txBody>
      </p:sp>
      <p:sp>
        <p:nvSpPr>
          <p:cNvPr id="6" name="Rectangle 5">
            <a:extLst>
              <a:ext uri="{FF2B5EF4-FFF2-40B4-BE49-F238E27FC236}">
                <a16:creationId xmlns:a16="http://schemas.microsoft.com/office/drawing/2014/main" id="{A9F66650-13F3-8415-E84C-2A8FF9595F89}"/>
              </a:ext>
            </a:extLst>
          </p:cNvPr>
          <p:cNvSpPr/>
          <p:nvPr/>
        </p:nvSpPr>
        <p:spPr>
          <a:xfrm>
            <a:off x="518755" y="1759492"/>
            <a:ext cx="509357" cy="515083"/>
          </a:xfrm>
          <a:prstGeom prst="rect">
            <a:avLst/>
          </a:prstGeom>
          <a:solidFill>
            <a:schemeClr val="bg1"/>
          </a:solid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0" cap="none" spc="0" normalizeH="0" baseline="0" noProof="0" dirty="0">
              <a:ln>
                <a:noFill/>
              </a:ln>
              <a:solidFill>
                <a:srgbClr val="000000"/>
              </a:solidFill>
              <a:effectLst/>
              <a:uLnTx/>
              <a:uFillTx/>
              <a:latin typeface="Arial"/>
              <a:ea typeface="+mn-ea"/>
              <a:cs typeface="+mn-cs"/>
            </a:endParaRPr>
          </a:p>
        </p:txBody>
      </p:sp>
      <p:sp>
        <p:nvSpPr>
          <p:cNvPr id="281" name="TextBox 280">
            <a:extLst>
              <a:ext uri="{FF2B5EF4-FFF2-40B4-BE49-F238E27FC236}">
                <a16:creationId xmlns:a16="http://schemas.microsoft.com/office/drawing/2014/main" id="{3AF4C7C8-B9DC-3533-77BE-50ADDEE33C84}"/>
              </a:ext>
            </a:extLst>
          </p:cNvPr>
          <p:cNvSpPr txBox="1"/>
          <p:nvPr/>
        </p:nvSpPr>
        <p:spPr>
          <a:xfrm>
            <a:off x="315071" y="3068960"/>
            <a:ext cx="5348882" cy="2605842"/>
          </a:xfrm>
          <a:prstGeom prst="rect">
            <a:avLst/>
          </a:prstGeom>
          <a:noFill/>
          <a:ln>
            <a:noFill/>
          </a:ln>
        </p:spPr>
        <p:txBody>
          <a:bodyPr wrap="square" lIns="54000" tIns="45720" rIns="54000" bIns="45720" rtlCol="0" anchor="t">
            <a:spAutoFit/>
          </a:bodyPr>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GB" sz="900" b="1" i="0" u="none" strike="noStrike" kern="1200" cap="none" spc="0" normalizeH="0" baseline="0" noProof="0" dirty="0">
                <a:ln>
                  <a:noFill/>
                </a:ln>
                <a:effectLst/>
                <a:uLnTx/>
                <a:uFillTx/>
                <a:latin typeface="Arial"/>
                <a:ea typeface="+mn-ea"/>
                <a:cs typeface="Arial"/>
              </a:rPr>
              <a:t>Inbound International Payment Flow:</a:t>
            </a:r>
            <a:endParaRPr kumimoji="0" lang="en-GB" sz="1000" b="1" i="0" u="sng" strike="noStrike" kern="1200" cap="none" spc="0" normalizeH="0" baseline="0" noProof="0" dirty="0">
              <a:ln>
                <a:noFill/>
              </a:ln>
              <a:effectLst/>
              <a:uLnTx/>
              <a:uFillTx/>
              <a:latin typeface="Arial"/>
              <a:ea typeface="+mn-ea"/>
              <a:cs typeface="Arial"/>
            </a:endParaRPr>
          </a:p>
          <a:p>
            <a:pPr marL="228600" marR="0" lvl="0" indent="-228600" algn="just" defTabSz="914400" rtl="0" eaLnBrk="1" fontAlgn="auto" latinLnBrk="0" hangingPunct="1">
              <a:lnSpc>
                <a:spcPct val="100000"/>
              </a:lnSpc>
              <a:spcBef>
                <a:spcPts val="0"/>
              </a:spcBef>
              <a:spcAft>
                <a:spcPts val="200"/>
              </a:spcAft>
              <a:buClrTx/>
              <a:buSzTx/>
              <a:buFont typeface="+mj-lt"/>
              <a:buAutoNum type="arabicPeriod"/>
              <a:tabLst/>
              <a:defRPr/>
            </a:pPr>
            <a:r>
              <a:rPr kumimoji="0" lang="en-GB" sz="800" b="1" i="0" u="none" strike="noStrike" kern="1200" cap="none" spc="0" normalizeH="0" baseline="0" noProof="0" dirty="0">
                <a:ln>
                  <a:noFill/>
                </a:ln>
                <a:effectLst/>
                <a:uLnTx/>
                <a:uFillTx/>
                <a:latin typeface="Arial"/>
                <a:ea typeface="+mn-ea"/>
                <a:cs typeface="Arial"/>
              </a:rPr>
              <a:t>Inbound Payment Contractual Settlement</a:t>
            </a:r>
          </a:p>
          <a:p>
            <a:pPr marL="685800" marR="0" lvl="1" indent="-228600"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1200" cap="none" spc="0" normalizeH="0" baseline="0" noProof="0" dirty="0">
                <a:ln>
                  <a:noFill/>
                </a:ln>
                <a:effectLst/>
                <a:uLnTx/>
                <a:uFillTx/>
                <a:latin typeface="Arial"/>
                <a:ea typeface="+mn-ea"/>
                <a:cs typeface="Arial"/>
              </a:rPr>
              <a:t>In the current contractual settlement </a:t>
            </a:r>
            <a:r>
              <a:rPr lang="en-US" sz="800" dirty="0">
                <a:latin typeface="Arial"/>
                <a:cs typeface="Arial"/>
              </a:rPr>
              <a:t>model, if State Street receives an MT210 notice to receive instruction, or an MT210 is generated as part of our custody processing of a 3rd party FX or placement, there is a contractual credit posted to the client DDA irrespective of receipt of an actual market payment.  The MT210 is sent to the IBS branch that holds the customer DDA (non-managing), which drives the following accounting.  </a:t>
            </a:r>
          </a:p>
          <a:p>
            <a:pPr marL="1146175" lvl="3" indent="-231775" algn="just">
              <a:spcAft>
                <a:spcPts val="200"/>
              </a:spcAft>
              <a:buFont typeface="Arial" panose="020B0604020202020204" pitchFamily="34" charset="0"/>
              <a:buChar char="•"/>
              <a:defRPr/>
            </a:pPr>
            <a:r>
              <a:rPr kumimoji="0" lang="en-GB" sz="800" b="0" i="0" u="none" strike="noStrike" kern="1200" cap="none" spc="0" normalizeH="0" baseline="0" noProof="0" dirty="0">
                <a:ln>
                  <a:noFill/>
                </a:ln>
                <a:effectLst/>
                <a:uLnTx/>
                <a:uFillTx/>
                <a:latin typeface="Arial"/>
                <a:ea typeface="+mn-ea"/>
                <a:cs typeface="Arial"/>
              </a:rPr>
              <a:t>Debit - </a:t>
            </a:r>
            <a:r>
              <a:rPr lang="en-GB" sz="800" dirty="0">
                <a:latin typeface="Arial"/>
                <a:cs typeface="Arial"/>
              </a:rPr>
              <a:t>Intercompany Nostro</a:t>
            </a:r>
            <a:endParaRPr kumimoji="0" lang="en-GB" sz="800" b="0" i="0" u="none" strike="noStrike" kern="1200" cap="none" spc="0" normalizeH="0" baseline="0" noProof="0" dirty="0">
              <a:ln>
                <a:noFill/>
              </a:ln>
              <a:effectLst/>
              <a:uLnTx/>
              <a:uFillTx/>
              <a:latin typeface="Arial"/>
              <a:ea typeface="+mn-ea"/>
              <a:cs typeface="Arial"/>
            </a:endParaRPr>
          </a:p>
          <a:p>
            <a:pPr marL="1146175" lvl="3" indent="-231775" algn="just">
              <a:spcAft>
                <a:spcPts val="200"/>
              </a:spcAft>
              <a:buFont typeface="Arial" panose="020B0604020202020204" pitchFamily="34" charset="0"/>
              <a:buChar char="•"/>
              <a:defRPr/>
            </a:pPr>
            <a:r>
              <a:rPr lang="en-GB" sz="800" dirty="0">
                <a:latin typeface="Arial"/>
                <a:cs typeface="Arial"/>
              </a:rPr>
              <a:t>Credit – Customer DDA</a:t>
            </a:r>
            <a:endParaRPr kumimoji="0" lang="en-GB" sz="800" b="0" i="0" u="none" strike="noStrike" kern="1200" cap="none" spc="0" normalizeH="0" baseline="0" noProof="0" dirty="0">
              <a:ln>
                <a:noFill/>
              </a:ln>
              <a:effectLst/>
              <a:uLnTx/>
              <a:uFillTx/>
              <a:latin typeface="Arial"/>
              <a:ea typeface="+mn-ea"/>
              <a:cs typeface="Arial"/>
            </a:endParaRPr>
          </a:p>
          <a:p>
            <a:pPr marL="685800" marR="0" lvl="1" indent="-228600"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dirty="0">
                <a:latin typeface="Arial"/>
                <a:cs typeface="Arial"/>
              </a:rPr>
              <a:t>When the currency is managed on another branch, the IBS non-managing branch sends the MT210 through an internal/intercompany message flow (BESS Intranodal) to the IBS managing branch BIC.  </a:t>
            </a:r>
          </a:p>
          <a:p>
            <a:pPr marL="685800" lvl="1" indent="-228600" algn="just">
              <a:spcAft>
                <a:spcPts val="200"/>
              </a:spcAft>
              <a:buFont typeface="Arial" panose="020B0604020202020204" pitchFamily="34" charset="0"/>
              <a:buChar char="•"/>
              <a:defRPr/>
            </a:pPr>
            <a:r>
              <a:rPr lang="en-GB" sz="800" dirty="0">
                <a:latin typeface="Arial"/>
                <a:cs typeface="Arial"/>
              </a:rPr>
              <a:t>The IBS managing branch receives the </a:t>
            </a:r>
            <a:r>
              <a:rPr kumimoji="0" lang="en-GB" sz="800" b="0" i="0" u="none" strike="noStrike" kern="1200" cap="none" spc="0" normalizeH="0" baseline="0" noProof="0" dirty="0">
                <a:ln>
                  <a:noFill/>
                </a:ln>
                <a:effectLst/>
                <a:uLnTx/>
                <a:uFillTx/>
                <a:latin typeface="Arial"/>
                <a:ea typeface="+mn-ea"/>
                <a:cs typeface="Arial"/>
              </a:rPr>
              <a:t>MT210 from the non-managing branch and posts the following accounting.</a:t>
            </a:r>
          </a:p>
          <a:p>
            <a:pPr marL="1143000" lvl="2" indent="-228600" algn="just">
              <a:spcAft>
                <a:spcPts val="200"/>
              </a:spcAft>
              <a:buFont typeface="Arial" panose="020B0604020202020204" pitchFamily="34" charset="0"/>
              <a:buChar char="•"/>
              <a:defRPr/>
            </a:pPr>
            <a:r>
              <a:rPr lang="en-GB" sz="800" dirty="0">
                <a:latin typeface="Arial"/>
                <a:cs typeface="Arial"/>
              </a:rPr>
              <a:t>Debit - </a:t>
            </a:r>
            <a:r>
              <a:rPr kumimoji="0" lang="en-GB" sz="800" b="0" i="0" u="none" strike="noStrike" kern="1200" cap="none" spc="0" normalizeH="0" baseline="0" noProof="0" dirty="0">
                <a:ln>
                  <a:noFill/>
                </a:ln>
                <a:effectLst/>
                <a:uLnTx/>
                <a:uFillTx/>
                <a:latin typeface="Arial"/>
                <a:ea typeface="+mn-ea"/>
                <a:cs typeface="Arial"/>
              </a:rPr>
              <a:t>Market Nostro/Clearing </a:t>
            </a:r>
          </a:p>
          <a:p>
            <a:pPr marL="1143000" lvl="2" indent="-228600" algn="just">
              <a:spcAft>
                <a:spcPts val="200"/>
              </a:spcAft>
              <a:buFont typeface="Arial" panose="020B0604020202020204" pitchFamily="34" charset="0"/>
              <a:buChar char="•"/>
              <a:defRPr/>
            </a:pPr>
            <a:r>
              <a:rPr kumimoji="0" lang="en-GB" sz="800" b="0" i="0" u="none" strike="noStrike" kern="1200" cap="none" spc="0" normalizeH="0" baseline="0" noProof="0" dirty="0">
                <a:ln>
                  <a:noFill/>
                </a:ln>
                <a:effectLst/>
                <a:uLnTx/>
                <a:uFillTx/>
                <a:latin typeface="Arial"/>
                <a:ea typeface="+mn-ea"/>
                <a:cs typeface="Arial"/>
              </a:rPr>
              <a:t>Credit - </a:t>
            </a:r>
            <a:r>
              <a:rPr lang="en-GB" sz="800" dirty="0">
                <a:latin typeface="Arial"/>
                <a:cs typeface="Arial"/>
              </a:rPr>
              <a:t>Intercompany Vostro/DDA</a:t>
            </a:r>
          </a:p>
          <a:p>
            <a:pPr marL="685800" lvl="1" indent="-228600" algn="just">
              <a:spcAft>
                <a:spcPts val="200"/>
              </a:spcAft>
              <a:buFont typeface="Arial" panose="020B0604020202020204" pitchFamily="34" charset="0"/>
              <a:buChar char="•"/>
              <a:defRPr/>
            </a:pPr>
            <a:r>
              <a:rPr lang="en-GB" sz="800" dirty="0">
                <a:latin typeface="Arial"/>
                <a:cs typeface="Arial"/>
              </a:rPr>
              <a:t>When the actual inbound market payment is received (settlement notification and/or payment credit reported on the cash statement), the </a:t>
            </a:r>
            <a:r>
              <a:rPr lang="en-GB" sz="800" dirty="0" err="1">
                <a:latin typeface="Arial"/>
                <a:cs typeface="Arial"/>
              </a:rPr>
              <a:t>IntelliMATCH</a:t>
            </a:r>
            <a:r>
              <a:rPr lang="en-GB" sz="800" dirty="0">
                <a:latin typeface="Arial"/>
                <a:cs typeface="Arial"/>
              </a:rPr>
              <a:t> reconcilement matches the payment settlement with the contractual IBS posting.  No further banking posting is made.  </a:t>
            </a:r>
            <a:endParaRPr lang="en-US" sz="800" dirty="0">
              <a:latin typeface="Arial"/>
              <a:cs typeface="Arial"/>
            </a:endParaRPr>
          </a:p>
        </p:txBody>
      </p:sp>
      <p:sp>
        <p:nvSpPr>
          <p:cNvPr id="448" name="Rectangle 447">
            <a:extLst>
              <a:ext uri="{FF2B5EF4-FFF2-40B4-BE49-F238E27FC236}">
                <a16:creationId xmlns:a16="http://schemas.microsoft.com/office/drawing/2014/main" id="{9213282A-4431-4CAD-3ED6-54E0635770D2}"/>
              </a:ext>
            </a:extLst>
          </p:cNvPr>
          <p:cNvSpPr/>
          <p:nvPr/>
        </p:nvSpPr>
        <p:spPr bwMode="gray">
          <a:xfrm>
            <a:off x="2575672" y="1818184"/>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471" name="Rectangle 470">
            <a:extLst>
              <a:ext uri="{FF2B5EF4-FFF2-40B4-BE49-F238E27FC236}">
                <a16:creationId xmlns:a16="http://schemas.microsoft.com/office/drawing/2014/main" id="{7FC31F36-A123-4E7E-0651-84472194B2A6}"/>
              </a:ext>
            </a:extLst>
          </p:cNvPr>
          <p:cNvSpPr/>
          <p:nvPr/>
        </p:nvSpPr>
        <p:spPr bwMode="gray">
          <a:xfrm>
            <a:off x="2614432" y="1780966"/>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473" name="Rectangle 472">
            <a:extLst>
              <a:ext uri="{FF2B5EF4-FFF2-40B4-BE49-F238E27FC236}">
                <a16:creationId xmlns:a16="http://schemas.microsoft.com/office/drawing/2014/main" id="{B8C20CC4-A358-06E4-6029-F0C1C4536ABD}"/>
              </a:ext>
            </a:extLst>
          </p:cNvPr>
          <p:cNvSpPr/>
          <p:nvPr/>
        </p:nvSpPr>
        <p:spPr bwMode="gray">
          <a:xfrm>
            <a:off x="2654186" y="1741208"/>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IBS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Non-Managing Branches</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(if applicable)</a:t>
            </a:r>
          </a:p>
        </p:txBody>
      </p:sp>
      <p:cxnSp>
        <p:nvCxnSpPr>
          <p:cNvPr id="474" name="Straight Arrow Connector 137">
            <a:extLst>
              <a:ext uri="{FF2B5EF4-FFF2-40B4-BE49-F238E27FC236}">
                <a16:creationId xmlns:a16="http://schemas.microsoft.com/office/drawing/2014/main" id="{E0A725D3-4A97-A1C6-E66C-2103DBAB9B8A}"/>
              </a:ext>
            </a:extLst>
          </p:cNvPr>
          <p:cNvCxnSpPr>
            <a:cxnSpLocks/>
            <a:stCxn id="473" idx="3"/>
            <a:endCxn id="475" idx="1"/>
          </p:cNvCxnSpPr>
          <p:nvPr/>
        </p:nvCxnSpPr>
        <p:spPr>
          <a:xfrm>
            <a:off x="3274023" y="1958196"/>
            <a:ext cx="1479100" cy="6095"/>
          </a:xfrm>
          <a:prstGeom prst="straightConnector1">
            <a:avLst/>
          </a:prstGeom>
          <a:noFill/>
          <a:ln w="6350" cap="flat" cmpd="sng" algn="ctr">
            <a:solidFill>
              <a:srgbClr val="000000"/>
            </a:solidFill>
            <a:prstDash val="dash"/>
            <a:headEnd type="none" w="sm" len="sm"/>
            <a:tailEnd type="triangle" w="sm" len="sm"/>
          </a:ln>
          <a:effectLst/>
        </p:spPr>
      </p:cxnSp>
      <p:sp>
        <p:nvSpPr>
          <p:cNvPr id="475" name="Rectangle 474">
            <a:extLst>
              <a:ext uri="{FF2B5EF4-FFF2-40B4-BE49-F238E27FC236}">
                <a16:creationId xmlns:a16="http://schemas.microsoft.com/office/drawing/2014/main" id="{103F818A-406F-B11D-9DDA-F7C2FA9D9DEC}"/>
              </a:ext>
            </a:extLst>
          </p:cNvPr>
          <p:cNvSpPr/>
          <p:nvPr/>
        </p:nvSpPr>
        <p:spPr bwMode="gray">
          <a:xfrm>
            <a:off x="4753123" y="1747303"/>
            <a:ext cx="550789"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IBS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Market-Side / Managing</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Branch</a:t>
            </a:r>
          </a:p>
        </p:txBody>
      </p:sp>
      <p:cxnSp>
        <p:nvCxnSpPr>
          <p:cNvPr id="260" name="Straight Arrow Connector 137">
            <a:extLst>
              <a:ext uri="{FF2B5EF4-FFF2-40B4-BE49-F238E27FC236}">
                <a16:creationId xmlns:a16="http://schemas.microsoft.com/office/drawing/2014/main" id="{38BC72B2-B676-6510-B725-428A18728723}"/>
              </a:ext>
            </a:extLst>
          </p:cNvPr>
          <p:cNvCxnSpPr>
            <a:cxnSpLocks/>
            <a:stCxn id="7" idx="3"/>
            <a:endCxn id="473" idx="1"/>
          </p:cNvCxnSpPr>
          <p:nvPr/>
        </p:nvCxnSpPr>
        <p:spPr>
          <a:xfrm flipV="1">
            <a:off x="1067491" y="1958196"/>
            <a:ext cx="1586695" cy="8599"/>
          </a:xfrm>
          <a:prstGeom prst="straightConnector1">
            <a:avLst/>
          </a:prstGeom>
          <a:noFill/>
          <a:ln w="6350" cap="flat" cmpd="sng" algn="ctr">
            <a:solidFill>
              <a:srgbClr val="000000"/>
            </a:solidFill>
            <a:prstDash val="dash"/>
            <a:headEnd w="med" len="sm"/>
            <a:tailEnd type="triangle" w="sm" len="sm"/>
          </a:ln>
          <a:effectLst/>
        </p:spPr>
      </p:cxnSp>
      <p:sp>
        <p:nvSpPr>
          <p:cNvPr id="264" name="Rectangle 263">
            <a:extLst>
              <a:ext uri="{FF2B5EF4-FFF2-40B4-BE49-F238E27FC236}">
                <a16:creationId xmlns:a16="http://schemas.microsoft.com/office/drawing/2014/main" id="{4624A43A-8B8F-8097-6EC0-6BFE737DB162}"/>
              </a:ext>
            </a:extLst>
          </p:cNvPr>
          <p:cNvSpPr/>
          <p:nvPr/>
        </p:nvSpPr>
        <p:spPr bwMode="gray">
          <a:xfrm>
            <a:off x="1141657" y="2031731"/>
            <a:ext cx="259189" cy="149040"/>
          </a:xfrm>
          <a:prstGeom prst="rect">
            <a:avLst/>
          </a:prstGeom>
          <a:no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p:txBody>
      </p:sp>
      <p:sp>
        <p:nvSpPr>
          <p:cNvPr id="265" name="Rectangle 264">
            <a:extLst>
              <a:ext uri="{FF2B5EF4-FFF2-40B4-BE49-F238E27FC236}">
                <a16:creationId xmlns:a16="http://schemas.microsoft.com/office/drawing/2014/main" id="{93C59605-A3ED-1473-767C-1EF777857F9D}"/>
              </a:ext>
            </a:extLst>
          </p:cNvPr>
          <p:cNvSpPr/>
          <p:nvPr/>
        </p:nvSpPr>
        <p:spPr bwMode="gray">
          <a:xfrm>
            <a:off x="1470979" y="1744744"/>
            <a:ext cx="475541" cy="422706"/>
          </a:xfrm>
          <a:prstGeom prst="rect">
            <a:avLst/>
          </a:prstGeom>
          <a:solidFill>
            <a:srgbClr val="F56E00">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ISVC</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Integration Services</a:t>
            </a:r>
          </a:p>
        </p:txBody>
      </p:sp>
      <p:sp>
        <p:nvSpPr>
          <p:cNvPr id="284" name="Rectangle 283">
            <a:extLst>
              <a:ext uri="{FF2B5EF4-FFF2-40B4-BE49-F238E27FC236}">
                <a16:creationId xmlns:a16="http://schemas.microsoft.com/office/drawing/2014/main" id="{8A52F2B2-062D-9848-4BAA-26B38D2BF2F3}"/>
              </a:ext>
            </a:extLst>
          </p:cNvPr>
          <p:cNvSpPr/>
          <p:nvPr/>
        </p:nvSpPr>
        <p:spPr bwMode="gray">
          <a:xfrm>
            <a:off x="3791744" y="1744744"/>
            <a:ext cx="460122" cy="437143"/>
          </a:xfrm>
          <a:prstGeom prst="rect">
            <a:avLst/>
          </a:prstGeom>
          <a:solidFill>
            <a:srgbClr val="FCFDC7"/>
          </a:solidFill>
          <a:ln w="3175" algn="ctr">
            <a:solidFill>
              <a:srgbClr val="000000"/>
            </a:solidFill>
            <a:miter lim="800000"/>
            <a:headEnd/>
            <a:tailEnd/>
          </a:ln>
        </p:spPr>
        <p:txBody>
          <a:bodyPr vert="horz" wrap="square" lIns="9144" tIns="91440" rIns="9144" bIns="9144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BESS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Traffic Cop</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 Intranodal</a:t>
            </a:r>
          </a:p>
        </p:txBody>
      </p:sp>
      <p:sp>
        <p:nvSpPr>
          <p:cNvPr id="287" name="Rectangle 286">
            <a:extLst>
              <a:ext uri="{FF2B5EF4-FFF2-40B4-BE49-F238E27FC236}">
                <a16:creationId xmlns:a16="http://schemas.microsoft.com/office/drawing/2014/main" id="{2CF57DA5-19A1-0F05-9E37-7BBFE6BF996B}"/>
              </a:ext>
            </a:extLst>
          </p:cNvPr>
          <p:cNvSpPr/>
          <p:nvPr/>
        </p:nvSpPr>
        <p:spPr bwMode="gray">
          <a:xfrm>
            <a:off x="1143181" y="2246615"/>
            <a:ext cx="265285" cy="154756"/>
          </a:xfrm>
          <a:prstGeom prst="rect">
            <a:avLst/>
          </a:prstGeom>
          <a:no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Other</a:t>
            </a:r>
          </a:p>
        </p:txBody>
      </p:sp>
      <p:sp>
        <p:nvSpPr>
          <p:cNvPr id="7" name="Rectangle 6">
            <a:extLst>
              <a:ext uri="{FF2B5EF4-FFF2-40B4-BE49-F238E27FC236}">
                <a16:creationId xmlns:a16="http://schemas.microsoft.com/office/drawing/2014/main" id="{F7C10418-9319-9391-3AAE-EB74FE4B867D}"/>
              </a:ext>
            </a:extLst>
          </p:cNvPr>
          <p:cNvSpPr/>
          <p:nvPr/>
        </p:nvSpPr>
        <p:spPr>
          <a:xfrm>
            <a:off x="558134" y="1709253"/>
            <a:ext cx="509357" cy="515083"/>
          </a:xfrm>
          <a:prstGeom prst="rect">
            <a:avLst/>
          </a:prstGeom>
          <a:solidFill>
            <a:schemeClr val="bg1"/>
          </a:solid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Instruction Sources</a:t>
            </a:r>
          </a:p>
        </p:txBody>
      </p:sp>
      <p:pic>
        <p:nvPicPr>
          <p:cNvPr id="9" name="Picture 24" descr="Ui Ux outline">
            <a:extLst>
              <a:ext uri="{FF2B5EF4-FFF2-40B4-BE49-F238E27FC236}">
                <a16:creationId xmlns:a16="http://schemas.microsoft.com/office/drawing/2014/main" id="{D03BAAD6-10BA-E5A8-02F9-966AE3DAC1D9}"/>
              </a:ext>
            </a:extLst>
          </p:cNvPr>
          <p:cNvPicPr>
            <a:picLocks noChangeAspect="1" noChangeArrowheads="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auto">
          <a:xfrm>
            <a:off x="812862" y="1985278"/>
            <a:ext cx="210822" cy="22051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Flexible payment in our Middle Ages store ageofcraft.com">
            <a:extLst>
              <a:ext uri="{FF2B5EF4-FFF2-40B4-BE49-F238E27FC236}">
                <a16:creationId xmlns:a16="http://schemas.microsoft.com/office/drawing/2014/main" id="{DAA26977-F0E3-ADC5-CF3B-F7F8E483A0A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8119" y="2008058"/>
            <a:ext cx="178872" cy="166709"/>
          </a:xfrm>
          <a:prstGeom prst="rect">
            <a:avLst/>
          </a:prstGeom>
          <a:noFill/>
          <a:extLst>
            <a:ext uri="{909E8E84-426E-40DD-AFC4-6F175D3DCCD1}">
              <a14:hiddenFill xmlns:a14="http://schemas.microsoft.com/office/drawing/2010/main">
                <a:solidFill>
                  <a:srgbClr val="FFFFFF"/>
                </a:solidFill>
              </a14:hiddenFill>
            </a:ext>
          </a:extLst>
        </p:spPr>
      </p:pic>
      <p:sp>
        <p:nvSpPr>
          <p:cNvPr id="460" name="Rectangle 459">
            <a:extLst>
              <a:ext uri="{FF2B5EF4-FFF2-40B4-BE49-F238E27FC236}">
                <a16:creationId xmlns:a16="http://schemas.microsoft.com/office/drawing/2014/main" id="{6683839A-8CD6-B72B-DE96-3FB42CDFC7D3}"/>
              </a:ext>
            </a:extLst>
          </p:cNvPr>
          <p:cNvSpPr/>
          <p:nvPr/>
        </p:nvSpPr>
        <p:spPr bwMode="gray">
          <a:xfrm>
            <a:off x="7137407" y="1757470"/>
            <a:ext cx="686785" cy="423302"/>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err="1">
                <a:solidFill>
                  <a:prstClr val="black"/>
                </a:solidFill>
                <a:latin typeface="Arial"/>
              </a:rPr>
              <a:t>IntelliMATCH</a:t>
            </a:r>
            <a:r>
              <a:rPr lang="en-US" sz="700" b="1" kern="0" dirty="0">
                <a:solidFill>
                  <a:prstClr val="black"/>
                </a:solidFill>
                <a:latin typeface="Arial"/>
              </a:rPr>
              <a:t> </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 TRACS</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cxnSp>
        <p:nvCxnSpPr>
          <p:cNvPr id="13" name="Straight Arrow Connector 12">
            <a:extLst>
              <a:ext uri="{FF2B5EF4-FFF2-40B4-BE49-F238E27FC236}">
                <a16:creationId xmlns:a16="http://schemas.microsoft.com/office/drawing/2014/main" id="{4879A3AE-0CBD-DB73-10E7-6013854ACA5A}"/>
              </a:ext>
            </a:extLst>
          </p:cNvPr>
          <p:cNvCxnSpPr>
            <a:cxnSpLocks/>
          </p:cNvCxnSpPr>
          <p:nvPr/>
        </p:nvCxnSpPr>
        <p:spPr>
          <a:xfrm flipH="1">
            <a:off x="7812007" y="1584498"/>
            <a:ext cx="846496" cy="258582"/>
          </a:xfrm>
          <a:prstGeom prst="straightConnector1">
            <a:avLst/>
          </a:prstGeom>
          <a:ln w="6350">
            <a:tailEnd type="triangle" w="sm" len="sm"/>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A04564-FA96-7E19-4ED2-F5E184313679}"/>
              </a:ext>
            </a:extLst>
          </p:cNvPr>
          <p:cNvCxnSpPr>
            <a:cxnSpLocks/>
            <a:stCxn id="460" idx="1"/>
            <a:endCxn id="24" idx="3"/>
          </p:cNvCxnSpPr>
          <p:nvPr/>
        </p:nvCxnSpPr>
        <p:spPr>
          <a:xfrm flipH="1">
            <a:off x="6499380" y="1969121"/>
            <a:ext cx="638027" cy="297"/>
          </a:xfrm>
          <a:prstGeom prst="straightConnector1">
            <a:avLst/>
          </a:prstGeom>
          <a:ln w="6350">
            <a:tailEnd type="triangle" w="sm" len="sm"/>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0998C83-57E9-A984-15D2-ECB00B6A30E0}"/>
              </a:ext>
            </a:extLst>
          </p:cNvPr>
          <p:cNvSpPr/>
          <p:nvPr/>
        </p:nvSpPr>
        <p:spPr bwMode="gray">
          <a:xfrm>
            <a:off x="6023839" y="1758065"/>
            <a:ext cx="475541" cy="422706"/>
          </a:xfrm>
          <a:prstGeom prst="rect">
            <a:avLst/>
          </a:prstGeom>
          <a:solidFill>
            <a:srgbClr val="F56E00">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MTeX</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451" name="Rectangle 450">
            <a:extLst>
              <a:ext uri="{FF2B5EF4-FFF2-40B4-BE49-F238E27FC236}">
                <a16:creationId xmlns:a16="http://schemas.microsoft.com/office/drawing/2014/main" id="{A6BD8302-F99A-749E-597A-916D9CB2CB1C}"/>
              </a:ext>
            </a:extLst>
          </p:cNvPr>
          <p:cNvSpPr/>
          <p:nvPr/>
        </p:nvSpPr>
        <p:spPr bwMode="gray">
          <a:xfrm>
            <a:off x="6600056" y="2018944"/>
            <a:ext cx="441974" cy="195106"/>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Actual Cash Message</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3" name="Google Shape;532;p69">
            <a:extLst>
              <a:ext uri="{FF2B5EF4-FFF2-40B4-BE49-F238E27FC236}">
                <a16:creationId xmlns:a16="http://schemas.microsoft.com/office/drawing/2014/main" id="{4D76F416-6284-E7CF-8DF3-618E3541FAF3}"/>
              </a:ext>
            </a:extLst>
          </p:cNvPr>
          <p:cNvSpPr txBox="1"/>
          <p:nvPr/>
        </p:nvSpPr>
        <p:spPr>
          <a:xfrm>
            <a:off x="345733" y="260648"/>
            <a:ext cx="11205263" cy="45592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000" i="0" u="none" strike="noStrike" kern="1200" cap="none" spc="0" normalizeH="0" baseline="0" noProof="0" dirty="0">
                <a:ln>
                  <a:noFill/>
                </a:ln>
                <a:solidFill>
                  <a:srgbClr val="001AFF"/>
                </a:solidFill>
                <a:effectLst/>
                <a:uLnTx/>
                <a:uFillTx/>
                <a:latin typeface="Lab Antiqua Small Condensed" pitchFamily="50" charset="0"/>
                <a:sym typeface="Arial"/>
              </a:rPr>
              <a:t>Current State</a:t>
            </a:r>
            <a:r>
              <a:rPr lang="en" sz="2000" dirty="0">
                <a:solidFill>
                  <a:srgbClr val="001AFF"/>
                </a:solidFill>
                <a:latin typeface="Lab Antiqua Small Condensed" pitchFamily="50" charset="0"/>
              </a:rPr>
              <a:t> as of Q3 2025 </a:t>
            </a:r>
            <a:r>
              <a:rPr kumimoji="0" lang="en" sz="2000" i="0" u="none" strike="noStrike" kern="1200" cap="none" spc="0" normalizeH="0" baseline="0" noProof="0" dirty="0">
                <a:ln>
                  <a:noFill/>
                </a:ln>
                <a:solidFill>
                  <a:srgbClr val="001AFF"/>
                </a:solidFill>
                <a:effectLst/>
                <a:uLnTx/>
                <a:uFillTx/>
                <a:latin typeface="Lab Antiqua Small Condensed" pitchFamily="50" charset="0"/>
                <a:sym typeface="Arial"/>
              </a:rPr>
              <a:t>– Inbound International Payment &amp; MT210 Contractual Settlement Model</a:t>
            </a:r>
            <a:endParaRPr kumimoji="0" lang="en-US" sz="2000" i="0" u="none" strike="noStrike" kern="1200" cap="none" spc="0" normalizeH="0" baseline="0" noProof="0" dirty="0">
              <a:ln>
                <a:noFill/>
              </a:ln>
              <a:solidFill>
                <a:srgbClr val="001AFF"/>
              </a:solidFill>
              <a:effectLst/>
              <a:uLnTx/>
              <a:uFillTx/>
              <a:latin typeface="Lab Antiqua Small Condensed" pitchFamily="50" charset="0"/>
              <a:sym typeface="Arial"/>
            </a:endParaRPr>
          </a:p>
        </p:txBody>
      </p:sp>
      <p:cxnSp>
        <p:nvCxnSpPr>
          <p:cNvPr id="10" name="Straight Connector 9">
            <a:extLst>
              <a:ext uri="{FF2B5EF4-FFF2-40B4-BE49-F238E27FC236}">
                <a16:creationId xmlns:a16="http://schemas.microsoft.com/office/drawing/2014/main" id="{E8308128-1844-BC53-C218-12E804E81F72}"/>
              </a:ext>
            </a:extLst>
          </p:cNvPr>
          <p:cNvCxnSpPr>
            <a:cxnSpLocks/>
          </p:cNvCxnSpPr>
          <p:nvPr/>
        </p:nvCxnSpPr>
        <p:spPr bwMode="auto">
          <a:xfrm flipH="1">
            <a:off x="336615" y="644566"/>
            <a:ext cx="11214381" cy="0"/>
          </a:xfrm>
          <a:prstGeom prst="line">
            <a:avLst/>
          </a:prstGeom>
          <a:solidFill>
            <a:srgbClr val="65CCE9"/>
          </a:solidFill>
          <a:ln w="9525" cap="flat" cmpd="sng" algn="ctr">
            <a:solidFill>
              <a:schemeClr val="accent2"/>
            </a:solidFill>
            <a:prstDash val="solid"/>
            <a:round/>
            <a:headEnd type="none" w="med" len="med"/>
            <a:tailEnd type="none" w="med" len="med"/>
          </a:ln>
          <a:effectLst/>
        </p:spPr>
      </p:cxnSp>
      <p:sp>
        <p:nvSpPr>
          <p:cNvPr id="4" name="Rectangle 3">
            <a:extLst>
              <a:ext uri="{FF2B5EF4-FFF2-40B4-BE49-F238E27FC236}">
                <a16:creationId xmlns:a16="http://schemas.microsoft.com/office/drawing/2014/main" id="{2EEC30F6-B416-2222-8057-B18796A09A14}"/>
              </a:ext>
            </a:extLst>
          </p:cNvPr>
          <p:cNvSpPr/>
          <p:nvPr/>
        </p:nvSpPr>
        <p:spPr bwMode="gray">
          <a:xfrm>
            <a:off x="2020059" y="1988840"/>
            <a:ext cx="475541" cy="221089"/>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a:t>
            </a:r>
            <a:r>
              <a:rPr lang="en-US" sz="600" kern="0" dirty="0">
                <a:solidFill>
                  <a:prstClr val="black"/>
                </a:solidFill>
                <a:latin typeface="Arial"/>
              </a:rPr>
              <a:t>210 Cont.</a:t>
            </a:r>
            <a:r>
              <a:rPr kumimoji="0" lang="en-US" sz="600" b="0" i="0" u="none" strike="noStrike" kern="0" cap="none" spc="0" normalizeH="0" baseline="0" noProof="0" dirty="0">
                <a:ln>
                  <a:noFill/>
                </a:ln>
                <a:solidFill>
                  <a:prstClr val="black"/>
                </a:solidFill>
                <a:effectLst/>
                <a:uLnTx/>
                <a:uFillTx/>
                <a:latin typeface="Arial"/>
                <a:ea typeface="+mn-ea"/>
                <a:cs typeface="+mn-cs"/>
              </a:rPr>
              <a:t>)</a:t>
            </a:r>
          </a:p>
        </p:txBody>
      </p:sp>
      <p:sp>
        <p:nvSpPr>
          <p:cNvPr id="18" name="Rectangle 17">
            <a:extLst>
              <a:ext uri="{FF2B5EF4-FFF2-40B4-BE49-F238E27FC236}">
                <a16:creationId xmlns:a16="http://schemas.microsoft.com/office/drawing/2014/main" id="{D585EBAF-02C5-874D-ECA1-B50D1BAE94AC}"/>
              </a:ext>
            </a:extLst>
          </p:cNvPr>
          <p:cNvSpPr/>
          <p:nvPr/>
        </p:nvSpPr>
        <p:spPr bwMode="gray">
          <a:xfrm>
            <a:off x="3287688" y="1988840"/>
            <a:ext cx="475541" cy="221089"/>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a:t>
            </a:r>
            <a:r>
              <a:rPr lang="en-US" sz="600" kern="0" dirty="0">
                <a:solidFill>
                  <a:prstClr val="black"/>
                </a:solidFill>
                <a:latin typeface="Arial"/>
              </a:rPr>
              <a:t>210 Cont.</a:t>
            </a:r>
            <a:r>
              <a:rPr kumimoji="0" lang="en-US" sz="600" b="0" i="0" u="none" strike="noStrike" kern="0" cap="none" spc="0" normalizeH="0" baseline="0" noProof="0" dirty="0">
                <a:ln>
                  <a:noFill/>
                </a:ln>
                <a:solidFill>
                  <a:prstClr val="black"/>
                </a:solidFill>
                <a:effectLst/>
                <a:uLnTx/>
                <a:uFillTx/>
                <a:latin typeface="Arial"/>
                <a:ea typeface="+mn-ea"/>
                <a:cs typeface="+mn-cs"/>
              </a:rPr>
              <a:t>)</a:t>
            </a:r>
          </a:p>
        </p:txBody>
      </p:sp>
      <p:cxnSp>
        <p:nvCxnSpPr>
          <p:cNvPr id="458" name="Straight Arrow Connector 457">
            <a:extLst>
              <a:ext uri="{FF2B5EF4-FFF2-40B4-BE49-F238E27FC236}">
                <a16:creationId xmlns:a16="http://schemas.microsoft.com/office/drawing/2014/main" id="{D5A36EB6-AEAE-84E9-CFD3-8F9640858462}"/>
              </a:ext>
            </a:extLst>
          </p:cNvPr>
          <p:cNvCxnSpPr>
            <a:cxnSpLocks/>
            <a:stCxn id="263" idx="1"/>
          </p:cNvCxnSpPr>
          <p:nvPr/>
        </p:nvCxnSpPr>
        <p:spPr>
          <a:xfrm flipH="1" flipV="1">
            <a:off x="7812007" y="2095532"/>
            <a:ext cx="846496" cy="366197"/>
          </a:xfrm>
          <a:prstGeom prst="straightConnector1">
            <a:avLst/>
          </a:prstGeom>
          <a:ln w="6350">
            <a:tailEnd type="triangle" w="sm" len="sm"/>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1F5BB814-78BD-E137-E01D-0779F79C9C30}"/>
              </a:ext>
            </a:extLst>
          </p:cNvPr>
          <p:cNvSpPr txBox="1"/>
          <p:nvPr/>
        </p:nvSpPr>
        <p:spPr>
          <a:xfrm>
            <a:off x="2711624" y="2431921"/>
            <a:ext cx="1325694" cy="30008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00000"/>
                </a:solidFill>
                <a:effectLst/>
                <a:uLnTx/>
                <a:uFillTx/>
                <a:latin typeface="Arial"/>
                <a:ea typeface="+mn-ea"/>
                <a:cs typeface="+mn-cs"/>
              </a:rPr>
              <a:t>Non-managing posting (Inbound):</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00000"/>
                </a:solidFill>
                <a:effectLst/>
                <a:uLnTx/>
                <a:uFillTx/>
                <a:latin typeface="Arial"/>
                <a:ea typeface="+mn-ea"/>
                <a:cs typeface="+mn-cs"/>
              </a:rPr>
              <a:t>  Dr. Intercompany Nostro</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00000"/>
                </a:solidFill>
                <a:effectLst/>
                <a:uLnTx/>
                <a:uFillTx/>
                <a:latin typeface="Arial"/>
                <a:ea typeface="+mn-ea"/>
                <a:cs typeface="+mn-cs"/>
              </a:rPr>
              <a:t>    Cr. </a:t>
            </a:r>
            <a:r>
              <a:rPr lang="en-US" sz="650" dirty="0">
                <a:solidFill>
                  <a:srgbClr val="000000"/>
                </a:solidFill>
                <a:latin typeface="Arial"/>
              </a:rPr>
              <a:t>Client DDA</a:t>
            </a:r>
            <a:endParaRPr kumimoji="0" lang="en-US" sz="650" b="0" i="0" u="none" strike="noStrike" kern="1200" cap="none" spc="0" normalizeH="0" baseline="0" noProof="0" dirty="0">
              <a:ln>
                <a:noFill/>
              </a:ln>
              <a:solidFill>
                <a:srgbClr val="000000"/>
              </a:solidFill>
              <a:effectLst/>
              <a:uLnTx/>
              <a:uFillTx/>
              <a:latin typeface="Arial"/>
              <a:ea typeface="+mn-ea"/>
              <a:cs typeface="+mn-cs"/>
            </a:endParaRPr>
          </a:p>
        </p:txBody>
      </p:sp>
      <p:cxnSp>
        <p:nvCxnSpPr>
          <p:cNvPr id="461" name="Straight Arrow Connector 137">
            <a:extLst>
              <a:ext uri="{FF2B5EF4-FFF2-40B4-BE49-F238E27FC236}">
                <a16:creationId xmlns:a16="http://schemas.microsoft.com/office/drawing/2014/main" id="{C574064D-0E0A-DA4D-D88E-DDD4DC3D5D69}"/>
              </a:ext>
            </a:extLst>
          </p:cNvPr>
          <p:cNvCxnSpPr>
            <a:cxnSpLocks/>
          </p:cNvCxnSpPr>
          <p:nvPr/>
        </p:nvCxnSpPr>
        <p:spPr>
          <a:xfrm>
            <a:off x="2783632" y="2276872"/>
            <a:ext cx="72008" cy="155653"/>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cxnSp>
        <p:nvCxnSpPr>
          <p:cNvPr id="462" name="Straight Arrow Connector 137">
            <a:extLst>
              <a:ext uri="{FF2B5EF4-FFF2-40B4-BE49-F238E27FC236}">
                <a16:creationId xmlns:a16="http://schemas.microsoft.com/office/drawing/2014/main" id="{4D371649-3B9D-D3D4-98CC-883D8EC59BEC}"/>
              </a:ext>
            </a:extLst>
          </p:cNvPr>
          <p:cNvCxnSpPr>
            <a:cxnSpLocks/>
          </p:cNvCxnSpPr>
          <p:nvPr/>
        </p:nvCxnSpPr>
        <p:spPr>
          <a:xfrm>
            <a:off x="4871864" y="2246615"/>
            <a:ext cx="72008" cy="154756"/>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463" name="TextBox 462">
            <a:extLst>
              <a:ext uri="{FF2B5EF4-FFF2-40B4-BE49-F238E27FC236}">
                <a16:creationId xmlns:a16="http://schemas.microsoft.com/office/drawing/2014/main" id="{695D3052-FE8D-3A97-9DAC-403FB97A2AD0}"/>
              </a:ext>
            </a:extLst>
          </p:cNvPr>
          <p:cNvSpPr txBox="1"/>
          <p:nvPr/>
        </p:nvSpPr>
        <p:spPr>
          <a:xfrm>
            <a:off x="4665273" y="2431921"/>
            <a:ext cx="1430727" cy="40011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00000"/>
                </a:solidFill>
                <a:effectLst/>
                <a:uLnTx/>
                <a:uFillTx/>
                <a:latin typeface="Arial"/>
                <a:ea typeface="+mn-ea"/>
                <a:cs typeface="+mn-cs"/>
              </a:rPr>
              <a:t>Managing branch posting (Inbound):</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00000"/>
                </a:solidFill>
                <a:effectLst/>
                <a:uLnTx/>
                <a:uFillTx/>
                <a:latin typeface="Arial"/>
                <a:ea typeface="+mn-ea"/>
                <a:cs typeface="+mn-cs"/>
              </a:rPr>
              <a:t>  Db. Nostro / Clearing</a:t>
            </a:r>
          </a:p>
          <a:p>
            <a:pPr>
              <a:buSzPct val="100000"/>
              <a:defRPr/>
            </a:pPr>
            <a:r>
              <a:rPr kumimoji="0" lang="en-US" sz="650" b="0" i="0" u="none" strike="noStrike" kern="1200" cap="none" spc="0" normalizeH="0" baseline="0" noProof="0" dirty="0">
                <a:ln>
                  <a:noFill/>
                </a:ln>
                <a:solidFill>
                  <a:srgbClr val="000000"/>
                </a:solidFill>
                <a:effectLst/>
                <a:uLnTx/>
                <a:uFillTx/>
                <a:latin typeface="Arial"/>
                <a:ea typeface="+mn-ea"/>
                <a:cs typeface="+mn-cs"/>
              </a:rPr>
              <a:t>      Cr. Intercompany Vostro/DDA</a:t>
            </a: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kumimoji="0" lang="en-US" sz="650" b="0" i="0" u="none" strike="noStrike" kern="1200" cap="none" spc="0" normalizeH="0" baseline="0" noProof="0" dirty="0">
              <a:ln>
                <a:noFill/>
              </a:ln>
              <a:solidFill>
                <a:srgbClr val="000000"/>
              </a:solidFill>
              <a:effectLst/>
              <a:uLnTx/>
              <a:uFillTx/>
              <a:latin typeface="Arial"/>
              <a:ea typeface="+mn-ea"/>
              <a:cs typeface="+mn-cs"/>
            </a:endParaRPr>
          </a:p>
        </p:txBody>
      </p:sp>
      <p:sp>
        <p:nvSpPr>
          <p:cNvPr id="478" name="Rectangle 477">
            <a:extLst>
              <a:ext uri="{FF2B5EF4-FFF2-40B4-BE49-F238E27FC236}">
                <a16:creationId xmlns:a16="http://schemas.microsoft.com/office/drawing/2014/main" id="{4EBA4193-0041-DFD8-D466-9306B3AF748D}"/>
              </a:ext>
            </a:extLst>
          </p:cNvPr>
          <p:cNvSpPr/>
          <p:nvPr/>
        </p:nvSpPr>
        <p:spPr bwMode="gray">
          <a:xfrm>
            <a:off x="8661786" y="1220630"/>
            <a:ext cx="349449" cy="946820"/>
          </a:xfrm>
          <a:prstGeom prst="rect">
            <a:avLst/>
          </a:prstGeom>
          <a:solidFill>
            <a:srgbClr val="FCFDC7"/>
          </a:solidFill>
          <a:ln w="3175" algn="ctr">
            <a:solidFill>
              <a:srgbClr val="000000"/>
            </a:solidFill>
            <a:miter lim="800000"/>
            <a:headEnd/>
            <a:tailEnd/>
          </a:ln>
        </p:spPr>
        <p:txBody>
          <a:bodyPr vert="horz" wrap="square" lIns="9144" tIns="91440" rIns="9144" bIns="9144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SAA</a:t>
            </a:r>
          </a:p>
        </p:txBody>
      </p:sp>
      <p:pic>
        <p:nvPicPr>
          <p:cNvPr id="479" name="Picture 2" descr="Flexible payment in our Middle Ages store ageofcraft.com">
            <a:extLst>
              <a:ext uri="{FF2B5EF4-FFF2-40B4-BE49-F238E27FC236}">
                <a16:creationId xmlns:a16="http://schemas.microsoft.com/office/drawing/2014/main" id="{A6938AEB-5650-B13A-C84E-F2354082682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71700" y="1499766"/>
            <a:ext cx="227892" cy="201746"/>
          </a:xfrm>
          <a:prstGeom prst="rect">
            <a:avLst/>
          </a:prstGeom>
          <a:noFill/>
          <a:extLst>
            <a:ext uri="{909E8E84-426E-40DD-AFC4-6F175D3DCCD1}">
              <a14:hiddenFill xmlns:a14="http://schemas.microsoft.com/office/drawing/2010/main">
                <a:solidFill>
                  <a:srgbClr val="FFFFFF"/>
                </a:solidFill>
              </a14:hiddenFill>
            </a:ext>
          </a:extLst>
        </p:spPr>
      </p:pic>
      <p:sp>
        <p:nvSpPr>
          <p:cNvPr id="256" name="TextBox 255">
            <a:extLst>
              <a:ext uri="{FF2B5EF4-FFF2-40B4-BE49-F238E27FC236}">
                <a16:creationId xmlns:a16="http://schemas.microsoft.com/office/drawing/2014/main" id="{E65046AF-046C-58D5-181A-2E9FCB0E01AD}"/>
              </a:ext>
            </a:extLst>
          </p:cNvPr>
          <p:cNvSpPr txBox="1"/>
          <p:nvPr/>
        </p:nvSpPr>
        <p:spPr>
          <a:xfrm>
            <a:off x="9043114" y="1732871"/>
            <a:ext cx="507199" cy="18466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err="1">
                <a:ln>
                  <a:noFill/>
                </a:ln>
                <a:solidFill>
                  <a:srgbClr val="000000"/>
                </a:solidFill>
                <a:effectLst/>
                <a:uLnTx/>
                <a:uFillTx/>
                <a:latin typeface="Arial"/>
                <a:ea typeface="Calibri Light" charset="0"/>
                <a:cs typeface="Segoe UI" panose="020B0502040204020203" pitchFamily="34" charset="0"/>
              </a:rPr>
              <a:t>FINPlus</a:t>
            </a: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 (MX)</a:t>
            </a:r>
          </a:p>
        </p:txBody>
      </p:sp>
      <p:sp>
        <p:nvSpPr>
          <p:cNvPr id="257" name="Rectangle 256">
            <a:extLst>
              <a:ext uri="{FF2B5EF4-FFF2-40B4-BE49-F238E27FC236}">
                <a16:creationId xmlns:a16="http://schemas.microsoft.com/office/drawing/2014/main" id="{5AD546FC-42BD-12F3-0589-4DE6681B441C}"/>
              </a:ext>
            </a:extLst>
          </p:cNvPr>
          <p:cNvSpPr/>
          <p:nvPr/>
        </p:nvSpPr>
        <p:spPr>
          <a:xfrm>
            <a:off x="9635907" y="1099741"/>
            <a:ext cx="636557" cy="1681187"/>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 Market</a:t>
            </a:r>
          </a:p>
        </p:txBody>
      </p:sp>
      <p:pic>
        <p:nvPicPr>
          <p:cNvPr id="258" name="Picture 143" descr="Bank outline">
            <a:extLst>
              <a:ext uri="{FF2B5EF4-FFF2-40B4-BE49-F238E27FC236}">
                <a16:creationId xmlns:a16="http://schemas.microsoft.com/office/drawing/2014/main" id="{6C2E82B1-0978-7D06-758D-054145184E76}"/>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797728" y="1300823"/>
            <a:ext cx="321820" cy="258520"/>
          </a:xfrm>
          <a:prstGeom prst="rect">
            <a:avLst/>
          </a:prstGeom>
        </p:spPr>
      </p:pic>
      <p:sp>
        <p:nvSpPr>
          <p:cNvPr id="259" name="TextBox 258">
            <a:extLst>
              <a:ext uri="{FF2B5EF4-FFF2-40B4-BE49-F238E27FC236}">
                <a16:creationId xmlns:a16="http://schemas.microsoft.com/office/drawing/2014/main" id="{C6748A79-8D5D-CC1B-B1EA-08998F736F1C}"/>
              </a:ext>
            </a:extLst>
          </p:cNvPr>
          <p:cNvSpPr txBox="1"/>
          <p:nvPr/>
        </p:nvSpPr>
        <p:spPr>
          <a:xfrm>
            <a:off x="9643204" y="1548205"/>
            <a:ext cx="622947" cy="18466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RTGS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System </a:t>
            </a:r>
          </a:p>
        </p:txBody>
      </p:sp>
      <p:pic>
        <p:nvPicPr>
          <p:cNvPr id="261" name="Picture 143" descr="Bank outline">
            <a:extLst>
              <a:ext uri="{FF2B5EF4-FFF2-40B4-BE49-F238E27FC236}">
                <a16:creationId xmlns:a16="http://schemas.microsoft.com/office/drawing/2014/main" id="{3E9CAD07-2226-C32C-B79D-69AB7740CBA5}"/>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793110" y="1980253"/>
            <a:ext cx="321820" cy="276501"/>
          </a:xfrm>
          <a:prstGeom prst="rect">
            <a:avLst/>
          </a:prstGeom>
        </p:spPr>
      </p:pic>
      <p:sp>
        <p:nvSpPr>
          <p:cNvPr id="262" name="TextBox 261">
            <a:extLst>
              <a:ext uri="{FF2B5EF4-FFF2-40B4-BE49-F238E27FC236}">
                <a16:creationId xmlns:a16="http://schemas.microsoft.com/office/drawing/2014/main" id="{764B25D8-53C9-BFEF-AC19-3B9FF24CE956}"/>
              </a:ext>
            </a:extLst>
          </p:cNvPr>
          <p:cNvSpPr txBox="1"/>
          <p:nvPr/>
        </p:nvSpPr>
        <p:spPr>
          <a:xfrm>
            <a:off x="9641789" y="2268285"/>
            <a:ext cx="622947" cy="18466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Correspondent / Counterparties</a:t>
            </a:r>
          </a:p>
        </p:txBody>
      </p:sp>
      <p:sp>
        <p:nvSpPr>
          <p:cNvPr id="263" name="Rectangle 262">
            <a:extLst>
              <a:ext uri="{FF2B5EF4-FFF2-40B4-BE49-F238E27FC236}">
                <a16:creationId xmlns:a16="http://schemas.microsoft.com/office/drawing/2014/main" id="{AD272F35-A2E1-B889-B182-F14C82AC0C5D}"/>
              </a:ext>
            </a:extLst>
          </p:cNvPr>
          <p:cNvSpPr/>
          <p:nvPr/>
        </p:nvSpPr>
        <p:spPr bwMode="gray">
          <a:xfrm>
            <a:off x="8658503" y="2224337"/>
            <a:ext cx="349449" cy="474784"/>
          </a:xfrm>
          <a:prstGeom prst="rect">
            <a:avLst/>
          </a:prstGeom>
          <a:solidFill>
            <a:srgbClr val="FCFDC7"/>
          </a:solidFill>
          <a:ln w="3175" algn="ctr">
            <a:solidFill>
              <a:srgbClr val="000000"/>
            </a:solidFill>
            <a:miter lim="800000"/>
            <a:headEnd/>
            <a:tailEnd/>
          </a:ln>
        </p:spPr>
        <p:txBody>
          <a:bodyPr vert="horz" wrap="square" lIns="9144" tIns="91440" rIns="9144" bIns="9144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BESS</a:t>
            </a:r>
          </a:p>
        </p:txBody>
      </p:sp>
      <p:pic>
        <p:nvPicPr>
          <p:cNvPr id="267" name="Picture 2" descr="Flexible payment in our Middle Ages store ageofcraft.com">
            <a:extLst>
              <a:ext uri="{FF2B5EF4-FFF2-40B4-BE49-F238E27FC236}">
                <a16:creationId xmlns:a16="http://schemas.microsoft.com/office/drawing/2014/main" id="{63E238EE-BD09-4106-2289-3342EC3B6EF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71700" y="2277575"/>
            <a:ext cx="227892" cy="215086"/>
          </a:xfrm>
          <a:prstGeom prst="rect">
            <a:avLst/>
          </a:prstGeom>
          <a:noFill/>
          <a:extLst>
            <a:ext uri="{909E8E84-426E-40DD-AFC4-6F175D3DCCD1}">
              <a14:hiddenFill xmlns:a14="http://schemas.microsoft.com/office/drawing/2010/main">
                <a:solidFill>
                  <a:srgbClr val="FFFFFF"/>
                </a:solidFill>
              </a14:hiddenFill>
            </a:ext>
          </a:extLst>
        </p:spPr>
      </p:pic>
      <p:sp>
        <p:nvSpPr>
          <p:cNvPr id="268" name="TextBox 267">
            <a:extLst>
              <a:ext uri="{FF2B5EF4-FFF2-40B4-BE49-F238E27FC236}">
                <a16:creationId xmlns:a16="http://schemas.microsoft.com/office/drawing/2014/main" id="{89B94C6D-30AB-7ED7-AA69-3EF653F2419F}"/>
              </a:ext>
            </a:extLst>
          </p:cNvPr>
          <p:cNvSpPr txBox="1"/>
          <p:nvPr/>
        </p:nvSpPr>
        <p:spPr>
          <a:xfrm>
            <a:off x="9037018" y="2556317"/>
            <a:ext cx="507199" cy="18466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FIN (MT)</a:t>
            </a:r>
          </a:p>
        </p:txBody>
      </p:sp>
      <p:cxnSp>
        <p:nvCxnSpPr>
          <p:cNvPr id="270" name="Straight Arrow Connector 137">
            <a:extLst>
              <a:ext uri="{FF2B5EF4-FFF2-40B4-BE49-F238E27FC236}">
                <a16:creationId xmlns:a16="http://schemas.microsoft.com/office/drawing/2014/main" id="{682CE3D5-003F-7CB4-F0B2-22CC28B09B00}"/>
              </a:ext>
            </a:extLst>
          </p:cNvPr>
          <p:cNvCxnSpPr>
            <a:cxnSpLocks/>
          </p:cNvCxnSpPr>
          <p:nvPr/>
        </p:nvCxnSpPr>
        <p:spPr>
          <a:xfrm>
            <a:off x="9011234" y="1444839"/>
            <a:ext cx="624673" cy="0"/>
          </a:xfrm>
          <a:prstGeom prst="straightConnector1">
            <a:avLst/>
          </a:prstGeom>
          <a:noFill/>
          <a:ln w="6350" cap="flat" cmpd="sng" algn="ctr">
            <a:solidFill>
              <a:srgbClr val="000000"/>
            </a:solidFill>
            <a:prstDash val="solid"/>
            <a:headEnd type="triangle" w="sm" len="sm"/>
            <a:tailEnd type="none" w="sm" len="sm"/>
          </a:ln>
          <a:effectLst/>
        </p:spPr>
      </p:cxnSp>
      <p:cxnSp>
        <p:nvCxnSpPr>
          <p:cNvPr id="271" name="Straight Arrow Connector 137">
            <a:extLst>
              <a:ext uri="{FF2B5EF4-FFF2-40B4-BE49-F238E27FC236}">
                <a16:creationId xmlns:a16="http://schemas.microsoft.com/office/drawing/2014/main" id="{35799893-59E5-A7FD-22B8-3B32128D9AC2}"/>
              </a:ext>
            </a:extLst>
          </p:cNvPr>
          <p:cNvCxnSpPr>
            <a:cxnSpLocks/>
          </p:cNvCxnSpPr>
          <p:nvPr/>
        </p:nvCxnSpPr>
        <p:spPr>
          <a:xfrm>
            <a:off x="9008752" y="1948895"/>
            <a:ext cx="624673" cy="0"/>
          </a:xfrm>
          <a:prstGeom prst="straightConnector1">
            <a:avLst/>
          </a:prstGeom>
          <a:noFill/>
          <a:ln w="6350" cap="flat" cmpd="sng" algn="ctr">
            <a:solidFill>
              <a:srgbClr val="000000"/>
            </a:solidFill>
            <a:prstDash val="solid"/>
            <a:headEnd type="triangle" w="sm" len="sm"/>
            <a:tailEnd type="none" w="sm" len="sm"/>
          </a:ln>
          <a:effectLst/>
        </p:spPr>
      </p:cxnSp>
      <p:cxnSp>
        <p:nvCxnSpPr>
          <p:cNvPr id="272" name="Straight Arrow Connector 137">
            <a:extLst>
              <a:ext uri="{FF2B5EF4-FFF2-40B4-BE49-F238E27FC236}">
                <a16:creationId xmlns:a16="http://schemas.microsoft.com/office/drawing/2014/main" id="{6DFBFA35-5178-F947-9F18-BD90F9E25B77}"/>
              </a:ext>
            </a:extLst>
          </p:cNvPr>
          <p:cNvCxnSpPr>
            <a:cxnSpLocks/>
          </p:cNvCxnSpPr>
          <p:nvPr/>
        </p:nvCxnSpPr>
        <p:spPr>
          <a:xfrm>
            <a:off x="9008752" y="2524959"/>
            <a:ext cx="624673" cy="0"/>
          </a:xfrm>
          <a:prstGeom prst="straightConnector1">
            <a:avLst/>
          </a:prstGeom>
          <a:noFill/>
          <a:ln w="6350" cap="flat" cmpd="sng" algn="ctr">
            <a:solidFill>
              <a:srgbClr val="000000"/>
            </a:solidFill>
            <a:prstDash val="solid"/>
            <a:headEnd type="triangle" w="sm" len="sm"/>
            <a:tailEnd type="none" w="sm" len="sm"/>
          </a:ln>
          <a:effectLst/>
        </p:spPr>
      </p:cxnSp>
      <p:sp>
        <p:nvSpPr>
          <p:cNvPr id="42" name="Rectangle 41">
            <a:extLst>
              <a:ext uri="{FF2B5EF4-FFF2-40B4-BE49-F238E27FC236}">
                <a16:creationId xmlns:a16="http://schemas.microsoft.com/office/drawing/2014/main" id="{9CE81B0D-334B-7601-7C3F-2CF2EC92C812}"/>
              </a:ext>
            </a:extLst>
          </p:cNvPr>
          <p:cNvSpPr/>
          <p:nvPr/>
        </p:nvSpPr>
        <p:spPr bwMode="gray">
          <a:xfrm>
            <a:off x="8040216" y="2348880"/>
            <a:ext cx="411757" cy="149040"/>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(103 / 202)</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3CF53B65-96DA-0A8F-38ED-D2D1BCE548AB}"/>
              </a:ext>
            </a:extLst>
          </p:cNvPr>
          <p:cNvSpPr/>
          <p:nvPr/>
        </p:nvSpPr>
        <p:spPr bwMode="gray">
          <a:xfrm>
            <a:off x="8092201" y="1767792"/>
            <a:ext cx="308055" cy="149040"/>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a:t>
            </a:r>
            <a:r>
              <a:rPr lang="en-US" sz="600" kern="0" dirty="0" err="1">
                <a:solidFill>
                  <a:prstClr val="black"/>
                </a:solidFill>
                <a:latin typeface="Arial"/>
              </a:rPr>
              <a:t>Pacs</a:t>
            </a:r>
            <a:r>
              <a:rPr lang="en-US" sz="600" kern="0" dirty="0">
                <a:solidFill>
                  <a:prstClr val="black"/>
                </a:solidFill>
                <a:latin typeface="Arial"/>
              </a:rPr>
              <a:t>)</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cxnSp>
        <p:nvCxnSpPr>
          <p:cNvPr id="46" name="Straight Arrow Connector 45">
            <a:extLst>
              <a:ext uri="{FF2B5EF4-FFF2-40B4-BE49-F238E27FC236}">
                <a16:creationId xmlns:a16="http://schemas.microsoft.com/office/drawing/2014/main" id="{E29A654B-7165-6068-3DBC-DF6B27A16132}"/>
              </a:ext>
            </a:extLst>
          </p:cNvPr>
          <p:cNvCxnSpPr>
            <a:cxnSpLocks/>
            <a:stCxn id="24" idx="1"/>
            <a:endCxn id="475" idx="3"/>
          </p:cNvCxnSpPr>
          <p:nvPr/>
        </p:nvCxnSpPr>
        <p:spPr>
          <a:xfrm flipH="1" flipV="1">
            <a:off x="5303912" y="1964291"/>
            <a:ext cx="719927" cy="5127"/>
          </a:xfrm>
          <a:prstGeom prst="straightConnector1">
            <a:avLst/>
          </a:prstGeom>
          <a:ln w="6350">
            <a:tailEnd type="triangle" w="sm"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65BF15F-F1D3-9CE3-9B4E-05EE9BF578F3}"/>
              </a:ext>
            </a:extLst>
          </p:cNvPr>
          <p:cNvCxnSpPr>
            <a:cxnSpLocks/>
            <a:stCxn id="24" idx="0"/>
            <a:endCxn id="473" idx="0"/>
          </p:cNvCxnSpPr>
          <p:nvPr/>
        </p:nvCxnSpPr>
        <p:spPr>
          <a:xfrm rot="16200000" flipV="1">
            <a:off x="4604430" y="100884"/>
            <a:ext cx="16857" cy="3297505"/>
          </a:xfrm>
          <a:prstGeom prst="bentConnector3">
            <a:avLst>
              <a:gd name="adj1" fmla="val 1456113"/>
            </a:avLst>
          </a:prstGeom>
          <a:ln w="6350">
            <a:tailEnd type="triangle" w="sm" len="sm"/>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3754F8F9-58BB-96FC-892C-ECA2C2D38922}"/>
              </a:ext>
            </a:extLst>
          </p:cNvPr>
          <p:cNvSpPr/>
          <p:nvPr/>
        </p:nvSpPr>
        <p:spPr bwMode="gray">
          <a:xfrm>
            <a:off x="5404435" y="1988840"/>
            <a:ext cx="475541" cy="221089"/>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a:t>
            </a:r>
            <a:r>
              <a:rPr lang="en-US" sz="600" kern="0" dirty="0">
                <a:solidFill>
                  <a:prstClr val="black"/>
                </a:solidFill>
                <a:latin typeface="Arial"/>
              </a:rPr>
              <a:t>210 Actual</a:t>
            </a:r>
            <a:r>
              <a:rPr kumimoji="0" lang="en-US" sz="600" b="0" i="0" u="none" strike="noStrike" kern="0" cap="none" spc="0" normalizeH="0" baseline="0" noProof="0" dirty="0">
                <a:ln>
                  <a:noFill/>
                </a:ln>
                <a:solidFill>
                  <a:prstClr val="black"/>
                </a:solidFill>
                <a:effectLst/>
                <a:uLnTx/>
                <a:uFillTx/>
                <a:latin typeface="Arial"/>
                <a:ea typeface="+mn-ea"/>
                <a:cs typeface="+mn-cs"/>
              </a:rPr>
              <a:t>)</a:t>
            </a:r>
          </a:p>
        </p:txBody>
      </p:sp>
      <p:sp>
        <p:nvSpPr>
          <p:cNvPr id="56" name="Rectangle 55">
            <a:extLst>
              <a:ext uri="{FF2B5EF4-FFF2-40B4-BE49-F238E27FC236}">
                <a16:creationId xmlns:a16="http://schemas.microsoft.com/office/drawing/2014/main" id="{0116BA9B-C249-D5F6-C415-DEB20AC381AB}"/>
              </a:ext>
            </a:extLst>
          </p:cNvPr>
          <p:cNvSpPr/>
          <p:nvPr/>
        </p:nvSpPr>
        <p:spPr bwMode="gray">
          <a:xfrm>
            <a:off x="5404435" y="1556792"/>
            <a:ext cx="475541" cy="221089"/>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a:t>
            </a:r>
            <a:r>
              <a:rPr lang="en-US" sz="600" kern="0" dirty="0">
                <a:solidFill>
                  <a:prstClr val="black"/>
                </a:solidFill>
                <a:latin typeface="Arial"/>
              </a:rPr>
              <a:t>210 Actual</a:t>
            </a:r>
            <a:r>
              <a:rPr kumimoji="0" lang="en-US" sz="600" b="0" i="0" u="none" strike="noStrike" kern="0" cap="none" spc="0" normalizeH="0" baseline="0" noProof="0" dirty="0">
                <a:ln>
                  <a:noFill/>
                </a:ln>
                <a:solidFill>
                  <a:prstClr val="black"/>
                </a:solidFill>
                <a:effectLst/>
                <a:uLnTx/>
                <a:uFillTx/>
                <a:latin typeface="Arial"/>
                <a:ea typeface="+mn-ea"/>
                <a:cs typeface="+mn-cs"/>
              </a:rPr>
              <a:t>)</a:t>
            </a:r>
          </a:p>
        </p:txBody>
      </p:sp>
      <p:sp>
        <p:nvSpPr>
          <p:cNvPr id="57" name="Rectangle 56">
            <a:extLst>
              <a:ext uri="{FF2B5EF4-FFF2-40B4-BE49-F238E27FC236}">
                <a16:creationId xmlns:a16="http://schemas.microsoft.com/office/drawing/2014/main" id="{B929B8B8-EAB5-E59D-6401-221171DDE0F2}"/>
              </a:ext>
            </a:extLst>
          </p:cNvPr>
          <p:cNvSpPr/>
          <p:nvPr/>
        </p:nvSpPr>
        <p:spPr bwMode="gray">
          <a:xfrm>
            <a:off x="4252307" y="1988840"/>
            <a:ext cx="475541" cy="221089"/>
          </a:xfrm>
          <a:prstGeom prst="rect">
            <a:avLst/>
          </a:prstGeom>
          <a:no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a:t>
            </a:r>
            <a:r>
              <a:rPr lang="en-US" sz="600" kern="0" dirty="0">
                <a:solidFill>
                  <a:prstClr val="black"/>
                </a:solidFill>
                <a:latin typeface="Arial"/>
              </a:rPr>
              <a:t>210 Cont.</a:t>
            </a:r>
            <a:r>
              <a:rPr kumimoji="0" lang="en-US" sz="600" b="0" i="0" u="none" strike="noStrike" kern="0" cap="none" spc="0" normalizeH="0" baseline="0" noProof="0" dirty="0">
                <a:ln>
                  <a:noFill/>
                </a:ln>
                <a:solidFill>
                  <a:prstClr val="black"/>
                </a:solidFill>
                <a:effectLst/>
                <a:uLnTx/>
                <a:uFillTx/>
                <a:latin typeface="Arial"/>
                <a:ea typeface="+mn-ea"/>
                <a:cs typeface="+mn-cs"/>
              </a:rPr>
              <a:t>)</a:t>
            </a:r>
          </a:p>
        </p:txBody>
      </p:sp>
      <p:sp>
        <p:nvSpPr>
          <p:cNvPr id="58" name="TextBox 57">
            <a:extLst>
              <a:ext uri="{FF2B5EF4-FFF2-40B4-BE49-F238E27FC236}">
                <a16:creationId xmlns:a16="http://schemas.microsoft.com/office/drawing/2014/main" id="{FE12F96E-63C9-0F70-F218-0BA2EA243648}"/>
              </a:ext>
            </a:extLst>
          </p:cNvPr>
          <p:cNvSpPr txBox="1"/>
          <p:nvPr/>
        </p:nvSpPr>
        <p:spPr>
          <a:xfrm>
            <a:off x="2999657" y="1105895"/>
            <a:ext cx="3024336" cy="3257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strike="noStrike" kern="1200" cap="none" spc="0" normalizeH="0" baseline="0" noProof="0" dirty="0">
                <a:ln>
                  <a:noFill/>
                </a:ln>
                <a:solidFill>
                  <a:srgbClr val="000000"/>
                </a:solidFill>
                <a:effectLst/>
                <a:uLnTx/>
                <a:uFillTx/>
                <a:latin typeface="Arial"/>
                <a:ea typeface="+mn-ea"/>
                <a:cs typeface="+mn-cs"/>
              </a:rPr>
              <a:t>Incoming payment posted to IBS via one of two methods:</a:t>
            </a:r>
          </a:p>
          <a:p>
            <a:pPr marL="228600" marR="0" lvl="0" indent="-228600" algn="l" defTabSz="914400" rtl="0" eaLnBrk="1" fontAlgn="auto" latinLnBrk="0" hangingPunct="1">
              <a:lnSpc>
                <a:spcPct val="100000"/>
              </a:lnSpc>
              <a:spcBef>
                <a:spcPts val="0"/>
              </a:spcBef>
              <a:spcAft>
                <a:spcPts val="200"/>
              </a:spcAft>
              <a:buClrTx/>
              <a:buSzPct val="100000"/>
              <a:buFont typeface="+mj-lt"/>
              <a:buAutoNum type="arabicPeriod"/>
              <a:tabLst/>
              <a:defRPr/>
            </a:pPr>
            <a:r>
              <a:rPr kumimoji="0" lang="en-US" sz="650" b="0" i="0" strike="noStrike" kern="1200" cap="none" spc="0" normalizeH="0" baseline="0" noProof="0" dirty="0">
                <a:ln>
                  <a:noFill/>
                </a:ln>
                <a:solidFill>
                  <a:srgbClr val="000000"/>
                </a:solidFill>
                <a:effectLst/>
                <a:uLnTx/>
                <a:uFillTx/>
                <a:latin typeface="Arial"/>
                <a:ea typeface="+mn-ea"/>
                <a:cs typeface="+mn-cs"/>
              </a:rPr>
              <a:t>Contractual basis upon processing MT210 / camt.057 advice to receive</a:t>
            </a:r>
          </a:p>
          <a:p>
            <a:pPr marL="228600" marR="0" lvl="0" indent="-228600" algn="l" defTabSz="914400" rtl="0" eaLnBrk="1" fontAlgn="auto" latinLnBrk="0" hangingPunct="1">
              <a:lnSpc>
                <a:spcPct val="100000"/>
              </a:lnSpc>
              <a:spcBef>
                <a:spcPts val="0"/>
              </a:spcBef>
              <a:spcAft>
                <a:spcPts val="200"/>
              </a:spcAft>
              <a:buClrTx/>
              <a:buSzPct val="100000"/>
              <a:buFont typeface="+mj-lt"/>
              <a:buAutoNum type="arabicPeriod"/>
              <a:tabLst/>
              <a:defRPr/>
            </a:pPr>
            <a:r>
              <a:rPr lang="en-US" sz="650" dirty="0">
                <a:solidFill>
                  <a:srgbClr val="000000"/>
                </a:solidFill>
                <a:latin typeface="Arial"/>
              </a:rPr>
              <a:t>Actual basis via </a:t>
            </a:r>
            <a:r>
              <a:rPr lang="en-US" sz="650" dirty="0" err="1">
                <a:solidFill>
                  <a:srgbClr val="000000"/>
                </a:solidFill>
                <a:latin typeface="Arial"/>
              </a:rPr>
              <a:t>IntelliTRACS</a:t>
            </a:r>
            <a:r>
              <a:rPr lang="en-US" sz="650" dirty="0">
                <a:solidFill>
                  <a:srgbClr val="000000"/>
                </a:solidFill>
                <a:latin typeface="Arial"/>
              </a:rPr>
              <a:t> unadvised incoming payment settlement  </a:t>
            </a:r>
            <a:endParaRPr kumimoji="0" lang="en-US" sz="650" b="0" i="0" strike="noStrike" kern="1200" cap="none" spc="0" normalizeH="0" baseline="0" noProof="0" dirty="0">
              <a:ln>
                <a:noFill/>
              </a:ln>
              <a:solidFill>
                <a:srgbClr val="000000"/>
              </a:solidFill>
              <a:effectLst/>
              <a:uLnTx/>
              <a:uFillTx/>
              <a:latin typeface="Arial"/>
              <a:ea typeface="+mn-ea"/>
              <a:cs typeface="+mn-cs"/>
            </a:endParaRPr>
          </a:p>
        </p:txBody>
      </p:sp>
      <p:sp>
        <p:nvSpPr>
          <p:cNvPr id="12" name="TextBox 11">
            <a:extLst>
              <a:ext uri="{FF2B5EF4-FFF2-40B4-BE49-F238E27FC236}">
                <a16:creationId xmlns:a16="http://schemas.microsoft.com/office/drawing/2014/main" id="{C0CB6052-9892-7D78-CB49-C446C370B3E3}"/>
              </a:ext>
            </a:extLst>
          </p:cNvPr>
          <p:cNvSpPr txBox="1"/>
          <p:nvPr/>
        </p:nvSpPr>
        <p:spPr>
          <a:xfrm>
            <a:off x="5951984" y="3284984"/>
            <a:ext cx="5256584" cy="2292935"/>
          </a:xfrm>
          <a:prstGeom prst="rect">
            <a:avLst/>
          </a:prstGeom>
          <a:noFill/>
          <a:ln>
            <a:noFill/>
          </a:ln>
        </p:spPr>
        <p:txBody>
          <a:bodyPr wrap="square" lIns="54000" tIns="45720" rIns="54000" bIns="45720" rtlCol="0" anchor="t">
            <a:spAutoFit/>
          </a:bodyPr>
          <a:lstStyle/>
          <a:p>
            <a:pPr marL="228600" marR="0" lvl="0" indent="-228600" algn="just" defTabSz="914400" rtl="0" eaLnBrk="1" fontAlgn="auto" latinLnBrk="0" hangingPunct="1">
              <a:lnSpc>
                <a:spcPct val="100000"/>
              </a:lnSpc>
              <a:spcBef>
                <a:spcPts val="0"/>
              </a:spcBef>
              <a:spcAft>
                <a:spcPts val="200"/>
              </a:spcAft>
              <a:buClrTx/>
              <a:buSzTx/>
              <a:buFont typeface="+mj-lt"/>
              <a:buAutoNum type="arabicPeriod" startAt="2"/>
              <a:tabLst/>
              <a:defRPr/>
            </a:pPr>
            <a:r>
              <a:rPr kumimoji="0" lang="en-GB" sz="800" b="1" i="0" u="none" strike="noStrike" kern="1200" cap="none" spc="0" normalizeH="0" baseline="0" noProof="0" dirty="0">
                <a:ln>
                  <a:noFill/>
                </a:ln>
                <a:effectLst/>
                <a:uLnTx/>
                <a:uFillTx/>
                <a:latin typeface="Arial"/>
                <a:ea typeface="+mn-ea"/>
                <a:cs typeface="Arial"/>
              </a:rPr>
              <a:t>Inbound Payment Actual Cash Settlement (aka. Unadvised Payment Receipt)</a:t>
            </a:r>
            <a:endParaRPr kumimoji="0" lang="en-GB" sz="800" b="1" i="0" u="none" strike="noStrike" kern="1200" cap="none" spc="0" normalizeH="0" baseline="0" noProof="0" dirty="0">
              <a:ln>
                <a:noFill/>
              </a:ln>
              <a:effectLst/>
              <a:uLnTx/>
              <a:uFillTx/>
              <a:latin typeface="Arial"/>
              <a:ea typeface="+mn-ea"/>
              <a:cs typeface="+mn-cs"/>
            </a:endParaRPr>
          </a:p>
          <a:p>
            <a:pPr marL="685800" marR="0" lvl="1" indent="-228600"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1200" cap="none" spc="0" normalizeH="0" baseline="0" noProof="0" dirty="0">
                <a:ln>
                  <a:noFill/>
                </a:ln>
                <a:effectLst/>
                <a:uLnTx/>
                <a:uFillTx/>
                <a:latin typeface="Arial"/>
                <a:ea typeface="+mn-ea"/>
                <a:cs typeface="+mn-cs"/>
              </a:rPr>
              <a:t>If an MT210 instruction is not received (i.e. no contractual settlement), the </a:t>
            </a:r>
            <a:r>
              <a:rPr kumimoji="0" lang="en-US" sz="800" b="0" i="0" u="none" strike="noStrike" kern="1200" cap="none" spc="0" normalizeH="0" baseline="0" noProof="0" dirty="0" err="1">
                <a:ln>
                  <a:noFill/>
                </a:ln>
                <a:effectLst/>
                <a:uLnTx/>
                <a:uFillTx/>
                <a:latin typeface="Arial"/>
                <a:ea typeface="+mn-ea"/>
                <a:cs typeface="+mn-cs"/>
              </a:rPr>
              <a:t>IntelliMATCH</a:t>
            </a:r>
            <a:r>
              <a:rPr kumimoji="0" lang="en-US" sz="800" b="0" i="0" u="none" strike="noStrike" kern="1200" cap="none" spc="0" normalizeH="0" baseline="0" noProof="0" dirty="0">
                <a:ln>
                  <a:noFill/>
                </a:ln>
                <a:effectLst/>
                <a:uLnTx/>
                <a:uFillTx/>
                <a:latin typeface="Arial"/>
                <a:ea typeface="+mn-ea"/>
                <a:cs typeface="+mn-cs"/>
              </a:rPr>
              <a:t> Actual Cash settlement process is triggered when the incoming unadvised payment is received </a:t>
            </a:r>
            <a:r>
              <a:rPr lang="en-GB" sz="800" dirty="0">
                <a:latin typeface="Arial"/>
                <a:cs typeface="Arial"/>
              </a:rPr>
              <a:t>(settlement notification and/or payment credit reported on the cash statement) and tagged as an Actual Cash exception. </a:t>
            </a:r>
          </a:p>
          <a:p>
            <a:pPr marL="685800" marR="0" lvl="1" indent="-228600"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dirty="0" err="1">
                <a:latin typeface="Arial"/>
              </a:rPr>
              <a:t>IntelliMATCH</a:t>
            </a:r>
            <a:r>
              <a:rPr kumimoji="0" lang="en-US" sz="800" b="0" i="0" u="none" strike="noStrike" kern="1200" cap="none" spc="0" normalizeH="0" baseline="0" noProof="0" dirty="0">
                <a:ln>
                  <a:noFill/>
                </a:ln>
                <a:effectLst/>
                <a:uLnTx/>
                <a:uFillTx/>
                <a:latin typeface="Arial"/>
                <a:ea typeface="+mn-ea"/>
                <a:cs typeface="+mn-cs"/>
              </a:rPr>
              <a:t> </a:t>
            </a:r>
            <a:r>
              <a:rPr lang="en-US" sz="800" dirty="0">
                <a:latin typeface="Arial"/>
              </a:rPr>
              <a:t>sends an </a:t>
            </a:r>
            <a:r>
              <a:rPr kumimoji="0" lang="en-US" sz="800" b="0" i="0" u="none" strike="noStrike" kern="1200" cap="none" spc="0" normalizeH="0" baseline="0" noProof="0" dirty="0">
                <a:ln>
                  <a:noFill/>
                </a:ln>
                <a:effectLst/>
                <a:uLnTx/>
                <a:uFillTx/>
                <a:latin typeface="Arial"/>
                <a:ea typeface="+mn-ea"/>
                <a:cs typeface="+mn-cs"/>
              </a:rPr>
              <a:t>Actual </a:t>
            </a:r>
            <a:r>
              <a:rPr lang="en-US" sz="800" dirty="0">
                <a:latin typeface="Arial"/>
              </a:rPr>
              <a:t>C</a:t>
            </a:r>
            <a:r>
              <a:rPr kumimoji="0" lang="en-US" sz="800" b="0" i="0" u="none" strike="noStrike" kern="1200" cap="none" spc="0" normalizeH="0" baseline="0" noProof="0" dirty="0">
                <a:ln>
                  <a:noFill/>
                </a:ln>
                <a:effectLst/>
                <a:uLnTx/>
                <a:uFillTx/>
                <a:latin typeface="Arial"/>
                <a:ea typeface="+mn-ea"/>
                <a:cs typeface="+mn-cs"/>
              </a:rPr>
              <a:t>ash instruction to </a:t>
            </a:r>
            <a:r>
              <a:rPr kumimoji="0" lang="en-US" sz="800" b="0" i="0" u="none" strike="noStrike" kern="1200" cap="none" spc="0" normalizeH="0" baseline="0" noProof="0" dirty="0" err="1">
                <a:ln>
                  <a:noFill/>
                </a:ln>
                <a:effectLst/>
                <a:uLnTx/>
                <a:uFillTx/>
                <a:latin typeface="Arial"/>
                <a:ea typeface="+mn-ea"/>
                <a:cs typeface="+mn-cs"/>
              </a:rPr>
              <a:t>MTeX</a:t>
            </a:r>
            <a:r>
              <a:rPr lang="en-US" sz="800" dirty="0">
                <a:latin typeface="Arial"/>
              </a:rPr>
              <a:t>, which then reads the cash reference files for the customer account and nostro and sends the required postings (in MT210 format) to IBS.  If the customer DDA and market settlement nostro are on separate branches, managed currency, </a:t>
            </a:r>
            <a:r>
              <a:rPr lang="en-US" sz="800" dirty="0" err="1">
                <a:latin typeface="Arial"/>
              </a:rPr>
              <a:t>MTeX</a:t>
            </a:r>
            <a:r>
              <a:rPr lang="en-US" sz="800" dirty="0">
                <a:latin typeface="Arial"/>
              </a:rPr>
              <a:t> sends MT210 posting messages to both IBS branches to drive the following accounting.</a:t>
            </a:r>
          </a:p>
          <a:p>
            <a:pPr marL="1143000" lvl="2" indent="-228600" algn="just">
              <a:spcAft>
                <a:spcPts val="200"/>
              </a:spcAft>
              <a:buFont typeface="Arial" panose="020B0604020202020204" pitchFamily="34" charset="0"/>
              <a:buChar char="•"/>
              <a:defRPr/>
            </a:pPr>
            <a:r>
              <a:rPr kumimoji="0" lang="en-GB" sz="800" b="0" i="0" u="none" strike="noStrike" kern="1200" cap="none" spc="0" normalizeH="0" baseline="0" noProof="0" dirty="0">
                <a:ln>
                  <a:noFill/>
                </a:ln>
                <a:effectLst/>
                <a:uLnTx/>
                <a:uFillTx/>
                <a:latin typeface="Arial"/>
                <a:ea typeface="+mn-ea"/>
                <a:cs typeface="Arial"/>
              </a:rPr>
              <a:t>IBS Non-Managing </a:t>
            </a:r>
            <a:r>
              <a:rPr lang="en-GB" sz="800" dirty="0">
                <a:latin typeface="Arial"/>
                <a:cs typeface="Arial"/>
              </a:rPr>
              <a:t>B</a:t>
            </a:r>
            <a:r>
              <a:rPr kumimoji="0" lang="en-GB" sz="800" b="0" i="0" u="none" strike="noStrike" kern="1200" cap="none" spc="0" normalizeH="0" baseline="0" noProof="0" dirty="0">
                <a:ln>
                  <a:noFill/>
                </a:ln>
                <a:effectLst/>
                <a:uLnTx/>
                <a:uFillTx/>
                <a:latin typeface="Arial"/>
                <a:ea typeface="+mn-ea"/>
                <a:cs typeface="Arial"/>
              </a:rPr>
              <a:t>ranch</a:t>
            </a:r>
          </a:p>
          <a:p>
            <a:pPr marL="1603375" lvl="4" indent="-231775" algn="just">
              <a:spcAft>
                <a:spcPts val="200"/>
              </a:spcAft>
              <a:buFont typeface="Arial" panose="020B0604020202020204" pitchFamily="34" charset="0"/>
              <a:buChar char="•"/>
              <a:defRPr/>
            </a:pPr>
            <a:r>
              <a:rPr kumimoji="0" lang="en-GB" sz="800" b="0" i="0" u="none" strike="noStrike" kern="1200" cap="none" spc="0" normalizeH="0" baseline="0" noProof="0" dirty="0">
                <a:ln>
                  <a:noFill/>
                </a:ln>
                <a:effectLst/>
                <a:uLnTx/>
                <a:uFillTx/>
                <a:latin typeface="Arial"/>
                <a:ea typeface="+mn-ea"/>
                <a:cs typeface="Arial"/>
              </a:rPr>
              <a:t>Debit - </a:t>
            </a:r>
            <a:r>
              <a:rPr lang="en-GB" sz="800" dirty="0">
                <a:latin typeface="Arial"/>
                <a:cs typeface="Arial"/>
              </a:rPr>
              <a:t>Intercompany Nostro</a:t>
            </a:r>
            <a:endParaRPr kumimoji="0" lang="en-GB" sz="800" b="0" i="0" u="none" strike="noStrike" kern="1200" cap="none" spc="0" normalizeH="0" baseline="0" noProof="0" dirty="0">
              <a:ln>
                <a:noFill/>
              </a:ln>
              <a:effectLst/>
              <a:uLnTx/>
              <a:uFillTx/>
              <a:latin typeface="Arial"/>
              <a:ea typeface="+mn-ea"/>
              <a:cs typeface="Arial"/>
            </a:endParaRPr>
          </a:p>
          <a:p>
            <a:pPr marL="1603375" lvl="4" indent="-231775" algn="just">
              <a:spcAft>
                <a:spcPts val="200"/>
              </a:spcAft>
              <a:buFont typeface="Arial" panose="020B0604020202020204" pitchFamily="34" charset="0"/>
              <a:buChar char="•"/>
              <a:defRPr/>
            </a:pPr>
            <a:r>
              <a:rPr lang="en-GB" sz="800" dirty="0">
                <a:latin typeface="Arial"/>
                <a:cs typeface="Arial"/>
              </a:rPr>
              <a:t>Credit – Customer DDA</a:t>
            </a:r>
            <a:endParaRPr kumimoji="0" lang="en-GB" sz="800" b="0" i="0" u="none" strike="noStrike" kern="1200" cap="none" spc="0" normalizeH="0" baseline="0" noProof="0" dirty="0">
              <a:ln>
                <a:noFill/>
              </a:ln>
              <a:effectLst/>
              <a:uLnTx/>
              <a:uFillTx/>
              <a:latin typeface="Arial"/>
              <a:ea typeface="+mn-ea"/>
              <a:cs typeface="Arial"/>
            </a:endParaRPr>
          </a:p>
          <a:p>
            <a:pPr marL="1143000" marR="0" lvl="2" indent="-228600"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GB" sz="800" b="0" i="0" u="none" strike="noStrike" kern="1200" cap="none" spc="0" normalizeH="0" baseline="0" noProof="0" dirty="0">
                <a:ln>
                  <a:noFill/>
                </a:ln>
                <a:effectLst/>
                <a:uLnTx/>
                <a:uFillTx/>
                <a:latin typeface="Arial"/>
                <a:ea typeface="+mn-ea"/>
                <a:cs typeface="Arial"/>
              </a:rPr>
              <a:t>IBS Managing Branch: </a:t>
            </a:r>
          </a:p>
          <a:p>
            <a:pPr marL="1600200" lvl="3" indent="-228600" algn="just">
              <a:spcAft>
                <a:spcPts val="200"/>
              </a:spcAft>
              <a:buFont typeface="Arial" panose="020B0604020202020204" pitchFamily="34" charset="0"/>
              <a:buChar char="•"/>
              <a:defRPr/>
            </a:pPr>
            <a:r>
              <a:rPr lang="en-GB" sz="800" dirty="0">
                <a:latin typeface="Arial"/>
                <a:cs typeface="Arial"/>
              </a:rPr>
              <a:t>Debit - </a:t>
            </a:r>
            <a:r>
              <a:rPr kumimoji="0" lang="en-GB" sz="800" b="0" i="0" u="none" strike="noStrike" kern="1200" cap="none" spc="0" normalizeH="0" baseline="0" noProof="0" dirty="0">
                <a:ln>
                  <a:noFill/>
                </a:ln>
                <a:effectLst/>
                <a:uLnTx/>
                <a:uFillTx/>
                <a:latin typeface="Arial"/>
                <a:ea typeface="+mn-ea"/>
                <a:cs typeface="Arial"/>
              </a:rPr>
              <a:t>Market Nostro/Clearing </a:t>
            </a:r>
          </a:p>
          <a:p>
            <a:pPr marL="1600200" lvl="3" indent="-228600" algn="just">
              <a:spcAft>
                <a:spcPts val="200"/>
              </a:spcAft>
              <a:buFont typeface="Arial" panose="020B0604020202020204" pitchFamily="34" charset="0"/>
              <a:buChar char="•"/>
              <a:defRPr/>
            </a:pPr>
            <a:r>
              <a:rPr kumimoji="0" lang="en-GB" sz="800" b="0" i="0" u="none" strike="noStrike" kern="1200" cap="none" spc="0" normalizeH="0" baseline="0" noProof="0" dirty="0">
                <a:ln>
                  <a:noFill/>
                </a:ln>
                <a:effectLst/>
                <a:uLnTx/>
                <a:uFillTx/>
                <a:latin typeface="Arial"/>
                <a:ea typeface="+mn-ea"/>
                <a:cs typeface="Arial"/>
              </a:rPr>
              <a:t>Credit - </a:t>
            </a:r>
            <a:r>
              <a:rPr lang="en-GB" sz="800" dirty="0">
                <a:latin typeface="Arial"/>
                <a:cs typeface="Arial"/>
              </a:rPr>
              <a:t>Intercompany Vostro/DDA</a:t>
            </a:r>
          </a:p>
          <a:p>
            <a:pPr lvl="3" algn="just">
              <a:spcAft>
                <a:spcPts val="200"/>
              </a:spcAft>
              <a:defRPr/>
            </a:pPr>
            <a:endParaRPr lang="en-US" sz="800" dirty="0">
              <a:latin typeface="Arial"/>
              <a:cs typeface="Arial"/>
            </a:endParaRPr>
          </a:p>
        </p:txBody>
      </p:sp>
      <p:cxnSp>
        <p:nvCxnSpPr>
          <p:cNvPr id="2" name="Straight Arrow Connector 137">
            <a:extLst>
              <a:ext uri="{FF2B5EF4-FFF2-40B4-BE49-F238E27FC236}">
                <a16:creationId xmlns:a16="http://schemas.microsoft.com/office/drawing/2014/main" id="{E3EF84A5-AC1A-9268-3545-216E18EF8606}"/>
              </a:ext>
            </a:extLst>
          </p:cNvPr>
          <p:cNvCxnSpPr>
            <a:cxnSpLocks/>
          </p:cNvCxnSpPr>
          <p:nvPr/>
        </p:nvCxnSpPr>
        <p:spPr>
          <a:xfrm>
            <a:off x="5951984" y="1268760"/>
            <a:ext cx="504056" cy="0"/>
          </a:xfrm>
          <a:prstGeom prst="straightConnector1">
            <a:avLst/>
          </a:prstGeom>
          <a:noFill/>
          <a:ln w="6350" cap="flat" cmpd="sng" algn="ctr">
            <a:solidFill>
              <a:srgbClr val="000000"/>
            </a:solidFill>
            <a:prstDash val="dash"/>
            <a:headEnd w="med" len="sm"/>
            <a:tailEnd type="triangle" w="sm" len="sm"/>
          </a:ln>
          <a:effectLst/>
        </p:spPr>
      </p:cxnSp>
      <p:cxnSp>
        <p:nvCxnSpPr>
          <p:cNvPr id="14" name="Straight Arrow Connector 13">
            <a:extLst>
              <a:ext uri="{FF2B5EF4-FFF2-40B4-BE49-F238E27FC236}">
                <a16:creationId xmlns:a16="http://schemas.microsoft.com/office/drawing/2014/main" id="{E4F5E60B-E41B-1DFC-B1FA-DA1625F47C8C}"/>
              </a:ext>
            </a:extLst>
          </p:cNvPr>
          <p:cNvCxnSpPr>
            <a:cxnSpLocks/>
          </p:cNvCxnSpPr>
          <p:nvPr/>
        </p:nvCxnSpPr>
        <p:spPr>
          <a:xfrm flipH="1">
            <a:off x="5951984" y="1384163"/>
            <a:ext cx="475388" cy="0"/>
          </a:xfrm>
          <a:prstGeom prst="straightConnector1">
            <a:avLst/>
          </a:prstGeom>
          <a:ln w="6350">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253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F8A5A-3B90-AAF8-EAA5-402AC9C0862E}"/>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6CA392F3-B9D3-018A-4D29-6BFFEFF788E2}"/>
              </a:ext>
            </a:extLst>
          </p:cNvPr>
          <p:cNvSpPr>
            <a:spLocks noGrp="1"/>
          </p:cNvSpPr>
          <p:nvPr>
            <p:ph type="title"/>
          </p:nvPr>
        </p:nvSpPr>
        <p:spPr>
          <a:xfrm>
            <a:off x="375954" y="212217"/>
            <a:ext cx="10833078" cy="408471"/>
          </a:xfrm>
        </p:spPr>
        <p:txBody>
          <a:bodyPr/>
          <a:lstStyle/>
          <a:p>
            <a:r>
              <a:rPr lang="en-GB" sz="2000" b="0" dirty="0">
                <a:latin typeface="Lab Antiqua Small Condensed" pitchFamily="50" charset="0"/>
              </a:rPr>
              <a:t>Considerations for Target State Payments (RTPS) and Banking (Transact) Integration</a:t>
            </a:r>
          </a:p>
        </p:txBody>
      </p:sp>
      <p:sp>
        <p:nvSpPr>
          <p:cNvPr id="4" name="TextBox 3">
            <a:extLst>
              <a:ext uri="{FF2B5EF4-FFF2-40B4-BE49-F238E27FC236}">
                <a16:creationId xmlns:a16="http://schemas.microsoft.com/office/drawing/2014/main" id="{6FBB8528-F9FA-0AF5-A538-7FD2236FB998}"/>
              </a:ext>
            </a:extLst>
          </p:cNvPr>
          <p:cNvSpPr txBox="1"/>
          <p:nvPr/>
        </p:nvSpPr>
        <p:spPr>
          <a:xfrm>
            <a:off x="340468" y="645070"/>
            <a:ext cx="10833078" cy="5640006"/>
          </a:xfrm>
          <a:prstGeom prst="rect">
            <a:avLst/>
          </a:prstGeom>
          <a:noFill/>
        </p:spPr>
        <p:txBody>
          <a:bodyPr wrap="square" rtlCol="0">
            <a:spAutoFit/>
          </a:bodyPr>
          <a:lstStyle/>
          <a:p>
            <a:pPr lvl="0">
              <a:lnSpc>
                <a:spcPct val="100000"/>
              </a:lnSpc>
              <a:spcBef>
                <a:spcPts val="0"/>
              </a:spcBef>
              <a:spcAft>
                <a:spcPts val="300"/>
              </a:spcAft>
            </a:pPr>
            <a:r>
              <a:rPr lang="en-GB" sz="1100" b="1" dirty="0">
                <a:solidFill>
                  <a:schemeClr val="accent1"/>
                </a:solidFill>
                <a:cs typeface="Arial"/>
              </a:rPr>
              <a:t>As we advance from the current international “RTPS Conduit Model” to using RTPS as a full payment engine, existing capabilities must be validated and new capabilities and interfaces introduced.  The following is intended for further discussion and planning (not an exhaustive list): </a:t>
            </a:r>
            <a:endParaRPr lang="en-GB" sz="1100" b="1" dirty="0">
              <a:solidFill>
                <a:schemeClr val="accent1"/>
              </a:solidFill>
              <a:latin typeface="+mn-lt"/>
              <a:ea typeface="+mn-ea"/>
              <a:cs typeface="Arial"/>
            </a:endParaRPr>
          </a:p>
          <a:p>
            <a:pPr lvl="1">
              <a:spcAft>
                <a:spcPts val="300"/>
              </a:spcAft>
            </a:pPr>
            <a:endParaRPr lang="en-GB" sz="1050" b="1" dirty="0">
              <a:solidFill>
                <a:schemeClr val="accent1"/>
              </a:solidFill>
              <a:cs typeface="Arial"/>
            </a:endParaRPr>
          </a:p>
          <a:p>
            <a:pPr marL="171450" lvl="0" indent="-171450">
              <a:lnSpc>
                <a:spcPct val="100000"/>
              </a:lnSpc>
              <a:spcBef>
                <a:spcPts val="0"/>
              </a:spcBef>
              <a:spcAft>
                <a:spcPts val="300"/>
              </a:spcAft>
              <a:buFont typeface="Arial" panose="020B0604020202020204" pitchFamily="34" charset="0"/>
              <a:buChar char="•"/>
            </a:pPr>
            <a:r>
              <a:rPr lang="en-GB" sz="1050" b="1" dirty="0">
                <a:solidFill>
                  <a:schemeClr val="accent1"/>
                </a:solidFill>
                <a:latin typeface="+mn-lt"/>
                <a:ea typeface="+mn-ea"/>
                <a:cs typeface="Arial"/>
              </a:rPr>
              <a:t>Integration </a:t>
            </a:r>
            <a:r>
              <a:rPr lang="en-GB" sz="1050" b="1" dirty="0">
                <a:solidFill>
                  <a:schemeClr val="accent1"/>
                </a:solidFill>
                <a:cs typeface="Arial"/>
              </a:rPr>
              <a:t>with upstream instruction initiation channels</a:t>
            </a:r>
            <a:endParaRPr lang="en-GB" sz="1050" b="1" dirty="0">
              <a:solidFill>
                <a:schemeClr val="accent1"/>
              </a:solidFill>
              <a:latin typeface="+mn-lt"/>
              <a:ea typeface="+mn-ea"/>
              <a:cs typeface="Arial"/>
            </a:endParaRPr>
          </a:p>
          <a:p>
            <a:pPr marL="628650" lvl="1" indent="-171450">
              <a:spcAft>
                <a:spcPts val="300"/>
              </a:spcAft>
              <a:buFont typeface="Courier New" panose="02070309020205020404" pitchFamily="49" charset="0"/>
              <a:buChar char="o"/>
            </a:pPr>
            <a:r>
              <a:rPr lang="en-GB" sz="1050" dirty="0">
                <a:solidFill>
                  <a:schemeClr val="accent1"/>
                </a:solidFill>
                <a:cs typeface="Arial"/>
              </a:rPr>
              <a:t>In the current international Conduit Model, the upstream systems and channels feed into IBS as the payment and banking platform and IBS is the single instruction interface to RTPS.</a:t>
            </a:r>
          </a:p>
          <a:p>
            <a:pPr marL="628650" lvl="1" indent="-171450">
              <a:spcAft>
                <a:spcPts val="300"/>
              </a:spcAft>
              <a:buFont typeface="Courier New" panose="02070309020205020404" pitchFamily="49" charset="0"/>
              <a:buChar char="o"/>
            </a:pPr>
            <a:r>
              <a:rPr lang="en-GB" sz="1050" dirty="0">
                <a:solidFill>
                  <a:schemeClr val="accent1"/>
                </a:solidFill>
                <a:cs typeface="Arial"/>
              </a:rPr>
              <a:t>With IBS removed as the payment and banking system, the upstream instruction systems must be integrated (via Gateway) with RTPS, including GTM, ION, etc.  </a:t>
            </a:r>
          </a:p>
          <a:p>
            <a:pPr marL="628650" lvl="1" indent="-171450">
              <a:spcAft>
                <a:spcPts val="300"/>
              </a:spcAft>
              <a:buFont typeface="Courier New" panose="02070309020205020404" pitchFamily="49" charset="0"/>
              <a:buChar char="o"/>
            </a:pPr>
            <a:endParaRPr lang="en-GB" sz="1050" b="1" dirty="0">
              <a:solidFill>
                <a:schemeClr val="accent1"/>
              </a:solidFill>
              <a:cs typeface="Arial"/>
            </a:endParaRPr>
          </a:p>
          <a:p>
            <a:pPr marL="171450" lvl="0" indent="-171450">
              <a:lnSpc>
                <a:spcPct val="100000"/>
              </a:lnSpc>
              <a:spcBef>
                <a:spcPts val="0"/>
              </a:spcBef>
              <a:spcAft>
                <a:spcPts val="300"/>
              </a:spcAft>
              <a:buFont typeface="Arial" panose="020B0604020202020204" pitchFamily="34" charset="0"/>
              <a:buChar char="•"/>
            </a:pPr>
            <a:r>
              <a:rPr lang="en-GB" sz="1050" b="1" dirty="0">
                <a:solidFill>
                  <a:schemeClr val="accent1"/>
                </a:solidFill>
                <a:latin typeface="+mn-lt"/>
                <a:ea typeface="+mn-ea"/>
                <a:cs typeface="Arial"/>
              </a:rPr>
              <a:t>Reference Data</a:t>
            </a:r>
          </a:p>
          <a:p>
            <a:pPr marL="628650" lvl="1" indent="-171450">
              <a:spcAft>
                <a:spcPts val="300"/>
              </a:spcAft>
              <a:buFont typeface="Courier New" panose="02070309020205020404" pitchFamily="49" charset="0"/>
              <a:buChar char="o"/>
            </a:pPr>
            <a:r>
              <a:rPr lang="en-GB" sz="1050" dirty="0">
                <a:solidFill>
                  <a:schemeClr val="accent1"/>
                </a:solidFill>
                <a:cs typeface="Arial"/>
              </a:rPr>
              <a:t>Customer and account data, Correspondent Bank relationship data, Counterparty and payment routing data, Rep Payment Templates, FX rates</a:t>
            </a:r>
            <a:endParaRPr lang="en-GB" sz="1050" b="0" dirty="0">
              <a:solidFill>
                <a:schemeClr val="accent1"/>
              </a:solidFill>
              <a:latin typeface="+mn-lt"/>
              <a:ea typeface="+mn-ea"/>
              <a:cs typeface="Arial"/>
            </a:endParaRPr>
          </a:p>
          <a:p>
            <a:pPr marL="628650" lvl="1" indent="-171450">
              <a:spcAft>
                <a:spcPts val="300"/>
              </a:spcAft>
              <a:buFont typeface="Courier New" panose="02070309020205020404" pitchFamily="49" charset="0"/>
              <a:buChar char="o"/>
            </a:pPr>
            <a:endParaRPr lang="en-GB" sz="1050" b="0" dirty="0">
              <a:solidFill>
                <a:schemeClr val="accent1"/>
              </a:solidFill>
              <a:latin typeface="+mn-lt"/>
              <a:ea typeface="+mn-ea"/>
              <a:cs typeface="Arial"/>
            </a:endParaRPr>
          </a:p>
          <a:p>
            <a:pPr marL="171450" lvl="0" indent="-171450">
              <a:lnSpc>
                <a:spcPct val="100000"/>
              </a:lnSpc>
              <a:spcBef>
                <a:spcPts val="0"/>
              </a:spcBef>
              <a:spcAft>
                <a:spcPts val="300"/>
              </a:spcAft>
              <a:buFont typeface="Arial" panose="020B0604020202020204" pitchFamily="34" charset="0"/>
              <a:buChar char="•"/>
            </a:pPr>
            <a:r>
              <a:rPr lang="en-GB" sz="1050" b="1" dirty="0">
                <a:solidFill>
                  <a:schemeClr val="accent1"/>
                </a:solidFill>
                <a:latin typeface="+mn-lt"/>
                <a:ea typeface="+mn-ea"/>
                <a:cs typeface="Arial"/>
              </a:rPr>
              <a:t>Instruction Management and Execution</a:t>
            </a:r>
          </a:p>
          <a:p>
            <a:pPr marL="628650" lvl="1" indent="-171450">
              <a:spcAft>
                <a:spcPts val="300"/>
              </a:spcAft>
              <a:buFont typeface="Courier New" panose="02070309020205020404" pitchFamily="49" charset="0"/>
              <a:buChar char="o"/>
            </a:pPr>
            <a:r>
              <a:rPr lang="en-GB" sz="1050" dirty="0">
                <a:solidFill>
                  <a:schemeClr val="accent1"/>
                </a:solidFill>
                <a:cs typeface="Arial"/>
              </a:rPr>
              <a:t>Method of Payment (MOP) determination, Correspondent / Nostro Agent selection, Currency cutoff and value date rules, Payment Warehousing until release date/time, Cover Payment determination and Advice/COV generation, etc.</a:t>
            </a:r>
          </a:p>
          <a:p>
            <a:pPr marL="628650" lvl="1" indent="-171450">
              <a:spcAft>
                <a:spcPts val="300"/>
              </a:spcAft>
              <a:buFont typeface="Courier New" panose="02070309020205020404" pitchFamily="49" charset="0"/>
              <a:buChar char="o"/>
            </a:pPr>
            <a:endParaRPr lang="en-GB" sz="1050" b="1" dirty="0">
              <a:solidFill>
                <a:schemeClr val="accent1"/>
              </a:solidFill>
              <a:cs typeface="Arial"/>
            </a:endParaRPr>
          </a:p>
          <a:p>
            <a:pPr marL="171450" lvl="0" indent="-171450">
              <a:lnSpc>
                <a:spcPct val="100000"/>
              </a:lnSpc>
              <a:spcBef>
                <a:spcPts val="0"/>
              </a:spcBef>
              <a:spcAft>
                <a:spcPts val="300"/>
              </a:spcAft>
              <a:buFont typeface="Arial" panose="020B0604020202020204" pitchFamily="34" charset="0"/>
              <a:buChar char="•"/>
            </a:pPr>
            <a:r>
              <a:rPr lang="en-GB" sz="1050" b="1" dirty="0">
                <a:solidFill>
                  <a:schemeClr val="accent1"/>
                </a:solidFill>
                <a:latin typeface="+mn-lt"/>
                <a:ea typeface="+mn-ea"/>
                <a:cs typeface="Arial"/>
              </a:rPr>
              <a:t>Exception Management / STP Enrichment</a:t>
            </a:r>
          </a:p>
          <a:p>
            <a:pPr marL="628650" lvl="1" indent="-171450">
              <a:spcAft>
                <a:spcPts val="300"/>
              </a:spcAft>
              <a:buFont typeface="Courier New" panose="02070309020205020404" pitchFamily="49" charset="0"/>
              <a:buChar char="o"/>
            </a:pPr>
            <a:r>
              <a:rPr lang="en-GB" sz="1050" b="0" dirty="0">
                <a:solidFill>
                  <a:schemeClr val="accent1"/>
                </a:solidFill>
                <a:latin typeface="+mn-lt"/>
                <a:ea typeface="+mn-ea"/>
                <a:cs typeface="Arial"/>
              </a:rPr>
              <a:t>Integration with STP enrichment solution, Integration with Investigations &amp; Case Management solution, Payment Cancellations, Returns</a:t>
            </a:r>
          </a:p>
          <a:p>
            <a:pPr lvl="1">
              <a:spcAft>
                <a:spcPts val="300"/>
              </a:spcAft>
            </a:pPr>
            <a:endParaRPr lang="en-GB" sz="1050" dirty="0">
              <a:solidFill>
                <a:schemeClr val="accent1"/>
              </a:solidFill>
              <a:cs typeface="Arial"/>
            </a:endParaRPr>
          </a:p>
          <a:p>
            <a:pPr marL="171450" lvl="0" indent="-171450">
              <a:lnSpc>
                <a:spcPct val="100000"/>
              </a:lnSpc>
              <a:spcBef>
                <a:spcPts val="0"/>
              </a:spcBef>
              <a:spcAft>
                <a:spcPts val="300"/>
              </a:spcAft>
              <a:buFont typeface="Arial" panose="020B0604020202020204" pitchFamily="34" charset="0"/>
              <a:buChar char="•"/>
            </a:pPr>
            <a:r>
              <a:rPr lang="en-GB" sz="1050" b="1" dirty="0">
                <a:solidFill>
                  <a:schemeClr val="accent1"/>
                </a:solidFill>
                <a:cs typeface="Arial"/>
              </a:rPr>
              <a:t>Posting interface to the Banking system (Transact)</a:t>
            </a:r>
            <a:endParaRPr lang="en-GB" sz="1050" b="1" dirty="0">
              <a:solidFill>
                <a:schemeClr val="accent1"/>
              </a:solidFill>
              <a:latin typeface="+mn-lt"/>
              <a:ea typeface="+mn-ea"/>
              <a:cs typeface="Arial"/>
            </a:endParaRPr>
          </a:p>
          <a:p>
            <a:pPr marL="628650" lvl="1" indent="-171450">
              <a:spcAft>
                <a:spcPts val="300"/>
              </a:spcAft>
              <a:buFont typeface="Courier New" panose="02070309020205020404" pitchFamily="49" charset="0"/>
              <a:buChar char="o"/>
            </a:pPr>
            <a:r>
              <a:rPr lang="en-GB" sz="1050" dirty="0">
                <a:solidFill>
                  <a:schemeClr val="accent1"/>
                </a:solidFill>
                <a:cs typeface="Arial"/>
              </a:rPr>
              <a:t>General posting and response interaction, including the credit/risk workflow, covering outbound market payment, inbound market payment and internal book transfer.</a:t>
            </a:r>
          </a:p>
          <a:p>
            <a:pPr marL="628650" lvl="1" indent="-171450">
              <a:spcAft>
                <a:spcPts val="300"/>
              </a:spcAft>
              <a:buFont typeface="Courier New" panose="02070309020205020404" pitchFamily="49" charset="0"/>
              <a:buChar char="o"/>
            </a:pPr>
            <a:r>
              <a:rPr lang="en-GB" sz="1050" u="sng" dirty="0">
                <a:solidFill>
                  <a:schemeClr val="accent1"/>
                </a:solidFill>
                <a:cs typeface="Arial"/>
              </a:rPr>
              <a:t>Deep Dive</a:t>
            </a:r>
            <a:r>
              <a:rPr lang="en-GB" sz="1050" dirty="0">
                <a:solidFill>
                  <a:schemeClr val="accent1"/>
                </a:solidFill>
                <a:cs typeface="Arial"/>
              </a:rPr>
              <a:t> - Capability to enable intercompany payment settlement and posting (Client DDA on Banking Branch A  -  Market Settlement Account on Branch B).</a:t>
            </a:r>
          </a:p>
          <a:p>
            <a:pPr marL="1085850" lvl="2" indent="-171450">
              <a:spcAft>
                <a:spcPts val="300"/>
              </a:spcAft>
              <a:buFont typeface="Courier New" panose="02070309020205020404" pitchFamily="49" charset="0"/>
              <a:buChar char="o"/>
            </a:pPr>
            <a:r>
              <a:rPr lang="en-GB" sz="1050" dirty="0">
                <a:solidFill>
                  <a:schemeClr val="accent1"/>
                </a:solidFill>
                <a:cs typeface="Arial"/>
              </a:rPr>
              <a:t>Minimally, an intercompany bank posting capability is needed for the Direct Clearing markets (e.g., Canada LYNX payments are cleared through the Toronto branch and posted to the LYNX settlement account on Toronto banking branch; Client deposit accounts in CAD are on multiple banking branches).</a:t>
            </a:r>
          </a:p>
          <a:p>
            <a:pPr marL="1085850" lvl="2" indent="-171450">
              <a:spcAft>
                <a:spcPts val="300"/>
              </a:spcAft>
              <a:buFont typeface="Courier New" panose="02070309020205020404" pitchFamily="49" charset="0"/>
              <a:buChar char="o"/>
            </a:pPr>
            <a:r>
              <a:rPr lang="en-GB" sz="1050" dirty="0">
                <a:solidFill>
                  <a:schemeClr val="accent1"/>
                </a:solidFill>
                <a:cs typeface="Arial"/>
              </a:rPr>
              <a:t>Settlement account structure at the correspondent banks may be reevaluated and modified where appropriate (e.g., consolidated settlement account changed to multiple branch-level settlement accounts).  This may not be allowed in certain correspondent banking markets due to currency/market restrictions.</a:t>
            </a:r>
          </a:p>
          <a:p>
            <a:pPr marL="1085850" lvl="2" indent="-171450">
              <a:spcAft>
                <a:spcPts val="300"/>
              </a:spcAft>
              <a:buFont typeface="Courier New" panose="02070309020205020404" pitchFamily="49" charset="0"/>
              <a:buChar char="o"/>
            </a:pPr>
            <a:r>
              <a:rPr lang="en-GB" sz="1050" dirty="0">
                <a:solidFill>
                  <a:schemeClr val="accent1"/>
                </a:solidFill>
                <a:cs typeface="Arial"/>
              </a:rPr>
              <a:t>Given the intercompany capability is required for at least a subset of payment flows, solution options must be evaluated (slides to follow).</a:t>
            </a:r>
          </a:p>
          <a:p>
            <a:pPr marL="1085850" lvl="2" indent="-171450">
              <a:spcAft>
                <a:spcPts val="300"/>
              </a:spcAft>
              <a:buFont typeface="Courier New" panose="02070309020205020404" pitchFamily="49" charset="0"/>
              <a:buChar char="o"/>
            </a:pPr>
            <a:r>
              <a:rPr lang="en-GB" sz="1050" dirty="0">
                <a:solidFill>
                  <a:schemeClr val="accent1"/>
                </a:solidFill>
                <a:cs typeface="Arial"/>
              </a:rPr>
              <a:t>Near-term impact for the USD Client DDAs migrating to the Transact Boston branch for the subset of US Fedwire and CHIPS payments that are processed and settled through the New York branch (slides to follow).</a:t>
            </a:r>
          </a:p>
        </p:txBody>
      </p:sp>
    </p:spTree>
    <p:extLst>
      <p:ext uri="{BB962C8B-B14F-4D97-AF65-F5344CB8AC3E}">
        <p14:creationId xmlns:p14="http://schemas.microsoft.com/office/powerpoint/2010/main" val="1055781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0948-D9B1-671D-3F53-EAEBFFF0A0E1}"/>
              </a:ext>
            </a:extLst>
          </p:cNvPr>
          <p:cNvSpPr>
            <a:spLocks noGrp="1"/>
          </p:cNvSpPr>
          <p:nvPr>
            <p:ph type="title"/>
          </p:nvPr>
        </p:nvSpPr>
        <p:spPr>
          <a:xfrm>
            <a:off x="504825" y="310896"/>
            <a:ext cx="11183939" cy="403247"/>
          </a:xfrm>
        </p:spPr>
        <p:txBody>
          <a:bodyPr/>
          <a:lstStyle/>
          <a:p>
            <a:r>
              <a:rPr lang="en-US" sz="2200" dirty="0">
                <a:cs typeface="Arial" panose="020B0604020202020204" pitchFamily="34" charset="0"/>
              </a:rPr>
              <a:t>PCC Target State:  Payment Platform Integrated with Transact Banking</a:t>
            </a:r>
          </a:p>
        </p:txBody>
      </p:sp>
      <p:sp>
        <p:nvSpPr>
          <p:cNvPr id="95" name="Text Placeholder 7">
            <a:extLst>
              <a:ext uri="{FF2B5EF4-FFF2-40B4-BE49-F238E27FC236}">
                <a16:creationId xmlns:a16="http://schemas.microsoft.com/office/drawing/2014/main" id="{29392E33-92AF-A50C-F9DD-063FB5399E66}"/>
              </a:ext>
            </a:extLst>
          </p:cNvPr>
          <p:cNvSpPr txBox="1">
            <a:spLocks/>
          </p:cNvSpPr>
          <p:nvPr/>
        </p:nvSpPr>
        <p:spPr bwMode="gray">
          <a:xfrm>
            <a:off x="537966" y="692696"/>
            <a:ext cx="10012404" cy="861774"/>
          </a:xfrm>
          <a:prstGeom prst="rect">
            <a:avLst/>
          </a:prstGeom>
        </p:spPr>
        <p:txBody>
          <a:bodyPr vert="horz" wrap="square" lIns="0" tIns="0" rIns="0" bIns="0" rtlCol="0">
            <a:spAutoFit/>
          </a:bodyPr>
          <a:lstStyle>
            <a:lvl1pPr marL="0" indent="0" algn="l" defTabSz="914400" rtl="0" eaLnBrk="1" latinLnBrk="0" hangingPunct="1">
              <a:spcBef>
                <a:spcPts val="1200"/>
              </a:spcBef>
              <a:buSzPct val="100000"/>
              <a:buFont typeface="Arial" panose="020B0604020202020204" pitchFamily="34" charset="0"/>
              <a:buNone/>
              <a:defRPr sz="1800" b="0" kern="1200">
                <a:solidFill>
                  <a:schemeClr val="bg2"/>
                </a:solidFill>
                <a:latin typeface="+mn-lt"/>
                <a:ea typeface="+mn-ea"/>
                <a:cs typeface="+mn-cs"/>
              </a:defRPr>
            </a:lvl1pPr>
            <a:lvl2pPr marL="125413" indent="-125413" algn="l" defTabSz="914400" rtl="0" eaLnBrk="1" latinLnBrk="0" hangingPunct="1">
              <a:spcBef>
                <a:spcPts val="600"/>
              </a:spcBef>
              <a:buClrTx/>
              <a:buSzPct val="100000"/>
              <a:buFont typeface="Arial"/>
              <a:buChar char="•"/>
              <a:defRPr lang="en-US" sz="1800" kern="1200" dirty="0" smtClean="0">
                <a:solidFill>
                  <a:schemeClr val="tx1"/>
                </a:solidFill>
                <a:latin typeface="+mn-lt"/>
                <a:ea typeface="+mn-ea"/>
                <a:cs typeface="+mn-cs"/>
              </a:defRPr>
            </a:lvl2pPr>
            <a:lvl3pPr marL="277813" indent="-123825" algn="l" defTabSz="914400" rtl="0" eaLnBrk="1" latinLnBrk="0" hangingPunct="1">
              <a:spcBef>
                <a:spcPts val="600"/>
              </a:spcBef>
              <a:buClrTx/>
              <a:buSzPct val="100000"/>
              <a:buFont typeface="Arial"/>
              <a:buChar char="−"/>
              <a:defRPr lang="en-US" sz="1600" kern="1200" dirty="0" smtClean="0">
                <a:solidFill>
                  <a:schemeClr val="tx1"/>
                </a:solidFill>
                <a:latin typeface="+mn-lt"/>
                <a:ea typeface="+mn-ea"/>
                <a:cs typeface="+mn-cs"/>
              </a:defRPr>
            </a:lvl3pPr>
            <a:lvl4pPr marL="427038" indent="-123825" algn="l" defTabSz="914400" rtl="0" eaLnBrk="1" latinLnBrk="0" hangingPunct="1">
              <a:spcBef>
                <a:spcPts val="600"/>
              </a:spcBef>
              <a:buClrTx/>
              <a:buSzPct val="100000"/>
              <a:buFont typeface="Arial" panose="020B0604020202020204" pitchFamily="34" charset="0"/>
              <a:buChar char="•"/>
              <a:defRPr lang="en-US" sz="1400" kern="1200" baseline="0" dirty="0" smtClean="0">
                <a:solidFill>
                  <a:schemeClr val="tx1"/>
                </a:solidFill>
                <a:latin typeface="+mn-lt"/>
                <a:ea typeface="+mn-ea"/>
                <a:cs typeface="+mn-cs"/>
              </a:defRPr>
            </a:lvl4pPr>
            <a:lvl5pPr marL="582613" indent="-127000" algn="l" defTabSz="798513" rtl="0" eaLnBrk="1" latinLnBrk="0" hangingPunct="1">
              <a:spcBef>
                <a:spcPts val="600"/>
              </a:spcBef>
              <a:buClrTx/>
              <a:buSzPct val="100000"/>
              <a:buFont typeface="Arial"/>
              <a:buChar char="−"/>
              <a:tabLst/>
              <a:defRPr lang="en-US" sz="1200" kern="1200" baseline="0" dirty="0" smtClean="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400" b="0" i="0" u="none" strike="noStrike" kern="1200" cap="none" spc="0" normalizeH="0" baseline="0" noProof="0" dirty="0">
                <a:ln>
                  <a:noFill/>
                </a:ln>
                <a:solidFill>
                  <a:srgbClr val="001AFF"/>
                </a:solidFill>
                <a:effectLst/>
                <a:uLnTx/>
                <a:uFillTx/>
                <a:latin typeface="Lab Antiqua Small Condensed"/>
                <a:ea typeface="+mn-ea"/>
                <a:cs typeface="Arial"/>
              </a:rPr>
              <a:t>In the target state model, RTPS functions as the full payment engine including upstream integration with initiation channels and a posting interaction with Transact as the banking system.  ISO 20022 is the industry messaging standard with rich MX data content persisted through the complete message flow.</a:t>
            </a: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endParaRPr kumimoji="0" lang="en-US" sz="1400" b="0" i="0" u="none" strike="noStrike" kern="1200" cap="none" spc="0" normalizeH="0" baseline="0" noProof="0" dirty="0">
              <a:ln>
                <a:noFill/>
              </a:ln>
              <a:solidFill>
                <a:srgbClr val="001AFF"/>
              </a:solidFill>
              <a:effectLst/>
              <a:uLnTx/>
              <a:uFillTx/>
              <a:latin typeface="Lab Antiqua Small Condensed"/>
              <a:ea typeface="+mn-ea"/>
              <a:cs typeface="Arial"/>
            </a:endParaRP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endParaRPr kumimoji="0" lang="en-US" sz="1400" b="0" i="0" u="none" strike="noStrike" kern="1200" cap="none" spc="0" normalizeH="0" baseline="0" noProof="0" dirty="0">
              <a:ln>
                <a:noFill/>
              </a:ln>
              <a:solidFill>
                <a:srgbClr val="001AFF"/>
              </a:solidFill>
              <a:effectLst/>
              <a:uLnTx/>
              <a:uFillTx/>
              <a:latin typeface="Lab Antiqua Small Condensed"/>
              <a:ea typeface="+mn-ea"/>
              <a:cs typeface="Arial"/>
            </a:endParaRPr>
          </a:p>
        </p:txBody>
      </p:sp>
      <p:cxnSp>
        <p:nvCxnSpPr>
          <p:cNvPr id="96" name="Straight Connector 95">
            <a:extLst>
              <a:ext uri="{FF2B5EF4-FFF2-40B4-BE49-F238E27FC236}">
                <a16:creationId xmlns:a16="http://schemas.microsoft.com/office/drawing/2014/main" id="{EA797227-FB13-1E1A-B727-3E7EB1E997C9}"/>
              </a:ext>
            </a:extLst>
          </p:cNvPr>
          <p:cNvCxnSpPr>
            <a:cxnSpLocks/>
          </p:cNvCxnSpPr>
          <p:nvPr/>
        </p:nvCxnSpPr>
        <p:spPr bwMode="auto">
          <a:xfrm flipH="1">
            <a:off x="530087" y="1196752"/>
            <a:ext cx="10020283" cy="0"/>
          </a:xfrm>
          <a:prstGeom prst="line">
            <a:avLst/>
          </a:prstGeom>
          <a:solidFill>
            <a:srgbClr val="65CCE9"/>
          </a:solidFill>
          <a:ln w="9525" cap="flat" cmpd="sng" algn="ctr">
            <a:solidFill>
              <a:schemeClr val="tx2"/>
            </a:solidFill>
            <a:prstDash val="solid"/>
            <a:round/>
            <a:headEnd type="none" w="med" len="med"/>
            <a:tailEnd type="none" w="med" len="med"/>
          </a:ln>
          <a:effectLst/>
        </p:spPr>
      </p:cxnSp>
      <p:sp>
        <p:nvSpPr>
          <p:cNvPr id="3" name="Rectangle 2">
            <a:extLst>
              <a:ext uri="{FF2B5EF4-FFF2-40B4-BE49-F238E27FC236}">
                <a16:creationId xmlns:a16="http://schemas.microsoft.com/office/drawing/2014/main" id="{BB4382DC-3BC2-F107-76C3-6725A761D217}"/>
              </a:ext>
            </a:extLst>
          </p:cNvPr>
          <p:cNvSpPr/>
          <p:nvPr/>
        </p:nvSpPr>
        <p:spPr bwMode="gray">
          <a:xfrm>
            <a:off x="9759391" y="5316838"/>
            <a:ext cx="652780" cy="223083"/>
          </a:xfrm>
          <a:prstGeom prst="rect">
            <a:avLst/>
          </a:prstGeom>
          <a:solidFill>
            <a:srgbClr val="FFFFFF">
              <a:lumMod val="85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  </a:t>
            </a:r>
          </a:p>
        </p:txBody>
      </p:sp>
      <p:sp>
        <p:nvSpPr>
          <p:cNvPr id="4" name="Rectangle 3">
            <a:extLst>
              <a:ext uri="{FF2B5EF4-FFF2-40B4-BE49-F238E27FC236}">
                <a16:creationId xmlns:a16="http://schemas.microsoft.com/office/drawing/2014/main" id="{0A3FB387-957F-888A-BADA-2A7A26C66FC5}"/>
              </a:ext>
            </a:extLst>
          </p:cNvPr>
          <p:cNvSpPr/>
          <p:nvPr/>
        </p:nvSpPr>
        <p:spPr bwMode="gray">
          <a:xfrm>
            <a:off x="9735498" y="5287965"/>
            <a:ext cx="652780" cy="223083"/>
          </a:xfrm>
          <a:prstGeom prst="rect">
            <a:avLst/>
          </a:prstGeom>
          <a:solidFill>
            <a:srgbClr val="FFFFFF">
              <a:lumMod val="85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 </a:t>
            </a:r>
          </a:p>
        </p:txBody>
      </p:sp>
      <p:grpSp>
        <p:nvGrpSpPr>
          <p:cNvPr id="5" name="Group 4">
            <a:extLst>
              <a:ext uri="{FF2B5EF4-FFF2-40B4-BE49-F238E27FC236}">
                <a16:creationId xmlns:a16="http://schemas.microsoft.com/office/drawing/2014/main" id="{B9138DC9-F8CE-4ED3-DA4B-A12D79CA5F38}"/>
              </a:ext>
            </a:extLst>
          </p:cNvPr>
          <p:cNvGrpSpPr/>
          <p:nvPr/>
        </p:nvGrpSpPr>
        <p:grpSpPr>
          <a:xfrm>
            <a:off x="9706181" y="3217037"/>
            <a:ext cx="652780" cy="616452"/>
            <a:chOff x="6551959" y="1615587"/>
            <a:chExt cx="631161" cy="770558"/>
          </a:xfrm>
        </p:grpSpPr>
        <p:sp>
          <p:nvSpPr>
            <p:cNvPr id="6" name="Rectangle 5">
              <a:extLst>
                <a:ext uri="{FF2B5EF4-FFF2-40B4-BE49-F238E27FC236}">
                  <a16:creationId xmlns:a16="http://schemas.microsoft.com/office/drawing/2014/main" id="{DE812E20-46FC-7B21-42E1-A8BCEBE724CF}"/>
                </a:ext>
              </a:extLst>
            </p:cNvPr>
            <p:cNvSpPr/>
            <p:nvPr/>
          </p:nvSpPr>
          <p:spPr>
            <a:xfrm>
              <a:off x="6551959" y="1615587"/>
              <a:ext cx="631161" cy="770558"/>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 Market</a:t>
              </a:r>
            </a:p>
          </p:txBody>
        </p:sp>
        <p:pic>
          <p:nvPicPr>
            <p:cNvPr id="7" name="Picture 143" descr="Bank outline">
              <a:extLst>
                <a:ext uri="{FF2B5EF4-FFF2-40B4-BE49-F238E27FC236}">
                  <a16:creationId xmlns:a16="http://schemas.microsoft.com/office/drawing/2014/main" id="{7589BE30-4608-7510-F557-FE0880CA850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713780" y="1782463"/>
              <a:ext cx="321820" cy="342039"/>
            </a:xfrm>
            <a:prstGeom prst="rect">
              <a:avLst/>
            </a:prstGeom>
          </p:spPr>
        </p:pic>
        <p:sp>
          <p:nvSpPr>
            <p:cNvPr id="8" name="TextBox 7">
              <a:extLst>
                <a:ext uri="{FF2B5EF4-FFF2-40B4-BE49-F238E27FC236}">
                  <a16:creationId xmlns:a16="http://schemas.microsoft.com/office/drawing/2014/main" id="{DAD0AA9A-E4EB-87AD-2776-D8E940F5DD25}"/>
                </a:ext>
              </a:extLst>
            </p:cNvPr>
            <p:cNvSpPr txBox="1"/>
            <p:nvPr/>
          </p:nvSpPr>
          <p:spPr>
            <a:xfrm>
              <a:off x="6556363" y="2101420"/>
              <a:ext cx="622947" cy="230830"/>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Correspondent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 </a:t>
              </a:r>
              <a:r>
                <a:rPr lang="en-US" sz="600" i="1" kern="0" dirty="0">
                  <a:solidFill>
                    <a:srgbClr val="000000"/>
                  </a:solidFill>
                  <a:latin typeface="Arial"/>
                  <a:ea typeface="Calibri Light" charset="0"/>
                  <a:cs typeface="Segoe UI" panose="020B0502040204020203" pitchFamily="34" charset="0"/>
                </a:rPr>
                <a:t>RTGS</a:t>
              </a:r>
              <a:endPar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endParaRPr>
            </a:p>
          </p:txBody>
        </p:sp>
      </p:grpSp>
      <p:sp>
        <p:nvSpPr>
          <p:cNvPr id="10" name="Rectangle 9">
            <a:extLst>
              <a:ext uri="{FF2B5EF4-FFF2-40B4-BE49-F238E27FC236}">
                <a16:creationId xmlns:a16="http://schemas.microsoft.com/office/drawing/2014/main" id="{DA116362-071C-FEBB-EE45-9080CB501E50}"/>
              </a:ext>
            </a:extLst>
          </p:cNvPr>
          <p:cNvSpPr/>
          <p:nvPr/>
        </p:nvSpPr>
        <p:spPr bwMode="gray">
          <a:xfrm>
            <a:off x="8768925" y="3286160"/>
            <a:ext cx="305106" cy="165366"/>
          </a:xfrm>
          <a:prstGeom prst="rect">
            <a:avLst/>
          </a:prstGeom>
          <a:noFill/>
          <a:ln w="6350" algn="ctr">
            <a:solidFill>
              <a:srgbClr val="000000"/>
            </a:solidFill>
            <a:miter lim="800000"/>
            <a:headEnd/>
            <a:tailEnd/>
          </a:ln>
        </p:spPr>
        <p:txBody>
          <a:bodyPr wrap="square" lIns="91440" tIns="91440" rIns="9144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p:txBody>
      </p:sp>
      <p:sp>
        <p:nvSpPr>
          <p:cNvPr id="11" name="TextBox 10">
            <a:extLst>
              <a:ext uri="{FF2B5EF4-FFF2-40B4-BE49-F238E27FC236}">
                <a16:creationId xmlns:a16="http://schemas.microsoft.com/office/drawing/2014/main" id="{9D3BDAA0-D9AE-6420-D88C-BDB5DCF097E0}"/>
              </a:ext>
            </a:extLst>
          </p:cNvPr>
          <p:cNvSpPr txBox="1"/>
          <p:nvPr/>
        </p:nvSpPr>
        <p:spPr>
          <a:xfrm>
            <a:off x="581369" y="1393031"/>
            <a:ext cx="2634311" cy="307777"/>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black"/>
                </a:solidFill>
                <a:effectLst/>
                <a:uLnTx/>
                <a:uFillTx/>
                <a:latin typeface="Arial"/>
                <a:ea typeface="+mn-ea"/>
                <a:cs typeface="+mn-cs"/>
              </a:rPr>
              <a:t>Target State Payment and Banking </a:t>
            </a:r>
            <a:r>
              <a:rPr lang="en-US" sz="800" b="1" dirty="0">
                <a:solidFill>
                  <a:prstClr val="black"/>
                </a:solidFill>
                <a:latin typeface="Arial"/>
              </a:rPr>
              <a:t>Integration</a:t>
            </a:r>
            <a:endParaRPr kumimoji="0" lang="en-US" sz="800" b="1" i="0" u="none" strike="noStrike" kern="1200" cap="none" spc="0" normalizeH="0" baseline="0" noProof="0" dirty="0">
              <a:ln>
                <a:noFill/>
              </a:ln>
              <a:solidFill>
                <a:prstClr val="black"/>
              </a:solidFill>
              <a:effectLst/>
              <a:uLnTx/>
              <a:uFillTx/>
              <a:latin typeface="Arial"/>
              <a:ea typeface="+mn-ea"/>
              <a:cs typeface="+mn-cs"/>
            </a:endParaRPr>
          </a:p>
        </p:txBody>
      </p:sp>
      <p:cxnSp>
        <p:nvCxnSpPr>
          <p:cNvPr id="13" name="Straight Arrow Connector 137">
            <a:extLst>
              <a:ext uri="{FF2B5EF4-FFF2-40B4-BE49-F238E27FC236}">
                <a16:creationId xmlns:a16="http://schemas.microsoft.com/office/drawing/2014/main" id="{BD451DA8-47CF-F45E-94CF-77B58DCB4EB7}"/>
              </a:ext>
            </a:extLst>
          </p:cNvPr>
          <p:cNvCxnSpPr>
            <a:cxnSpLocks/>
            <a:endCxn id="6" idx="1"/>
          </p:cNvCxnSpPr>
          <p:nvPr/>
        </p:nvCxnSpPr>
        <p:spPr>
          <a:xfrm>
            <a:off x="6922959" y="3525263"/>
            <a:ext cx="2783222" cy="0"/>
          </a:xfrm>
          <a:prstGeom prst="straightConnector1">
            <a:avLst/>
          </a:prstGeom>
          <a:noFill/>
          <a:ln w="6350" cap="flat" cmpd="sng" algn="ctr">
            <a:solidFill>
              <a:srgbClr val="000000"/>
            </a:solidFill>
            <a:prstDash val="solid"/>
            <a:headEnd type="triangle" w="sm" len="sm"/>
            <a:tailEnd type="triangle" w="sm" len="sm"/>
          </a:ln>
          <a:effectLst/>
        </p:spPr>
      </p:cxnSp>
      <p:sp>
        <p:nvSpPr>
          <p:cNvPr id="14" name="TextBox 13">
            <a:extLst>
              <a:ext uri="{FF2B5EF4-FFF2-40B4-BE49-F238E27FC236}">
                <a16:creationId xmlns:a16="http://schemas.microsoft.com/office/drawing/2014/main" id="{6D23F737-8502-D09E-11BC-2C15424FFE22}"/>
              </a:ext>
            </a:extLst>
          </p:cNvPr>
          <p:cNvSpPr txBox="1"/>
          <p:nvPr/>
        </p:nvSpPr>
        <p:spPr>
          <a:xfrm>
            <a:off x="7175983" y="2416704"/>
            <a:ext cx="490712" cy="369332"/>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00000"/>
                </a:solidFill>
                <a:effectLst/>
                <a:uLnTx/>
                <a:uFillTx/>
                <a:latin typeface="Arial"/>
                <a:ea typeface="+mn-ea"/>
                <a:cs typeface="+mn-cs"/>
              </a:rPr>
              <a:t>Sanction Screening</a:t>
            </a:r>
          </a:p>
        </p:txBody>
      </p:sp>
      <p:cxnSp>
        <p:nvCxnSpPr>
          <p:cNvPr id="15" name="Straight Arrow Connector 137">
            <a:extLst>
              <a:ext uri="{FF2B5EF4-FFF2-40B4-BE49-F238E27FC236}">
                <a16:creationId xmlns:a16="http://schemas.microsoft.com/office/drawing/2014/main" id="{B4B26772-68C6-01C6-92F4-C876DB2617C3}"/>
              </a:ext>
            </a:extLst>
          </p:cNvPr>
          <p:cNvCxnSpPr>
            <a:cxnSpLocks/>
            <a:endCxn id="16" idx="2"/>
          </p:cNvCxnSpPr>
          <p:nvPr/>
        </p:nvCxnSpPr>
        <p:spPr>
          <a:xfrm flipV="1">
            <a:off x="6867273" y="2747244"/>
            <a:ext cx="4228" cy="561363"/>
          </a:xfrm>
          <a:prstGeom prst="straightConnector1">
            <a:avLst/>
          </a:prstGeom>
          <a:noFill/>
          <a:ln w="6350" cap="flat" cmpd="sng" algn="ctr">
            <a:solidFill>
              <a:srgbClr val="000000"/>
            </a:solidFill>
            <a:prstDash val="solid"/>
            <a:headEnd type="triangle" w="sm" len="sm"/>
            <a:tailEnd type="triangle" w="sm" len="sm"/>
          </a:ln>
          <a:effectLst/>
        </p:spPr>
      </p:cxnSp>
      <p:sp>
        <p:nvSpPr>
          <p:cNvPr id="16" name="Rectangle 15">
            <a:extLst>
              <a:ext uri="{FF2B5EF4-FFF2-40B4-BE49-F238E27FC236}">
                <a16:creationId xmlns:a16="http://schemas.microsoft.com/office/drawing/2014/main" id="{E3CA7B99-6E51-5EBD-86EC-F75CF5A3F842}"/>
              </a:ext>
            </a:extLst>
          </p:cNvPr>
          <p:cNvSpPr/>
          <p:nvPr/>
        </p:nvSpPr>
        <p:spPr bwMode="gray">
          <a:xfrm>
            <a:off x="6635840" y="2420288"/>
            <a:ext cx="471321" cy="326956"/>
          </a:xfrm>
          <a:prstGeom prst="rect">
            <a:avLst/>
          </a:prstGeom>
          <a:solidFill>
            <a:srgbClr val="FFFFFF">
              <a:lumMod val="95000"/>
            </a:srgbClr>
          </a:solidFill>
          <a:ln w="6350" algn="ctr">
            <a:solidFill>
              <a:srgbClr val="000000"/>
            </a:solidFill>
            <a:miter lim="800000"/>
            <a:headEnd/>
            <a:tailEnd/>
          </a:ln>
        </p:spPr>
        <p:txBody>
          <a:bodyPr wrap="square" lIns="9144" tIns="91440" rIns="9144"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Firco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Continuity (via </a:t>
            </a:r>
            <a:r>
              <a:rPr kumimoji="0" lang="en-US" sz="600" b="0" i="0" u="none" strike="noStrike" kern="0" cap="none" spc="0" normalizeH="0" baseline="0" noProof="0" dirty="0" err="1">
                <a:ln>
                  <a:noFill/>
                </a:ln>
                <a:solidFill>
                  <a:prstClr val="black"/>
                </a:solidFill>
                <a:effectLst/>
                <a:uLnTx/>
                <a:uFillTx/>
                <a:latin typeface="Arial"/>
                <a:ea typeface="+mn-ea"/>
                <a:cs typeface="+mn-cs"/>
              </a:rPr>
              <a:t>MTeX</a:t>
            </a:r>
            <a:r>
              <a:rPr kumimoji="0" lang="en-US" sz="600" b="0" i="0" u="none" strike="noStrike" kern="0" cap="none" spc="0" normalizeH="0" baseline="0" noProof="0" dirty="0">
                <a:ln>
                  <a:noFill/>
                </a:ln>
                <a:solidFill>
                  <a:prstClr val="black"/>
                </a:solidFill>
                <a:effectLst/>
                <a:uLnTx/>
                <a:uFillTx/>
                <a:latin typeface="Arial"/>
                <a:ea typeface="+mn-ea"/>
                <a:cs typeface="+mn-cs"/>
              </a:rPr>
              <a:t>)</a:t>
            </a:r>
          </a:p>
        </p:txBody>
      </p:sp>
      <p:sp>
        <p:nvSpPr>
          <p:cNvPr id="18" name="TextBox 17">
            <a:extLst>
              <a:ext uri="{FF2B5EF4-FFF2-40B4-BE49-F238E27FC236}">
                <a16:creationId xmlns:a16="http://schemas.microsoft.com/office/drawing/2014/main" id="{440A71C7-B872-1EAE-CE6A-74B217640548}"/>
              </a:ext>
            </a:extLst>
          </p:cNvPr>
          <p:cNvSpPr txBox="1"/>
          <p:nvPr/>
        </p:nvSpPr>
        <p:spPr>
          <a:xfrm>
            <a:off x="8041478" y="2573980"/>
            <a:ext cx="1866716" cy="4770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700" b="1" dirty="0">
                <a:solidFill>
                  <a:srgbClr val="313131"/>
                </a:solidFill>
                <a:latin typeface="Arial"/>
              </a:rPr>
              <a:t>P</a:t>
            </a:r>
            <a:r>
              <a:rPr kumimoji="0" lang="en-US" sz="700" b="1" i="0" strike="noStrike" kern="1200" cap="none" spc="0" normalizeH="0" baseline="0" noProof="0" dirty="0" err="1">
                <a:ln>
                  <a:noFill/>
                </a:ln>
                <a:solidFill>
                  <a:srgbClr val="313131"/>
                </a:solidFill>
                <a:effectLst/>
                <a:uLnTx/>
                <a:uFillTx/>
                <a:latin typeface="Arial"/>
                <a:ea typeface="+mn-ea"/>
                <a:cs typeface="+mn-cs"/>
              </a:rPr>
              <a:t>ayment</a:t>
            </a:r>
            <a:r>
              <a:rPr kumimoji="0" lang="en-US" sz="700" b="1" i="0" strike="noStrike" kern="1200" cap="none" spc="0" normalizeH="0" baseline="0" noProof="0" dirty="0">
                <a:ln>
                  <a:noFill/>
                </a:ln>
                <a:solidFill>
                  <a:srgbClr val="313131"/>
                </a:solidFill>
                <a:effectLst/>
                <a:uLnTx/>
                <a:uFillTx/>
                <a:latin typeface="Arial"/>
                <a:ea typeface="+mn-ea"/>
                <a:cs typeface="+mn-cs"/>
              </a:rPr>
              <a:t> Clearing &amp; Settlement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313131"/>
                </a:solidFill>
                <a:effectLst/>
                <a:uLnTx/>
                <a:uFillTx/>
                <a:latin typeface="Arial"/>
                <a:ea typeface="+mn-ea"/>
                <a:cs typeface="+mn-cs"/>
              </a:rPr>
              <a:t>ISO 20022 (MX) rich message content persisted through the end-to-end flow, from upstream system through the outbound </a:t>
            </a:r>
            <a:r>
              <a:rPr lang="en-US" sz="600" dirty="0">
                <a:solidFill>
                  <a:srgbClr val="313131"/>
                </a:solidFill>
                <a:latin typeface="Arial"/>
              </a:rPr>
              <a:t>payment</a:t>
            </a:r>
            <a:r>
              <a:rPr kumimoji="0" lang="en-US" sz="600" b="0" i="0" u="none" strike="noStrike" kern="1200" cap="none" spc="0" normalizeH="0" baseline="0" noProof="0" dirty="0">
                <a:ln>
                  <a:noFill/>
                </a:ln>
                <a:solidFill>
                  <a:srgbClr val="313131"/>
                </a:solidFill>
                <a:effectLst/>
                <a:uLnTx/>
                <a:uFillTx/>
                <a:latin typeface="Arial"/>
                <a:ea typeface="+mn-ea"/>
                <a:cs typeface="+mn-cs"/>
              </a:rPr>
              <a:t> to the market for clearing and settlement</a:t>
            </a:r>
            <a:endParaRPr kumimoji="0" lang="en-US" sz="600" b="0" i="0" u="none" strike="noStrike" kern="1200" cap="none" spc="0" normalizeH="0" baseline="0" noProof="0" dirty="0">
              <a:ln>
                <a:noFill/>
              </a:ln>
              <a:solidFill>
                <a:srgbClr val="FF0000"/>
              </a:solidFill>
              <a:effectLst/>
              <a:uLnTx/>
              <a:uFillTx/>
              <a:latin typeface="Arial"/>
              <a:ea typeface="+mn-ea"/>
              <a:cs typeface="+mn-cs"/>
            </a:endParaRPr>
          </a:p>
        </p:txBody>
      </p:sp>
      <p:cxnSp>
        <p:nvCxnSpPr>
          <p:cNvPr id="19" name="Straight Arrow Connector 137">
            <a:extLst>
              <a:ext uri="{FF2B5EF4-FFF2-40B4-BE49-F238E27FC236}">
                <a16:creationId xmlns:a16="http://schemas.microsoft.com/office/drawing/2014/main" id="{CEF8AACD-595D-0AC8-1C31-62778B569F61}"/>
              </a:ext>
            </a:extLst>
          </p:cNvPr>
          <p:cNvCxnSpPr>
            <a:cxnSpLocks/>
          </p:cNvCxnSpPr>
          <p:nvPr/>
        </p:nvCxnSpPr>
        <p:spPr>
          <a:xfrm flipV="1">
            <a:off x="7655156" y="2793747"/>
            <a:ext cx="217317" cy="373226"/>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20" name="Left Brace 19">
            <a:extLst>
              <a:ext uri="{FF2B5EF4-FFF2-40B4-BE49-F238E27FC236}">
                <a16:creationId xmlns:a16="http://schemas.microsoft.com/office/drawing/2014/main" id="{E754C1C4-1180-3A85-9694-129E340E99B3}"/>
              </a:ext>
            </a:extLst>
          </p:cNvPr>
          <p:cNvSpPr/>
          <p:nvPr/>
        </p:nvSpPr>
        <p:spPr>
          <a:xfrm>
            <a:off x="7917436" y="2558740"/>
            <a:ext cx="68486" cy="491866"/>
          </a:xfrm>
          <a:prstGeom prst="leftBrace">
            <a:avLst>
              <a:gd name="adj1" fmla="val 21096"/>
              <a:gd name="adj2" fmla="val 43674"/>
            </a:avLst>
          </a:prstGeom>
          <a:noFill/>
          <a:ln w="6350" cap="flat" cmpd="sng" algn="ctr">
            <a:solidFill>
              <a:srgbClr val="000000">
                <a:lumMod val="50000"/>
                <a:lumOff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cxnSp>
        <p:nvCxnSpPr>
          <p:cNvPr id="21" name="Straight Arrow Connector 137">
            <a:extLst>
              <a:ext uri="{FF2B5EF4-FFF2-40B4-BE49-F238E27FC236}">
                <a16:creationId xmlns:a16="http://schemas.microsoft.com/office/drawing/2014/main" id="{192ADA6C-BD0C-ACDF-9ED2-81F3399337A4}"/>
              </a:ext>
            </a:extLst>
          </p:cNvPr>
          <p:cNvCxnSpPr>
            <a:cxnSpLocks/>
            <a:stCxn id="387" idx="3"/>
          </p:cNvCxnSpPr>
          <p:nvPr/>
        </p:nvCxnSpPr>
        <p:spPr>
          <a:xfrm>
            <a:off x="1294770" y="3532003"/>
            <a:ext cx="2453201" cy="0"/>
          </a:xfrm>
          <a:prstGeom prst="straightConnector1">
            <a:avLst/>
          </a:prstGeom>
          <a:noFill/>
          <a:ln w="6350" cap="flat" cmpd="sng" algn="ctr">
            <a:solidFill>
              <a:srgbClr val="000000"/>
            </a:solidFill>
            <a:prstDash val="solid"/>
            <a:headEnd w="med" len="sm"/>
            <a:tailEnd type="triangle" w="sm" len="sm"/>
          </a:ln>
          <a:effectLst/>
        </p:spPr>
      </p:cxnSp>
      <p:sp>
        <p:nvSpPr>
          <p:cNvPr id="22" name="Rectangle 21">
            <a:extLst>
              <a:ext uri="{FF2B5EF4-FFF2-40B4-BE49-F238E27FC236}">
                <a16:creationId xmlns:a16="http://schemas.microsoft.com/office/drawing/2014/main" id="{C349966E-8955-2FF8-DC40-25556FBD7C5F}"/>
              </a:ext>
            </a:extLst>
          </p:cNvPr>
          <p:cNvSpPr/>
          <p:nvPr/>
        </p:nvSpPr>
        <p:spPr bwMode="gray">
          <a:xfrm>
            <a:off x="7985922" y="3309142"/>
            <a:ext cx="277285" cy="433972"/>
          </a:xfrm>
          <a:prstGeom prst="rect">
            <a:avLst/>
          </a:prstGeom>
          <a:solidFill>
            <a:srgbClr val="FCFDC7"/>
          </a:solidFill>
          <a:ln w="3175" algn="ctr">
            <a:solidFill>
              <a:srgbClr val="000000"/>
            </a:solidFill>
            <a:miter lim="800000"/>
            <a:headEnd/>
            <a:tailEnd/>
          </a:ln>
        </p:spPr>
        <p:txBody>
          <a:bodyPr vert="eaVert" wrap="square" lIns="0" tIns="0" rIns="0" bIns="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1" i="0" u="none" strike="noStrike" kern="0" cap="none" spc="0" normalizeH="0" baseline="0" noProof="0" dirty="0">
                <a:ln>
                  <a:noFill/>
                </a:ln>
                <a:solidFill>
                  <a:prstClr val="black"/>
                </a:solidFill>
                <a:effectLst/>
                <a:uLnTx/>
                <a:uFillTx/>
                <a:latin typeface="Arial"/>
                <a:ea typeface="+mn-ea"/>
                <a:cs typeface="+mn-cs"/>
              </a:rPr>
              <a:t>Network</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SAA / Other</a:t>
            </a:r>
          </a:p>
        </p:txBody>
      </p:sp>
      <p:sp>
        <p:nvSpPr>
          <p:cNvPr id="26" name="Rectangle 25">
            <a:extLst>
              <a:ext uri="{FF2B5EF4-FFF2-40B4-BE49-F238E27FC236}">
                <a16:creationId xmlns:a16="http://schemas.microsoft.com/office/drawing/2014/main" id="{79903431-3908-553B-F383-5E82D0FA39C0}"/>
              </a:ext>
            </a:extLst>
          </p:cNvPr>
          <p:cNvSpPr/>
          <p:nvPr/>
        </p:nvSpPr>
        <p:spPr bwMode="gray">
          <a:xfrm>
            <a:off x="6958226" y="2931348"/>
            <a:ext cx="301362" cy="165366"/>
          </a:xfrm>
          <a:prstGeom prst="rect">
            <a:avLst/>
          </a:prstGeom>
          <a:noFill/>
          <a:ln w="6350" algn="ctr">
            <a:solidFill>
              <a:srgbClr val="000000"/>
            </a:solidFill>
            <a:miter lim="800000"/>
            <a:headEnd/>
            <a:tailEnd/>
          </a:ln>
        </p:spPr>
        <p:txBody>
          <a:bodyPr wrap="square" lIns="91440" tIns="91440" rIns="9144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p:txBody>
      </p:sp>
      <p:sp>
        <p:nvSpPr>
          <p:cNvPr id="27" name="Rectangle 26">
            <a:extLst>
              <a:ext uri="{FF2B5EF4-FFF2-40B4-BE49-F238E27FC236}">
                <a16:creationId xmlns:a16="http://schemas.microsoft.com/office/drawing/2014/main" id="{CF3C1236-6707-DED1-8366-BA43ACB444A3}"/>
              </a:ext>
            </a:extLst>
          </p:cNvPr>
          <p:cNvSpPr/>
          <p:nvPr/>
        </p:nvSpPr>
        <p:spPr bwMode="gray">
          <a:xfrm>
            <a:off x="1416189" y="3631868"/>
            <a:ext cx="324667" cy="195113"/>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p:txBody>
      </p:sp>
      <p:sp>
        <p:nvSpPr>
          <p:cNvPr id="28" name="Rectangle 27">
            <a:extLst>
              <a:ext uri="{FF2B5EF4-FFF2-40B4-BE49-F238E27FC236}">
                <a16:creationId xmlns:a16="http://schemas.microsoft.com/office/drawing/2014/main" id="{DA1563BD-0C25-F83E-30CD-45A28C01A0DA}"/>
              </a:ext>
            </a:extLst>
          </p:cNvPr>
          <p:cNvSpPr/>
          <p:nvPr/>
        </p:nvSpPr>
        <p:spPr bwMode="gray">
          <a:xfrm>
            <a:off x="3736377" y="3308607"/>
            <a:ext cx="3174988" cy="801161"/>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900" b="1" kern="0" dirty="0">
                <a:solidFill>
                  <a:prstClr val="black"/>
                </a:solidFill>
                <a:latin typeface="Arial"/>
              </a:rPr>
              <a:t>Payment Platform Solution</a:t>
            </a:r>
            <a:endParaRPr kumimoji="0" lang="en-US" sz="900" b="1" i="0" u="none" strike="noStrike" kern="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(E.g., components of RTPS, Gateway and/or other technology)</a:t>
            </a:r>
          </a:p>
        </p:txBody>
      </p:sp>
      <p:sp>
        <p:nvSpPr>
          <p:cNvPr id="30" name="Rectangle 29">
            <a:extLst>
              <a:ext uri="{FF2B5EF4-FFF2-40B4-BE49-F238E27FC236}">
                <a16:creationId xmlns:a16="http://schemas.microsoft.com/office/drawing/2014/main" id="{C13F58A2-3E21-3FAF-9A48-49AB5C7118E4}"/>
              </a:ext>
            </a:extLst>
          </p:cNvPr>
          <p:cNvSpPr/>
          <p:nvPr/>
        </p:nvSpPr>
        <p:spPr bwMode="gray">
          <a:xfrm>
            <a:off x="3544682" y="5058542"/>
            <a:ext cx="610623" cy="433976"/>
          </a:xfrm>
          <a:prstGeom prst="rect">
            <a:avLst/>
          </a:prstGeom>
          <a:solidFill>
            <a:srgbClr val="E0FAD2"/>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Banking</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(Client DDA)</a:t>
            </a:r>
          </a:p>
        </p:txBody>
      </p:sp>
      <p:sp>
        <p:nvSpPr>
          <p:cNvPr id="31" name="Rectangle 30">
            <a:extLst>
              <a:ext uri="{FF2B5EF4-FFF2-40B4-BE49-F238E27FC236}">
                <a16:creationId xmlns:a16="http://schemas.microsoft.com/office/drawing/2014/main" id="{BB957AA1-E372-86D6-E027-11E3DC4DF77C}"/>
              </a:ext>
            </a:extLst>
          </p:cNvPr>
          <p:cNvSpPr/>
          <p:nvPr/>
        </p:nvSpPr>
        <p:spPr bwMode="gray">
          <a:xfrm>
            <a:off x="6470486" y="5066161"/>
            <a:ext cx="619837" cy="426357"/>
          </a:xfrm>
          <a:prstGeom prst="rect">
            <a:avLst/>
          </a:prstGeom>
          <a:solidFill>
            <a:srgbClr val="E0FAD2"/>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a:t>
            </a:r>
            <a:r>
              <a:rPr kumimoji="0" lang="en-US" sz="600" b="0" i="0" u="none" strike="noStrike" kern="0" cap="none" spc="0" normalizeH="0" baseline="0" noProof="0" dirty="0">
                <a:ln>
                  <a:noFill/>
                </a:ln>
                <a:solidFill>
                  <a:prstClr val="black"/>
                </a:solidFill>
                <a:effectLst/>
                <a:uLnTx/>
                <a:uFillTx/>
                <a:latin typeface="Arial"/>
                <a:ea typeface="+mn-ea"/>
                <a:cs typeface="+mn-cs"/>
              </a:rPr>
              <a: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Banking</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(Nostro/Clearing)</a:t>
            </a:r>
          </a:p>
        </p:txBody>
      </p:sp>
      <p:cxnSp>
        <p:nvCxnSpPr>
          <p:cNvPr id="64" name="Straight Arrow Connector 137">
            <a:extLst>
              <a:ext uri="{FF2B5EF4-FFF2-40B4-BE49-F238E27FC236}">
                <a16:creationId xmlns:a16="http://schemas.microsoft.com/office/drawing/2014/main" id="{3141D188-D09C-2BB6-6EB4-6DFAC8B15BCD}"/>
              </a:ext>
            </a:extLst>
          </p:cNvPr>
          <p:cNvCxnSpPr>
            <a:cxnSpLocks/>
            <a:stCxn id="30" idx="0"/>
          </p:cNvCxnSpPr>
          <p:nvPr/>
        </p:nvCxnSpPr>
        <p:spPr>
          <a:xfrm flipV="1">
            <a:off x="3849994" y="4109768"/>
            <a:ext cx="0" cy="948774"/>
          </a:xfrm>
          <a:prstGeom prst="straightConnector1">
            <a:avLst/>
          </a:prstGeom>
          <a:noFill/>
          <a:ln w="6350" cap="flat" cmpd="sng" algn="ctr">
            <a:solidFill>
              <a:srgbClr val="000000"/>
            </a:solidFill>
            <a:prstDash val="solid"/>
            <a:headEnd type="triangle" w="sm" len="sm"/>
            <a:tailEnd type="triangle" w="sm" len="sm"/>
          </a:ln>
          <a:effectLst/>
        </p:spPr>
      </p:cxnSp>
      <p:cxnSp>
        <p:nvCxnSpPr>
          <p:cNvPr id="65" name="Straight Arrow Connector 137">
            <a:extLst>
              <a:ext uri="{FF2B5EF4-FFF2-40B4-BE49-F238E27FC236}">
                <a16:creationId xmlns:a16="http://schemas.microsoft.com/office/drawing/2014/main" id="{EAC67F4A-808B-4D42-F86C-62222958E4FA}"/>
              </a:ext>
            </a:extLst>
          </p:cNvPr>
          <p:cNvCxnSpPr>
            <a:cxnSpLocks/>
            <a:stCxn id="31" idx="0"/>
          </p:cNvCxnSpPr>
          <p:nvPr/>
        </p:nvCxnSpPr>
        <p:spPr>
          <a:xfrm flipV="1">
            <a:off x="6780405" y="4113977"/>
            <a:ext cx="0" cy="952184"/>
          </a:xfrm>
          <a:prstGeom prst="straightConnector1">
            <a:avLst/>
          </a:prstGeom>
          <a:noFill/>
          <a:ln w="6350" cap="flat" cmpd="sng" algn="ctr">
            <a:solidFill>
              <a:srgbClr val="000000"/>
            </a:solidFill>
            <a:prstDash val="solid"/>
            <a:headEnd type="triangle" w="sm" len="sm"/>
            <a:tailEnd type="triangle" w="sm" len="sm"/>
          </a:ln>
          <a:effectLst/>
        </p:spPr>
      </p:cxnSp>
      <p:cxnSp>
        <p:nvCxnSpPr>
          <p:cNvPr id="68" name="Straight Arrow Connector 137">
            <a:extLst>
              <a:ext uri="{FF2B5EF4-FFF2-40B4-BE49-F238E27FC236}">
                <a16:creationId xmlns:a16="http://schemas.microsoft.com/office/drawing/2014/main" id="{DFFB29C5-9448-D2F2-448D-479C874FBF59}"/>
              </a:ext>
            </a:extLst>
          </p:cNvPr>
          <p:cNvCxnSpPr>
            <a:cxnSpLocks/>
          </p:cNvCxnSpPr>
          <p:nvPr/>
        </p:nvCxnSpPr>
        <p:spPr>
          <a:xfrm flipH="1">
            <a:off x="4283220" y="3096714"/>
            <a:ext cx="84588" cy="160930"/>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cxnSp>
        <p:nvCxnSpPr>
          <p:cNvPr id="69" name="Straight Arrow Connector 137">
            <a:extLst>
              <a:ext uri="{FF2B5EF4-FFF2-40B4-BE49-F238E27FC236}">
                <a16:creationId xmlns:a16="http://schemas.microsoft.com/office/drawing/2014/main" id="{68411ADE-1291-E8F5-420F-E18B79B2E1A9}"/>
              </a:ext>
            </a:extLst>
          </p:cNvPr>
          <p:cNvCxnSpPr>
            <a:cxnSpLocks/>
          </p:cNvCxnSpPr>
          <p:nvPr/>
        </p:nvCxnSpPr>
        <p:spPr>
          <a:xfrm>
            <a:off x="6312024" y="3096714"/>
            <a:ext cx="86804" cy="160930"/>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70" name="TextBox 69">
            <a:extLst>
              <a:ext uri="{FF2B5EF4-FFF2-40B4-BE49-F238E27FC236}">
                <a16:creationId xmlns:a16="http://schemas.microsoft.com/office/drawing/2014/main" id="{F8F49D3A-843D-6E47-48B2-CA1B266F212E}"/>
              </a:ext>
            </a:extLst>
          </p:cNvPr>
          <p:cNvSpPr txBox="1"/>
          <p:nvPr/>
        </p:nvSpPr>
        <p:spPr>
          <a:xfrm>
            <a:off x="7247838" y="5445780"/>
            <a:ext cx="1142694"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sng" strike="noStrike" kern="1200" cap="none" spc="0" normalizeH="0" baseline="0" noProof="0" dirty="0">
                <a:ln>
                  <a:noFill/>
                </a:ln>
                <a:solidFill>
                  <a:srgbClr val="000000"/>
                </a:solidFill>
                <a:effectLst/>
                <a:uLnTx/>
                <a:uFillTx/>
                <a:latin typeface="Arial"/>
                <a:ea typeface="+mn-ea"/>
                <a:cs typeface="+mn-cs"/>
              </a:rPr>
              <a:t>Outbound payment posting: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00000"/>
                </a:solidFill>
                <a:effectLst/>
                <a:uLnTx/>
                <a:uFillTx/>
                <a:latin typeface="Arial"/>
                <a:ea typeface="+mn-ea"/>
                <a:cs typeface="+mn-cs"/>
              </a:rPr>
              <a:t>  Db. Intercompany Vostro</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00000"/>
                </a:solidFill>
                <a:effectLst/>
                <a:uLnTx/>
                <a:uFillTx/>
                <a:latin typeface="Arial"/>
                <a:ea typeface="+mn-ea"/>
                <a:cs typeface="+mn-cs"/>
              </a:rPr>
              <a:t>      Cr. Nostro / Clearing  </a:t>
            </a:r>
          </a:p>
        </p:txBody>
      </p:sp>
      <p:cxnSp>
        <p:nvCxnSpPr>
          <p:cNvPr id="71" name="Straight Arrow Connector 137">
            <a:extLst>
              <a:ext uri="{FF2B5EF4-FFF2-40B4-BE49-F238E27FC236}">
                <a16:creationId xmlns:a16="http://schemas.microsoft.com/office/drawing/2014/main" id="{016E08E2-20CC-C6E4-0122-E969A3A7688B}"/>
              </a:ext>
            </a:extLst>
          </p:cNvPr>
          <p:cNvCxnSpPr>
            <a:cxnSpLocks/>
          </p:cNvCxnSpPr>
          <p:nvPr/>
        </p:nvCxnSpPr>
        <p:spPr>
          <a:xfrm flipH="1">
            <a:off x="5896190" y="5511048"/>
            <a:ext cx="520900" cy="217043"/>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72" name="Rectangle 71">
            <a:extLst>
              <a:ext uri="{FF2B5EF4-FFF2-40B4-BE49-F238E27FC236}">
                <a16:creationId xmlns:a16="http://schemas.microsoft.com/office/drawing/2014/main" id="{4AB4C33E-54D1-C4FF-0694-140555503C39}"/>
              </a:ext>
            </a:extLst>
          </p:cNvPr>
          <p:cNvSpPr/>
          <p:nvPr/>
        </p:nvSpPr>
        <p:spPr bwMode="gray">
          <a:xfrm>
            <a:off x="1411572" y="3885135"/>
            <a:ext cx="329285" cy="203442"/>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MT</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grpSp>
        <p:nvGrpSpPr>
          <p:cNvPr id="73" name="Group 72">
            <a:extLst>
              <a:ext uri="{FF2B5EF4-FFF2-40B4-BE49-F238E27FC236}">
                <a16:creationId xmlns:a16="http://schemas.microsoft.com/office/drawing/2014/main" id="{3F7DE4F7-4861-1875-A6D8-731724A502C5}"/>
              </a:ext>
            </a:extLst>
          </p:cNvPr>
          <p:cNvGrpSpPr/>
          <p:nvPr/>
        </p:nvGrpSpPr>
        <p:grpSpPr>
          <a:xfrm>
            <a:off x="4196649" y="1628800"/>
            <a:ext cx="2259391" cy="1400363"/>
            <a:chOff x="7754620" y="4126893"/>
            <a:chExt cx="2259391" cy="1400363"/>
          </a:xfrm>
        </p:grpSpPr>
        <p:sp>
          <p:nvSpPr>
            <p:cNvPr id="74" name="Rectangle 73">
              <a:extLst>
                <a:ext uri="{FF2B5EF4-FFF2-40B4-BE49-F238E27FC236}">
                  <a16:creationId xmlns:a16="http://schemas.microsoft.com/office/drawing/2014/main" id="{58423A72-48DD-207F-BB8E-72D144C729BB}"/>
                </a:ext>
              </a:extLst>
            </p:cNvPr>
            <p:cNvSpPr/>
            <p:nvPr/>
          </p:nvSpPr>
          <p:spPr bwMode="gray">
            <a:xfrm>
              <a:off x="7812475" y="4272037"/>
              <a:ext cx="1057204" cy="637502"/>
            </a:xfrm>
            <a:prstGeom prst="rect">
              <a:avLst/>
            </a:prstGeom>
            <a:noFill/>
            <a:ln w="6350" algn="ctr">
              <a:solidFill>
                <a:srgbClr val="000000"/>
              </a:solidFill>
              <a:miter lim="800000"/>
              <a:headEnd/>
              <a:tailEnd/>
            </a:ln>
          </p:spPr>
          <p:txBody>
            <a:bodyPr wrap="square" lIns="45720" tIns="27432" rIns="27432" bIns="27432" rtlCol="0" anchor="t" anchorCtr="0"/>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600" b="1" i="0" u="sng" strike="noStrike" kern="0" cap="none" spc="0" normalizeH="0" baseline="0" noProof="0" dirty="0">
                  <a:ln>
                    <a:noFill/>
                  </a:ln>
                  <a:solidFill>
                    <a:prstClr val="black"/>
                  </a:solidFill>
                  <a:effectLst/>
                  <a:uLnTx/>
                  <a:uFillTx/>
                  <a:latin typeface="Arial"/>
                  <a:ea typeface="+mn-ea"/>
                  <a:cs typeface="+mn-cs"/>
                </a:rPr>
                <a:t>Reference Data:</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Customer / Account Data</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Relationship Dat</a:t>
              </a:r>
              <a:r>
                <a:rPr lang="en-US" sz="600" kern="0" dirty="0">
                  <a:solidFill>
                    <a:prstClr val="black"/>
                  </a:solidFill>
                  <a:latin typeface="Arial"/>
                </a:rPr>
                <a:t>a</a:t>
              </a:r>
              <a:r>
                <a:rPr kumimoji="0" lang="en-US" sz="600" b="0" i="0" u="none" strike="noStrike" kern="0" cap="none" spc="0" normalizeH="0" baseline="0" noProof="0" dirty="0">
                  <a:ln>
                    <a:noFill/>
                  </a:ln>
                  <a:solidFill>
                    <a:prstClr val="black"/>
                  </a:solidFill>
                  <a:effectLst/>
                  <a:uLnTx/>
                  <a:uFillTx/>
                  <a:latin typeface="Arial"/>
                  <a:ea typeface="+mn-ea"/>
                  <a:cs typeface="+mn-cs"/>
                </a:rPr>
                <a:t> </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Bank Routing Data</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Payment Templates</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CCY FX Rates </a:t>
              </a:r>
            </a:p>
          </p:txBody>
        </p:sp>
        <p:sp>
          <p:nvSpPr>
            <p:cNvPr id="75" name="Rectangle 74">
              <a:extLst>
                <a:ext uri="{FF2B5EF4-FFF2-40B4-BE49-F238E27FC236}">
                  <a16:creationId xmlns:a16="http://schemas.microsoft.com/office/drawing/2014/main" id="{E620FC43-DD0B-09BF-FE38-C62A17225892}"/>
                </a:ext>
              </a:extLst>
            </p:cNvPr>
            <p:cNvSpPr/>
            <p:nvPr/>
          </p:nvSpPr>
          <p:spPr bwMode="gray">
            <a:xfrm>
              <a:off x="8899595" y="4272037"/>
              <a:ext cx="1057204" cy="635511"/>
            </a:xfrm>
            <a:prstGeom prst="rect">
              <a:avLst/>
            </a:prstGeom>
            <a:noFill/>
            <a:ln w="6350" algn="ctr">
              <a:solidFill>
                <a:srgbClr val="000000"/>
              </a:solidFill>
              <a:miter lim="800000"/>
              <a:headEnd/>
              <a:tailEnd/>
            </a:ln>
          </p:spPr>
          <p:txBody>
            <a:bodyPr wrap="square" lIns="45720" tIns="27432" rIns="27432" bIns="27432" rtlCol="0" anchor="t" anchorCtr="0"/>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600" b="1" i="0" u="sng" strike="noStrike" kern="0" cap="none" spc="0" normalizeH="0" baseline="0" noProof="0" dirty="0">
                  <a:ln>
                    <a:noFill/>
                  </a:ln>
                  <a:solidFill>
                    <a:prstClr val="black"/>
                  </a:solidFill>
                  <a:effectLst/>
                  <a:uLnTx/>
                  <a:uFillTx/>
                  <a:latin typeface="Arial"/>
                  <a:ea typeface="+mn-ea"/>
                  <a:cs typeface="+mn-cs"/>
                </a:rPr>
                <a:t>Instruction Management:</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MOP Derivation</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Correspondent Rules</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CCY Cutoff Rules</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Warehousing / Release</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lang="en-US" sz="600" kern="0" dirty="0">
                  <a:solidFill>
                    <a:prstClr val="black"/>
                  </a:solidFill>
                  <a:latin typeface="Arial"/>
                </a:rPr>
                <a:t>Cover / Advice Processing</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76" name="Rectangle 75">
              <a:extLst>
                <a:ext uri="{FF2B5EF4-FFF2-40B4-BE49-F238E27FC236}">
                  <a16:creationId xmlns:a16="http://schemas.microsoft.com/office/drawing/2014/main" id="{FFC9AF2D-ADB0-3A7C-F875-8C0F2DF1CD69}"/>
                </a:ext>
              </a:extLst>
            </p:cNvPr>
            <p:cNvSpPr/>
            <p:nvPr/>
          </p:nvSpPr>
          <p:spPr bwMode="gray">
            <a:xfrm>
              <a:off x="7812475" y="4937518"/>
              <a:ext cx="1057204" cy="541394"/>
            </a:xfrm>
            <a:prstGeom prst="rect">
              <a:avLst/>
            </a:prstGeom>
            <a:noFill/>
            <a:ln w="6350" algn="ctr">
              <a:solidFill>
                <a:srgbClr val="000000"/>
              </a:solidFill>
              <a:miter lim="800000"/>
              <a:headEnd/>
              <a:tailEnd/>
            </a:ln>
          </p:spPr>
          <p:txBody>
            <a:bodyPr wrap="square" lIns="45720" tIns="27432" rIns="27432" bIns="27432" rtlCol="0" anchor="t" anchorCtr="0"/>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600" b="1" i="0" u="sng" strike="noStrike" kern="0" cap="none" spc="0" normalizeH="0" baseline="0" noProof="0" dirty="0">
                  <a:ln>
                    <a:noFill/>
                  </a:ln>
                  <a:solidFill>
                    <a:prstClr val="black"/>
                  </a:solidFill>
                  <a:effectLst/>
                  <a:uLnTx/>
                  <a:uFillTx/>
                  <a:latin typeface="Arial"/>
                  <a:ea typeface="+mn-ea"/>
                  <a:cs typeface="+mn-cs"/>
                </a:rPr>
                <a:t>STP Enrichment / Repair:</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ACE Pelican STP </a:t>
              </a:r>
              <a:br>
                <a:rPr kumimoji="0" lang="en-US" sz="600" b="0" i="0" u="none" strike="noStrike" kern="0" cap="none" spc="0" normalizeH="0" baseline="0" noProof="0" dirty="0">
                  <a:ln>
                    <a:noFill/>
                  </a:ln>
                  <a:solidFill>
                    <a:prstClr val="black"/>
                  </a:solidFill>
                  <a:effectLst/>
                  <a:uLnTx/>
                  <a:uFillTx/>
                  <a:latin typeface="Arial"/>
                  <a:ea typeface="+mn-ea"/>
                  <a:cs typeface="+mn-cs"/>
                </a:rPr>
              </a:br>
              <a:r>
                <a:rPr kumimoji="0" lang="en-US" sz="600" b="0" i="0" u="none" strike="noStrike" kern="0" cap="none" spc="0" normalizeH="0" baseline="0" noProof="0" dirty="0">
                  <a:ln>
                    <a:noFill/>
                  </a:ln>
                  <a:solidFill>
                    <a:prstClr val="black"/>
                  </a:solidFill>
                  <a:effectLst/>
                  <a:uLnTx/>
                  <a:uFillTx/>
                  <a:latin typeface="Arial"/>
                  <a:ea typeface="+mn-ea"/>
                  <a:cs typeface="+mn-cs"/>
                </a:rPr>
                <a:t>    Integration</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Manual Repair</a:t>
              </a:r>
            </a:p>
          </p:txBody>
        </p:sp>
        <p:sp>
          <p:nvSpPr>
            <p:cNvPr id="77" name="Rectangle 76">
              <a:extLst>
                <a:ext uri="{FF2B5EF4-FFF2-40B4-BE49-F238E27FC236}">
                  <a16:creationId xmlns:a16="http://schemas.microsoft.com/office/drawing/2014/main" id="{B047EA03-38CB-707B-13C3-C71DBC360DF3}"/>
                </a:ext>
              </a:extLst>
            </p:cNvPr>
            <p:cNvSpPr/>
            <p:nvPr/>
          </p:nvSpPr>
          <p:spPr bwMode="gray">
            <a:xfrm>
              <a:off x="8899595" y="4936191"/>
              <a:ext cx="1057204" cy="542721"/>
            </a:xfrm>
            <a:prstGeom prst="rect">
              <a:avLst/>
            </a:prstGeom>
            <a:noFill/>
            <a:ln w="6350" algn="ctr">
              <a:solidFill>
                <a:srgbClr val="000000"/>
              </a:solidFill>
              <a:miter lim="800000"/>
              <a:headEnd/>
              <a:tailEnd/>
            </a:ln>
          </p:spPr>
          <p:txBody>
            <a:bodyPr wrap="square" lIns="45720" tIns="27432" rIns="27432" bIns="27432" rtlCol="0" anchor="t" anchorCtr="0"/>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600" b="1" i="0" u="sng" strike="noStrike" kern="0" cap="none" spc="0" normalizeH="0" baseline="0" noProof="0" dirty="0">
                  <a:ln>
                    <a:noFill/>
                  </a:ln>
                  <a:solidFill>
                    <a:prstClr val="black"/>
                  </a:solidFill>
                  <a:effectLst/>
                  <a:uLnTx/>
                  <a:uFillTx/>
                  <a:latin typeface="Arial"/>
                  <a:ea typeface="+mn-ea"/>
                  <a:cs typeface="+mn-cs"/>
                </a:rPr>
                <a:t>Exception Management:</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err="1">
                  <a:ln>
                    <a:noFill/>
                  </a:ln>
                  <a:solidFill>
                    <a:prstClr val="black"/>
                  </a:solidFill>
                  <a:effectLst/>
                  <a:uLnTx/>
                  <a:uFillTx/>
                  <a:latin typeface="Arial"/>
                  <a:ea typeface="+mn-ea"/>
                  <a:cs typeface="+mn-cs"/>
                </a:rPr>
                <a:t>iTRACS</a:t>
              </a:r>
              <a:r>
                <a:rPr kumimoji="0" lang="en-US" sz="600" b="0" i="0" u="none" strike="noStrike" kern="0" cap="none" spc="0" normalizeH="0" baseline="0" noProof="0" dirty="0">
                  <a:ln>
                    <a:noFill/>
                  </a:ln>
                  <a:solidFill>
                    <a:prstClr val="black"/>
                  </a:solidFill>
                  <a:effectLst/>
                  <a:uLnTx/>
                  <a:uFillTx/>
                  <a:latin typeface="Arial"/>
                  <a:ea typeface="+mn-ea"/>
                  <a:cs typeface="+mn-cs"/>
                </a:rPr>
                <a:t>/</a:t>
              </a:r>
              <a:r>
                <a:rPr kumimoji="0" lang="en-US" sz="600" b="0" i="0" u="none" strike="noStrike" kern="0" cap="none" spc="0" normalizeH="0" baseline="0" noProof="0" dirty="0" err="1">
                  <a:ln>
                    <a:noFill/>
                  </a:ln>
                  <a:solidFill>
                    <a:prstClr val="black"/>
                  </a:solidFill>
                  <a:effectLst/>
                  <a:uLnTx/>
                  <a:uFillTx/>
                  <a:latin typeface="Arial"/>
                  <a:ea typeface="+mn-ea"/>
                  <a:cs typeface="+mn-cs"/>
                </a:rPr>
                <a:t>iTRAN</a:t>
              </a:r>
              <a:r>
                <a:rPr kumimoji="0" lang="en-US" sz="600" b="0" i="0" u="none" strike="noStrike" kern="0" cap="none" spc="0" normalizeH="0" baseline="0" noProof="0" dirty="0">
                  <a:ln>
                    <a:noFill/>
                  </a:ln>
                  <a:solidFill>
                    <a:prstClr val="black"/>
                  </a:solidFill>
                  <a:effectLst/>
                  <a:uLnTx/>
                  <a:uFillTx/>
                  <a:latin typeface="Arial"/>
                  <a:ea typeface="+mn-ea"/>
                  <a:cs typeface="+mn-cs"/>
                </a:rPr>
                <a:t> Integration</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Case Management</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Cancellations</a:t>
              </a:r>
            </a:p>
            <a:p>
              <a:pPr marL="0" marR="0" lvl="0" indent="-73152"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Payment Returns</a:t>
              </a:r>
            </a:p>
          </p:txBody>
        </p:sp>
        <p:sp>
          <p:nvSpPr>
            <p:cNvPr id="78" name="TextBox 77">
              <a:extLst>
                <a:ext uri="{FF2B5EF4-FFF2-40B4-BE49-F238E27FC236}">
                  <a16:creationId xmlns:a16="http://schemas.microsoft.com/office/drawing/2014/main" id="{BA12EEE8-2DA3-A4D2-AA07-ECC97F7EABFB}"/>
                </a:ext>
              </a:extLst>
            </p:cNvPr>
            <p:cNvSpPr txBox="1"/>
            <p:nvPr/>
          </p:nvSpPr>
          <p:spPr>
            <a:xfrm>
              <a:off x="7812476" y="4146696"/>
              <a:ext cx="2144324" cy="10002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50" b="1" i="0" u="none" strike="noStrike" kern="0" cap="none" spc="0" normalizeH="0" baseline="0" noProof="0" dirty="0">
                  <a:ln>
                    <a:noFill/>
                  </a:ln>
                  <a:solidFill>
                    <a:srgbClr val="000000"/>
                  </a:solidFill>
                  <a:effectLst/>
                  <a:uLnTx/>
                  <a:uFillTx/>
                  <a:latin typeface="Arial"/>
                  <a:ea typeface="+mn-ea"/>
                  <a:cs typeface="+mn-cs"/>
                </a:rPr>
                <a:t>Capabilities as Full Payment Engine</a:t>
              </a:r>
            </a:p>
          </p:txBody>
        </p:sp>
        <p:sp>
          <p:nvSpPr>
            <p:cNvPr id="79" name="Rectangle 78">
              <a:extLst>
                <a:ext uri="{FF2B5EF4-FFF2-40B4-BE49-F238E27FC236}">
                  <a16:creationId xmlns:a16="http://schemas.microsoft.com/office/drawing/2014/main" id="{F8337764-BE34-D4DB-D0E8-2A5813C77C96}"/>
                </a:ext>
              </a:extLst>
            </p:cNvPr>
            <p:cNvSpPr/>
            <p:nvPr/>
          </p:nvSpPr>
          <p:spPr bwMode="gray">
            <a:xfrm>
              <a:off x="7754620" y="4126893"/>
              <a:ext cx="2259391" cy="1400363"/>
            </a:xfrm>
            <a:prstGeom prst="rect">
              <a:avLst/>
            </a:prstGeom>
            <a:noFill/>
            <a:ln w="6350" algn="ctr">
              <a:solidFill>
                <a:srgbClr val="000000"/>
              </a:solidFill>
              <a:miter lim="800000"/>
              <a:headEnd/>
              <a:tailEnd/>
            </a:ln>
          </p:spPr>
          <p:txBody>
            <a:bodyPr wrap="square" lIns="45720" tIns="27432" rIns="27432" bIns="27432" rtlCol="0" anchor="t" anchorCtr="0"/>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grpSp>
      <p:sp>
        <p:nvSpPr>
          <p:cNvPr id="80" name="TextBox 79">
            <a:extLst>
              <a:ext uri="{FF2B5EF4-FFF2-40B4-BE49-F238E27FC236}">
                <a16:creationId xmlns:a16="http://schemas.microsoft.com/office/drawing/2014/main" id="{87904765-C63C-2499-9472-616D9D81FBEE}"/>
              </a:ext>
            </a:extLst>
          </p:cNvPr>
          <p:cNvSpPr txBox="1"/>
          <p:nvPr/>
        </p:nvSpPr>
        <p:spPr>
          <a:xfrm>
            <a:off x="1423473" y="2230911"/>
            <a:ext cx="2012236" cy="5693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1" i="0" strike="noStrike" kern="1200" cap="none" spc="0" normalizeH="0" baseline="0" noProof="0" dirty="0">
                <a:ln>
                  <a:noFill/>
                </a:ln>
                <a:solidFill>
                  <a:srgbClr val="313131"/>
                </a:solidFill>
                <a:effectLst/>
                <a:uLnTx/>
                <a:uFillTx/>
                <a:latin typeface="Arial"/>
                <a:ea typeface="+mn-ea"/>
                <a:cs typeface="+mn-cs"/>
              </a:rPr>
              <a:t>Channel Initiation</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600" dirty="0">
                <a:solidFill>
                  <a:srgbClr val="313131"/>
                </a:solidFill>
                <a:latin typeface="Arial"/>
              </a:rPr>
              <a:t>Payment Platform</a:t>
            </a:r>
            <a:r>
              <a:rPr kumimoji="0" lang="en-US" sz="600" b="0" i="0" u="none" strike="noStrike" kern="1200" cap="none" spc="0" normalizeH="0" baseline="0" noProof="0" dirty="0">
                <a:ln>
                  <a:noFill/>
                </a:ln>
                <a:solidFill>
                  <a:srgbClr val="313131"/>
                </a:solidFill>
                <a:effectLst/>
                <a:uLnTx/>
                <a:uFillTx/>
                <a:latin typeface="Arial"/>
                <a:ea typeface="+mn-ea"/>
                <a:cs typeface="+mn-cs"/>
              </a:rPr>
              <a:t> integrated with initiation channels and systems via GWH (e.g., GTM, </a:t>
            </a:r>
            <a:r>
              <a:rPr kumimoji="0" lang="en-US" sz="600" b="0" i="0" u="none" strike="noStrike" kern="1200" cap="none" spc="0" normalizeH="0" baseline="0" noProof="0" dirty="0" err="1">
                <a:ln>
                  <a:noFill/>
                </a:ln>
                <a:solidFill>
                  <a:srgbClr val="313131"/>
                </a:solidFill>
                <a:effectLst/>
                <a:uLnTx/>
                <a:uFillTx/>
                <a:latin typeface="Arial"/>
                <a:ea typeface="+mn-ea"/>
                <a:cs typeface="+mn-cs"/>
              </a:rPr>
              <a:t>PayHub</a:t>
            </a:r>
            <a:r>
              <a:rPr kumimoji="0" lang="en-US" sz="600" b="0" i="0" u="none" strike="noStrike" kern="1200" cap="none" spc="0" normalizeH="0" baseline="0" noProof="0" dirty="0">
                <a:ln>
                  <a:noFill/>
                </a:ln>
                <a:solidFill>
                  <a:srgbClr val="313131"/>
                </a:solidFill>
                <a:effectLst/>
                <a:uLnTx/>
                <a:uFillTx/>
                <a:latin typeface="Arial"/>
                <a:ea typeface="+mn-ea"/>
                <a:cs typeface="+mn-cs"/>
              </a:rPr>
              <a:t>, ION, </a:t>
            </a:r>
            <a:r>
              <a:rPr kumimoji="0" lang="en-US" sz="600" b="0" i="0" u="none" strike="noStrike" kern="1200" cap="none" spc="0" normalizeH="0" baseline="0" noProof="0" dirty="0" err="1">
                <a:ln>
                  <a:noFill/>
                </a:ln>
                <a:solidFill>
                  <a:srgbClr val="313131"/>
                </a:solidFill>
                <a:effectLst/>
                <a:uLnTx/>
                <a:uFillTx/>
                <a:latin typeface="Arial"/>
                <a:ea typeface="+mn-ea"/>
                <a:cs typeface="+mn-cs"/>
              </a:rPr>
              <a:t>Intrader</a:t>
            </a:r>
            <a:r>
              <a:rPr kumimoji="0" lang="en-US" sz="600" b="0" i="0" u="none" strike="noStrike" kern="1200" cap="none" spc="0" normalizeH="0" baseline="0" noProof="0" dirty="0">
                <a:ln>
                  <a:noFill/>
                </a:ln>
                <a:solidFill>
                  <a:srgbClr val="313131"/>
                </a:solidFill>
                <a:effectLst/>
                <a:uLnTx/>
                <a:uFillTx/>
                <a:latin typeface="Arial"/>
                <a:ea typeface="+mn-ea"/>
                <a:cs typeface="+mn-cs"/>
              </a:rPr>
              <a:t>, etc.)</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313131"/>
                </a:solidFill>
                <a:effectLst/>
                <a:uLnTx/>
                <a:uFillTx/>
                <a:latin typeface="Arial"/>
                <a:ea typeface="+mn-ea"/>
                <a:cs typeface="+mn-cs"/>
              </a:rPr>
              <a:t>Instructions sent in ISO 20022 (MX) or legacy formats,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313131"/>
                </a:solidFill>
                <a:effectLst/>
                <a:uLnTx/>
                <a:uFillTx/>
                <a:latin typeface="Arial"/>
                <a:ea typeface="+mn-ea"/>
                <a:cs typeface="+mn-cs"/>
              </a:rPr>
              <a:t>and where necessary, remapped by ISVC to rich MX format and routed to </a:t>
            </a:r>
            <a:r>
              <a:rPr lang="en-US" sz="600" dirty="0">
                <a:solidFill>
                  <a:srgbClr val="313131"/>
                </a:solidFill>
                <a:latin typeface="Arial"/>
              </a:rPr>
              <a:t>the payment platform</a:t>
            </a:r>
            <a:r>
              <a:rPr kumimoji="0" lang="en-US" sz="600" b="0" i="0" u="none" strike="noStrike" kern="1200" cap="none" spc="0" normalizeH="0" baseline="0" noProof="0" dirty="0">
                <a:ln>
                  <a:noFill/>
                </a:ln>
                <a:solidFill>
                  <a:srgbClr val="313131"/>
                </a:solidFill>
                <a:effectLst/>
                <a:uLnTx/>
                <a:uFillTx/>
                <a:latin typeface="Arial"/>
                <a:ea typeface="+mn-ea"/>
                <a:cs typeface="+mn-cs"/>
              </a:rPr>
              <a:t>.</a:t>
            </a:r>
            <a:endParaRPr kumimoji="0" lang="en-US" sz="600" b="0" i="0" u="none" strike="noStrike" kern="1200" cap="none" spc="0" normalizeH="0" baseline="0" noProof="0" dirty="0">
              <a:ln>
                <a:noFill/>
              </a:ln>
              <a:solidFill>
                <a:srgbClr val="FF0000"/>
              </a:solidFill>
              <a:effectLst/>
              <a:uLnTx/>
              <a:uFillTx/>
              <a:latin typeface="Arial"/>
              <a:ea typeface="+mn-ea"/>
              <a:cs typeface="+mn-cs"/>
            </a:endParaRPr>
          </a:p>
        </p:txBody>
      </p:sp>
      <p:sp>
        <p:nvSpPr>
          <p:cNvPr id="81" name="Left Brace 80">
            <a:extLst>
              <a:ext uri="{FF2B5EF4-FFF2-40B4-BE49-F238E27FC236}">
                <a16:creationId xmlns:a16="http://schemas.microsoft.com/office/drawing/2014/main" id="{CB627786-5FA9-19B7-C83A-F516EFD706C1}"/>
              </a:ext>
            </a:extLst>
          </p:cNvPr>
          <p:cNvSpPr/>
          <p:nvPr/>
        </p:nvSpPr>
        <p:spPr>
          <a:xfrm>
            <a:off x="1286477" y="2218593"/>
            <a:ext cx="77555" cy="575154"/>
          </a:xfrm>
          <a:prstGeom prst="leftBrace">
            <a:avLst>
              <a:gd name="adj1" fmla="val 21096"/>
              <a:gd name="adj2" fmla="val 43674"/>
            </a:avLst>
          </a:prstGeom>
          <a:noFill/>
          <a:ln w="6350" cap="flat" cmpd="sng" algn="ctr">
            <a:solidFill>
              <a:srgbClr val="000000">
                <a:lumMod val="50000"/>
                <a:lumOff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cxnSp>
        <p:nvCxnSpPr>
          <p:cNvPr id="82" name="Straight Arrow Connector 137">
            <a:extLst>
              <a:ext uri="{FF2B5EF4-FFF2-40B4-BE49-F238E27FC236}">
                <a16:creationId xmlns:a16="http://schemas.microsoft.com/office/drawing/2014/main" id="{632A9E75-7DA0-8EDD-E861-08229C630328}"/>
              </a:ext>
            </a:extLst>
          </p:cNvPr>
          <p:cNvCxnSpPr>
            <a:cxnSpLocks/>
          </p:cNvCxnSpPr>
          <p:nvPr/>
        </p:nvCxnSpPr>
        <p:spPr>
          <a:xfrm flipH="1">
            <a:off x="1018117" y="2522070"/>
            <a:ext cx="240935" cy="368783"/>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117" name="TextBox 116">
            <a:extLst>
              <a:ext uri="{FF2B5EF4-FFF2-40B4-BE49-F238E27FC236}">
                <a16:creationId xmlns:a16="http://schemas.microsoft.com/office/drawing/2014/main" id="{F18898A7-DD7E-9932-9D8A-6838A48439A3}"/>
              </a:ext>
            </a:extLst>
          </p:cNvPr>
          <p:cNvSpPr txBox="1"/>
          <p:nvPr/>
        </p:nvSpPr>
        <p:spPr>
          <a:xfrm>
            <a:off x="4507389" y="5719073"/>
            <a:ext cx="1593951" cy="4616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00" b="1" i="0" u="sng" strike="noStrike" kern="1200" cap="none" spc="0" normalizeH="0" baseline="0" noProof="0" dirty="0">
                <a:ln>
                  <a:noFill/>
                </a:ln>
                <a:solidFill>
                  <a:srgbClr val="313131"/>
                </a:solidFill>
                <a:effectLst/>
                <a:uLnTx/>
                <a:uFillTx/>
                <a:latin typeface="Arial"/>
                <a:ea typeface="+mn-ea"/>
                <a:cs typeface="+mn-cs"/>
              </a:rPr>
              <a:t>Banking / Cash Accounting:</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313131"/>
                </a:solidFill>
                <a:effectLst/>
                <a:uLnTx/>
                <a:uFillTx/>
                <a:latin typeface="Arial"/>
                <a:ea typeface="+mn-ea"/>
                <a:cs typeface="+mn-cs"/>
              </a:rPr>
              <a:t>Payment platform integrated with banking to post the cash accounting of payment settlements, which includes the credit and risk check orchestrated</a:t>
            </a:r>
            <a:r>
              <a:rPr lang="en-US" sz="600" dirty="0">
                <a:solidFill>
                  <a:srgbClr val="313131"/>
                </a:solidFill>
                <a:latin typeface="Arial"/>
              </a:rPr>
              <a:t> via GWH</a:t>
            </a:r>
            <a:r>
              <a:rPr kumimoji="0" lang="en-US" sz="600" b="0" i="0" u="none" strike="noStrike" kern="1200" cap="none" spc="0" normalizeH="0" baseline="0" noProof="0" dirty="0">
                <a:ln>
                  <a:noFill/>
                </a:ln>
                <a:solidFill>
                  <a:srgbClr val="313131"/>
                </a:solidFill>
                <a:effectLst/>
                <a:uLnTx/>
                <a:uFillTx/>
                <a:latin typeface="Arial"/>
                <a:ea typeface="+mn-ea"/>
                <a:cs typeface="+mn-cs"/>
              </a:rPr>
              <a:t> with the CRCU </a:t>
            </a:r>
          </a:p>
        </p:txBody>
      </p:sp>
      <p:cxnSp>
        <p:nvCxnSpPr>
          <p:cNvPr id="127" name="Straight Arrow Connector 137">
            <a:extLst>
              <a:ext uri="{FF2B5EF4-FFF2-40B4-BE49-F238E27FC236}">
                <a16:creationId xmlns:a16="http://schemas.microsoft.com/office/drawing/2014/main" id="{4D72E99F-2449-7A42-1AC0-87585B51356B}"/>
              </a:ext>
            </a:extLst>
          </p:cNvPr>
          <p:cNvCxnSpPr>
            <a:cxnSpLocks/>
          </p:cNvCxnSpPr>
          <p:nvPr/>
        </p:nvCxnSpPr>
        <p:spPr>
          <a:xfrm>
            <a:off x="4215554" y="5552406"/>
            <a:ext cx="472866" cy="175685"/>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321" name="TextBox 320">
            <a:extLst>
              <a:ext uri="{FF2B5EF4-FFF2-40B4-BE49-F238E27FC236}">
                <a16:creationId xmlns:a16="http://schemas.microsoft.com/office/drawing/2014/main" id="{4E83EC59-D114-ED8E-043A-D0831CC51355}"/>
              </a:ext>
            </a:extLst>
          </p:cNvPr>
          <p:cNvSpPr txBox="1"/>
          <p:nvPr/>
        </p:nvSpPr>
        <p:spPr>
          <a:xfrm>
            <a:off x="2444210" y="5816853"/>
            <a:ext cx="1031069"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sng" strike="noStrike" kern="1200" cap="none" spc="0" normalizeH="0" baseline="0" noProof="0" dirty="0">
                <a:ln>
                  <a:noFill/>
                </a:ln>
                <a:solidFill>
                  <a:srgbClr val="000000"/>
                </a:solidFill>
                <a:effectLst/>
                <a:uLnTx/>
                <a:uFillTx/>
                <a:latin typeface="Arial"/>
                <a:ea typeface="+mn-ea"/>
                <a:cs typeface="+mn-cs"/>
              </a:rPr>
              <a:t>Inbound payment posting: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00000"/>
                </a:solidFill>
                <a:effectLst/>
                <a:uLnTx/>
                <a:uFillTx/>
                <a:latin typeface="Arial"/>
                <a:ea typeface="+mn-ea"/>
                <a:cs typeface="+mn-cs"/>
              </a:rPr>
              <a:t>  Db. Intercompany Nostro</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00000"/>
                </a:solidFill>
                <a:effectLst/>
                <a:uLnTx/>
                <a:uFillTx/>
                <a:latin typeface="Arial"/>
                <a:ea typeface="+mn-ea"/>
                <a:cs typeface="+mn-cs"/>
              </a:rPr>
              <a:t>      Cr. Client DDA</a:t>
            </a:r>
          </a:p>
        </p:txBody>
      </p:sp>
      <p:cxnSp>
        <p:nvCxnSpPr>
          <p:cNvPr id="322" name="Straight Arrow Connector 137">
            <a:extLst>
              <a:ext uri="{FF2B5EF4-FFF2-40B4-BE49-F238E27FC236}">
                <a16:creationId xmlns:a16="http://schemas.microsoft.com/office/drawing/2014/main" id="{915B9A12-4D86-57AD-EAB2-BB076C1A1C4D}"/>
              </a:ext>
            </a:extLst>
          </p:cNvPr>
          <p:cNvCxnSpPr>
            <a:cxnSpLocks/>
            <a:endCxn id="374" idx="1"/>
          </p:cNvCxnSpPr>
          <p:nvPr/>
        </p:nvCxnSpPr>
        <p:spPr>
          <a:xfrm>
            <a:off x="6911365" y="4107214"/>
            <a:ext cx="2797463" cy="118305"/>
          </a:xfrm>
          <a:prstGeom prst="bentConnector3">
            <a:avLst>
              <a:gd name="adj1" fmla="val -120"/>
            </a:avLst>
          </a:prstGeom>
          <a:noFill/>
          <a:ln w="6350" cap="flat" cmpd="sng" algn="ctr">
            <a:solidFill>
              <a:srgbClr val="000000"/>
            </a:solidFill>
            <a:prstDash val="solid"/>
            <a:headEnd type="none" w="sm" len="sm"/>
            <a:tailEnd type="triangle" w="sm" len="sm"/>
          </a:ln>
          <a:effectLst/>
        </p:spPr>
      </p:cxnSp>
      <p:sp>
        <p:nvSpPr>
          <p:cNvPr id="324" name="TextBox 323">
            <a:extLst>
              <a:ext uri="{FF2B5EF4-FFF2-40B4-BE49-F238E27FC236}">
                <a16:creationId xmlns:a16="http://schemas.microsoft.com/office/drawing/2014/main" id="{7B48B253-71B2-146E-35CE-11EFE5593451}"/>
              </a:ext>
            </a:extLst>
          </p:cNvPr>
          <p:cNvSpPr txBox="1"/>
          <p:nvPr/>
        </p:nvSpPr>
        <p:spPr>
          <a:xfrm>
            <a:off x="2439130" y="5445780"/>
            <a:ext cx="1031069"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sng" strike="noStrike" kern="1200" cap="none" spc="0" normalizeH="0" baseline="0" noProof="0" dirty="0">
                <a:ln>
                  <a:noFill/>
                </a:ln>
                <a:solidFill>
                  <a:srgbClr val="000000"/>
                </a:solidFill>
                <a:effectLst/>
                <a:uLnTx/>
                <a:uFillTx/>
                <a:latin typeface="Arial"/>
                <a:ea typeface="+mn-ea"/>
                <a:cs typeface="+mn-cs"/>
              </a:rPr>
              <a:t>Outbound payment posting: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strike="noStrike" kern="1200" cap="none" spc="0" normalizeH="0" baseline="0" noProof="0" dirty="0">
                <a:ln>
                  <a:noFill/>
                </a:ln>
                <a:solidFill>
                  <a:srgbClr val="000000"/>
                </a:solidFill>
                <a:effectLst/>
                <a:uLnTx/>
                <a:uFillTx/>
                <a:latin typeface="Arial"/>
                <a:ea typeface="+mn-ea"/>
                <a:cs typeface="+mn-cs"/>
              </a:rPr>
              <a:t>  Db. Client DDA</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strike="noStrike" kern="1200" cap="none" spc="0" normalizeH="0" baseline="0" noProof="0" dirty="0">
                <a:ln>
                  <a:noFill/>
                </a:ln>
                <a:solidFill>
                  <a:srgbClr val="000000"/>
                </a:solidFill>
                <a:effectLst/>
                <a:uLnTx/>
                <a:uFillTx/>
                <a:latin typeface="Arial"/>
                <a:ea typeface="+mn-ea"/>
                <a:cs typeface="+mn-cs"/>
              </a:rPr>
              <a:t>      Cr. Intercompany Nostro  </a:t>
            </a:r>
          </a:p>
        </p:txBody>
      </p:sp>
      <p:sp>
        <p:nvSpPr>
          <p:cNvPr id="371" name="TextBox 370">
            <a:extLst>
              <a:ext uri="{FF2B5EF4-FFF2-40B4-BE49-F238E27FC236}">
                <a16:creationId xmlns:a16="http://schemas.microsoft.com/office/drawing/2014/main" id="{056910AF-B5D6-533E-568C-B3AED2F0815E}"/>
              </a:ext>
            </a:extLst>
          </p:cNvPr>
          <p:cNvSpPr txBox="1"/>
          <p:nvPr/>
        </p:nvSpPr>
        <p:spPr>
          <a:xfrm>
            <a:off x="7263078" y="5816853"/>
            <a:ext cx="1142694"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sng" strike="noStrike" kern="1200" cap="none" spc="0" normalizeH="0" baseline="0" noProof="0" dirty="0">
                <a:ln>
                  <a:noFill/>
                </a:ln>
                <a:solidFill>
                  <a:srgbClr val="000000"/>
                </a:solidFill>
                <a:effectLst/>
                <a:uLnTx/>
                <a:uFillTx/>
                <a:latin typeface="Arial"/>
                <a:ea typeface="+mn-ea"/>
                <a:cs typeface="+mn-cs"/>
              </a:rPr>
              <a:t>Inbound payment posting: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00000"/>
                </a:solidFill>
                <a:effectLst/>
                <a:uLnTx/>
                <a:uFillTx/>
                <a:latin typeface="Arial"/>
                <a:ea typeface="+mn-ea"/>
                <a:cs typeface="+mn-cs"/>
              </a:rPr>
              <a:t>  Db. Nostro / Clearing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00000"/>
                </a:solidFill>
                <a:effectLst/>
                <a:uLnTx/>
                <a:uFillTx/>
                <a:latin typeface="Arial"/>
                <a:ea typeface="+mn-ea"/>
                <a:cs typeface="+mn-cs"/>
              </a:rPr>
              <a:t>      Cr. Intercompany Vostro</a:t>
            </a:r>
          </a:p>
        </p:txBody>
      </p:sp>
      <p:sp>
        <p:nvSpPr>
          <p:cNvPr id="372" name="TextBox 371">
            <a:extLst>
              <a:ext uri="{FF2B5EF4-FFF2-40B4-BE49-F238E27FC236}">
                <a16:creationId xmlns:a16="http://schemas.microsoft.com/office/drawing/2014/main" id="{2F04184B-3FE0-A2DB-8CF4-1844C22F958B}"/>
              </a:ext>
            </a:extLst>
          </p:cNvPr>
          <p:cNvSpPr txBox="1"/>
          <p:nvPr/>
        </p:nvSpPr>
        <p:spPr>
          <a:xfrm>
            <a:off x="8280250" y="3501479"/>
            <a:ext cx="1350400" cy="369332"/>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00000"/>
                </a:solidFill>
                <a:effectLst/>
                <a:uLnTx/>
                <a:uFillTx/>
                <a:latin typeface="Arial"/>
                <a:ea typeface="+mn-ea"/>
                <a:cs typeface="+mn-cs"/>
              </a:rPr>
              <a:t>Outbound payment to market / </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00000"/>
                </a:solidFill>
                <a:effectLst/>
                <a:uLnTx/>
                <a:uFillTx/>
                <a:latin typeface="Arial"/>
                <a:ea typeface="+mn-ea"/>
                <a:cs typeface="+mn-cs"/>
              </a:rPr>
              <a:t>Inbound payment settlement</a:t>
            </a:r>
          </a:p>
        </p:txBody>
      </p:sp>
      <p:sp>
        <p:nvSpPr>
          <p:cNvPr id="374" name="Rectangle 373">
            <a:extLst>
              <a:ext uri="{FF2B5EF4-FFF2-40B4-BE49-F238E27FC236}">
                <a16:creationId xmlns:a16="http://schemas.microsoft.com/office/drawing/2014/main" id="{228B196B-718D-7D3B-40DF-73067B3EE3CF}"/>
              </a:ext>
            </a:extLst>
          </p:cNvPr>
          <p:cNvSpPr/>
          <p:nvPr/>
        </p:nvSpPr>
        <p:spPr bwMode="gray">
          <a:xfrm>
            <a:off x="9708828" y="4113977"/>
            <a:ext cx="652780" cy="223083"/>
          </a:xfrm>
          <a:prstGeom prst="rect">
            <a:avLst/>
          </a:prstGeom>
          <a:solidFill>
            <a:srgbClr val="FFFFFF">
              <a:lumMod val="85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DWH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(Ops Data Store) </a:t>
            </a:r>
          </a:p>
        </p:txBody>
      </p:sp>
      <p:sp>
        <p:nvSpPr>
          <p:cNvPr id="377" name="Rectangle 376">
            <a:extLst>
              <a:ext uri="{FF2B5EF4-FFF2-40B4-BE49-F238E27FC236}">
                <a16:creationId xmlns:a16="http://schemas.microsoft.com/office/drawing/2014/main" id="{6B0067FE-8480-FE5C-AD26-954652BA8D58}"/>
              </a:ext>
            </a:extLst>
          </p:cNvPr>
          <p:cNvSpPr/>
          <p:nvPr/>
        </p:nvSpPr>
        <p:spPr bwMode="gray">
          <a:xfrm>
            <a:off x="9708828" y="4484055"/>
            <a:ext cx="652780" cy="223083"/>
          </a:xfrm>
          <a:prstGeom prst="rect">
            <a:avLst/>
          </a:prstGeom>
          <a:solidFill>
            <a:srgbClr val="FFFFFF">
              <a:lumMod val="85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SSCD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(Client Data Store) </a:t>
            </a:r>
          </a:p>
        </p:txBody>
      </p:sp>
      <p:cxnSp>
        <p:nvCxnSpPr>
          <p:cNvPr id="378" name="Straight Arrow Connector 137">
            <a:extLst>
              <a:ext uri="{FF2B5EF4-FFF2-40B4-BE49-F238E27FC236}">
                <a16:creationId xmlns:a16="http://schemas.microsoft.com/office/drawing/2014/main" id="{FF53D793-980A-A3F3-7845-88CF257D5431}"/>
              </a:ext>
            </a:extLst>
          </p:cNvPr>
          <p:cNvCxnSpPr>
            <a:cxnSpLocks/>
            <a:stCxn id="377" idx="0"/>
            <a:endCxn id="374" idx="2"/>
          </p:cNvCxnSpPr>
          <p:nvPr/>
        </p:nvCxnSpPr>
        <p:spPr>
          <a:xfrm flipV="1">
            <a:off x="10035218" y="4337060"/>
            <a:ext cx="0" cy="146995"/>
          </a:xfrm>
          <a:prstGeom prst="straightConnector1">
            <a:avLst/>
          </a:prstGeom>
          <a:noFill/>
          <a:ln w="6350" cap="flat" cmpd="sng" algn="ctr">
            <a:solidFill>
              <a:srgbClr val="000000"/>
            </a:solidFill>
            <a:prstDash val="solid"/>
            <a:headEnd type="triangle" w="sm" len="sm"/>
            <a:tailEnd type="none" w="sm" len="sm"/>
          </a:ln>
          <a:effectLst/>
        </p:spPr>
      </p:cxnSp>
      <p:cxnSp>
        <p:nvCxnSpPr>
          <p:cNvPr id="379" name="Straight Arrow Connector 137">
            <a:extLst>
              <a:ext uri="{FF2B5EF4-FFF2-40B4-BE49-F238E27FC236}">
                <a16:creationId xmlns:a16="http://schemas.microsoft.com/office/drawing/2014/main" id="{BE608210-B6E1-0BB6-50A6-EDF5B888098C}"/>
              </a:ext>
            </a:extLst>
          </p:cNvPr>
          <p:cNvCxnSpPr>
            <a:cxnSpLocks/>
            <a:endCxn id="380" idx="1"/>
          </p:cNvCxnSpPr>
          <p:nvPr/>
        </p:nvCxnSpPr>
        <p:spPr>
          <a:xfrm>
            <a:off x="8654494" y="4225519"/>
            <a:ext cx="1054334" cy="786638"/>
          </a:xfrm>
          <a:prstGeom prst="bentConnector3">
            <a:avLst>
              <a:gd name="adj1" fmla="val 68309"/>
            </a:avLst>
          </a:prstGeom>
          <a:noFill/>
          <a:ln w="6350" cap="flat" cmpd="sng" algn="ctr">
            <a:solidFill>
              <a:srgbClr val="000000"/>
            </a:solidFill>
            <a:prstDash val="solid"/>
            <a:headEnd type="none" w="sm" len="sm"/>
            <a:tailEnd type="triangle" w="sm" len="sm"/>
          </a:ln>
          <a:effectLst/>
        </p:spPr>
      </p:cxnSp>
      <p:sp>
        <p:nvSpPr>
          <p:cNvPr id="380" name="Rectangle 379">
            <a:extLst>
              <a:ext uri="{FF2B5EF4-FFF2-40B4-BE49-F238E27FC236}">
                <a16:creationId xmlns:a16="http://schemas.microsoft.com/office/drawing/2014/main" id="{AB6043F9-7F2B-42B6-14F7-115C86B4203A}"/>
              </a:ext>
            </a:extLst>
          </p:cNvPr>
          <p:cNvSpPr/>
          <p:nvPr/>
        </p:nvSpPr>
        <p:spPr bwMode="gray">
          <a:xfrm>
            <a:off x="9708828" y="4900615"/>
            <a:ext cx="652780" cy="223083"/>
          </a:xfrm>
          <a:prstGeom prst="rect">
            <a:avLst/>
          </a:prstGeom>
          <a:solidFill>
            <a:srgbClr val="FFFFFF">
              <a:lumMod val="85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err="1">
                <a:ln>
                  <a:noFill/>
                </a:ln>
                <a:solidFill>
                  <a:prstClr val="black"/>
                </a:solidFill>
                <a:effectLst/>
                <a:uLnTx/>
                <a:uFillTx/>
                <a:latin typeface="Arial"/>
                <a:ea typeface="+mn-ea"/>
                <a:cs typeface="+mn-cs"/>
              </a:rPr>
              <a:t>MyBanking</a:t>
            </a:r>
            <a:r>
              <a:rPr kumimoji="0" lang="en-US" sz="700" b="0" i="0" u="none" strike="noStrike" kern="0" cap="none" spc="0" normalizeH="0" baseline="0" noProof="0" dirty="0">
                <a:ln>
                  <a:noFill/>
                </a:ln>
                <a:solidFill>
                  <a:prstClr val="black"/>
                </a:solidFill>
                <a:effectLst/>
                <a:uLnTx/>
                <a:uFillTx/>
                <a:latin typeface="Arial"/>
                <a:ea typeface="+mn-ea"/>
                <a:cs typeface="+mn-cs"/>
              </a:rPr>
              <a: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(BAM Monitoring) </a:t>
            </a:r>
          </a:p>
        </p:txBody>
      </p:sp>
      <p:cxnSp>
        <p:nvCxnSpPr>
          <p:cNvPr id="381" name="Straight Arrow Connector 137">
            <a:extLst>
              <a:ext uri="{FF2B5EF4-FFF2-40B4-BE49-F238E27FC236}">
                <a16:creationId xmlns:a16="http://schemas.microsoft.com/office/drawing/2014/main" id="{048C322F-B4BB-45EE-E1BE-A05B645DD11E}"/>
              </a:ext>
            </a:extLst>
          </p:cNvPr>
          <p:cNvCxnSpPr>
            <a:cxnSpLocks/>
            <a:endCxn id="377" idx="1"/>
          </p:cNvCxnSpPr>
          <p:nvPr/>
        </p:nvCxnSpPr>
        <p:spPr>
          <a:xfrm>
            <a:off x="8654494" y="4225519"/>
            <a:ext cx="1054334" cy="370078"/>
          </a:xfrm>
          <a:prstGeom prst="bentConnector3">
            <a:avLst>
              <a:gd name="adj1" fmla="val 68309"/>
            </a:avLst>
          </a:prstGeom>
          <a:noFill/>
          <a:ln w="6350" cap="flat" cmpd="sng" algn="ctr">
            <a:solidFill>
              <a:srgbClr val="000000"/>
            </a:solidFill>
            <a:prstDash val="solid"/>
            <a:headEnd type="none" w="sm" len="sm"/>
            <a:tailEnd type="triangle" w="sm" len="sm"/>
          </a:ln>
          <a:effectLst/>
        </p:spPr>
      </p:cxnSp>
      <p:cxnSp>
        <p:nvCxnSpPr>
          <p:cNvPr id="382" name="Straight Arrow Connector 137">
            <a:extLst>
              <a:ext uri="{FF2B5EF4-FFF2-40B4-BE49-F238E27FC236}">
                <a16:creationId xmlns:a16="http://schemas.microsoft.com/office/drawing/2014/main" id="{51635675-6CB1-6DB6-6C28-14BFE0416731}"/>
              </a:ext>
            </a:extLst>
          </p:cNvPr>
          <p:cNvCxnSpPr>
            <a:cxnSpLocks/>
            <a:endCxn id="383" idx="1"/>
          </p:cNvCxnSpPr>
          <p:nvPr/>
        </p:nvCxnSpPr>
        <p:spPr>
          <a:xfrm>
            <a:off x="8654494" y="4225519"/>
            <a:ext cx="1054334" cy="1147318"/>
          </a:xfrm>
          <a:prstGeom prst="bentConnector3">
            <a:avLst>
              <a:gd name="adj1" fmla="val 68309"/>
            </a:avLst>
          </a:prstGeom>
          <a:noFill/>
          <a:ln w="6350" cap="flat" cmpd="sng" algn="ctr">
            <a:solidFill>
              <a:srgbClr val="000000"/>
            </a:solidFill>
            <a:prstDash val="solid"/>
            <a:headEnd type="none" w="sm" len="sm"/>
            <a:tailEnd type="triangle" w="sm" len="sm"/>
          </a:ln>
          <a:effectLst/>
        </p:spPr>
      </p:cxnSp>
      <p:sp>
        <p:nvSpPr>
          <p:cNvPr id="383" name="Rectangle 382">
            <a:extLst>
              <a:ext uri="{FF2B5EF4-FFF2-40B4-BE49-F238E27FC236}">
                <a16:creationId xmlns:a16="http://schemas.microsoft.com/office/drawing/2014/main" id="{5C9A54F9-6985-AC0B-48BD-F60EC02D12FC}"/>
              </a:ext>
            </a:extLst>
          </p:cNvPr>
          <p:cNvSpPr/>
          <p:nvPr/>
        </p:nvSpPr>
        <p:spPr bwMode="gray">
          <a:xfrm>
            <a:off x="9708828" y="5261295"/>
            <a:ext cx="652780" cy="223083"/>
          </a:xfrm>
          <a:prstGeom prst="rect">
            <a:avLst/>
          </a:prstGeom>
          <a:solidFill>
            <a:srgbClr val="FFFFFF">
              <a:lumMod val="85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Other Consumers</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(KAFKA)  </a:t>
            </a:r>
          </a:p>
        </p:txBody>
      </p:sp>
      <p:grpSp>
        <p:nvGrpSpPr>
          <p:cNvPr id="386" name="Group 385">
            <a:extLst>
              <a:ext uri="{FF2B5EF4-FFF2-40B4-BE49-F238E27FC236}">
                <a16:creationId xmlns:a16="http://schemas.microsoft.com/office/drawing/2014/main" id="{894AE93C-19A0-C351-B2A2-1E152F26DA8F}"/>
              </a:ext>
            </a:extLst>
          </p:cNvPr>
          <p:cNvGrpSpPr/>
          <p:nvPr/>
        </p:nvGrpSpPr>
        <p:grpSpPr>
          <a:xfrm>
            <a:off x="707806" y="2961073"/>
            <a:ext cx="586964" cy="1141860"/>
            <a:chOff x="974141" y="1962100"/>
            <a:chExt cx="586964" cy="1141860"/>
          </a:xfrm>
        </p:grpSpPr>
        <p:sp>
          <p:nvSpPr>
            <p:cNvPr id="387" name="Rectangle 386">
              <a:extLst>
                <a:ext uri="{FF2B5EF4-FFF2-40B4-BE49-F238E27FC236}">
                  <a16:creationId xmlns:a16="http://schemas.microsoft.com/office/drawing/2014/main" id="{F35F26B8-BF5D-5EC1-37E8-15985A67E32B}"/>
                </a:ext>
              </a:extLst>
            </p:cNvPr>
            <p:cNvSpPr/>
            <p:nvPr/>
          </p:nvSpPr>
          <p:spPr>
            <a:xfrm>
              <a:off x="974141" y="1962100"/>
              <a:ext cx="586964" cy="1141860"/>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Initiation Channels</a:t>
              </a:r>
            </a:p>
          </p:txBody>
        </p:sp>
        <p:pic>
          <p:nvPicPr>
            <p:cNvPr id="388" name="Picture 24" descr="Ui Ux outline">
              <a:extLst>
                <a:ext uri="{FF2B5EF4-FFF2-40B4-BE49-F238E27FC236}">
                  <a16:creationId xmlns:a16="http://schemas.microsoft.com/office/drawing/2014/main" id="{C20683A8-D57B-C340-7429-B2ECB0B05732}"/>
                </a:ext>
              </a:extLst>
            </p:cNvPr>
            <p:cNvPicPr>
              <a:picLocks noChangeAspect="1" noChangeArrowheads="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bwMode="auto">
            <a:xfrm>
              <a:off x="1122104" y="2669268"/>
              <a:ext cx="283847" cy="274465"/>
            </a:xfrm>
            <a:prstGeom prst="rect">
              <a:avLst/>
            </a:prstGeom>
            <a:noFill/>
            <a:extLst>
              <a:ext uri="{909E8E84-426E-40DD-AFC4-6F175D3DCCD1}">
                <a14:hiddenFill xmlns:a14="http://schemas.microsoft.com/office/drawing/2010/main">
                  <a:solidFill>
                    <a:srgbClr val="FFFFFF"/>
                  </a:solidFill>
                </a14:hiddenFill>
              </a:ext>
            </a:extLst>
          </p:spPr>
        </p:pic>
        <p:pic>
          <p:nvPicPr>
            <p:cNvPr id="389" name="Picture 2" descr="Flexible payment in our Middle Ages store ageofcraft.com">
              <a:extLst>
                <a:ext uri="{FF2B5EF4-FFF2-40B4-BE49-F238E27FC236}">
                  <a16:creationId xmlns:a16="http://schemas.microsoft.com/office/drawing/2014/main" id="{77F542F3-117F-1DFC-55E7-2B0A8660592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54516" y="2280242"/>
              <a:ext cx="227892" cy="212396"/>
            </a:xfrm>
            <a:prstGeom prst="rect">
              <a:avLst/>
            </a:prstGeom>
            <a:noFill/>
            <a:extLst>
              <a:ext uri="{909E8E84-426E-40DD-AFC4-6F175D3DCCD1}">
                <a14:hiddenFill xmlns:a14="http://schemas.microsoft.com/office/drawing/2010/main">
                  <a:solidFill>
                    <a:srgbClr val="FFFFFF"/>
                  </a:solidFill>
                </a14:hiddenFill>
              </a:ext>
            </a:extLst>
          </p:spPr>
        </p:pic>
        <p:sp>
          <p:nvSpPr>
            <p:cNvPr id="390" name="TextBox 389">
              <a:extLst>
                <a:ext uri="{FF2B5EF4-FFF2-40B4-BE49-F238E27FC236}">
                  <a16:creationId xmlns:a16="http://schemas.microsoft.com/office/drawing/2014/main" id="{0AABB493-18C6-DE94-9145-7CA879A04A91}"/>
                </a:ext>
              </a:extLst>
            </p:cNvPr>
            <p:cNvSpPr txBox="1"/>
            <p:nvPr/>
          </p:nvSpPr>
          <p:spPr>
            <a:xfrm>
              <a:off x="1061862" y="2513123"/>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a:t>
              </a:r>
            </a:p>
          </p:txBody>
        </p:sp>
        <p:sp>
          <p:nvSpPr>
            <p:cNvPr id="391" name="TextBox 390">
              <a:extLst>
                <a:ext uri="{FF2B5EF4-FFF2-40B4-BE49-F238E27FC236}">
                  <a16:creationId xmlns:a16="http://schemas.microsoft.com/office/drawing/2014/main" id="{BF4FAE6E-322C-2A45-3249-210F604DF818}"/>
                </a:ext>
              </a:extLst>
            </p:cNvPr>
            <p:cNvSpPr txBox="1"/>
            <p:nvPr/>
          </p:nvSpPr>
          <p:spPr>
            <a:xfrm>
              <a:off x="1062878" y="2943907"/>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Systems</a:t>
              </a:r>
            </a:p>
          </p:txBody>
        </p:sp>
      </p:grpSp>
      <p:sp>
        <p:nvSpPr>
          <p:cNvPr id="91" name="Rectangle 90">
            <a:extLst>
              <a:ext uri="{FF2B5EF4-FFF2-40B4-BE49-F238E27FC236}">
                <a16:creationId xmlns:a16="http://schemas.microsoft.com/office/drawing/2014/main" id="{212433EA-6C0D-F998-C02F-5F3076D390EF}"/>
              </a:ext>
            </a:extLst>
          </p:cNvPr>
          <p:cNvSpPr/>
          <p:nvPr/>
        </p:nvSpPr>
        <p:spPr bwMode="gray">
          <a:xfrm>
            <a:off x="5051532" y="5136244"/>
            <a:ext cx="505468" cy="276999"/>
          </a:xfrm>
          <a:prstGeom prst="rect">
            <a:avLst/>
          </a:prstGeom>
          <a:solidFill>
            <a:srgbClr val="E0FAD2"/>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1" i="0" u="none" strike="noStrike" kern="0" cap="none" spc="0" normalizeH="0" baseline="0" noProof="0" dirty="0">
                <a:ln>
                  <a:noFill/>
                </a:ln>
                <a:solidFill>
                  <a:prstClr val="black"/>
                </a:solidFill>
                <a:effectLst/>
                <a:uLnTx/>
                <a:uFillTx/>
                <a:latin typeface="Arial"/>
                <a:ea typeface="+mn-ea"/>
                <a:cs typeface="+mn-cs"/>
              </a:rPr>
              <a:t>CRCU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(Credit / Risk)</a:t>
            </a:r>
          </a:p>
        </p:txBody>
      </p:sp>
      <p:sp>
        <p:nvSpPr>
          <p:cNvPr id="92" name="Rectangle 91">
            <a:extLst>
              <a:ext uri="{FF2B5EF4-FFF2-40B4-BE49-F238E27FC236}">
                <a16:creationId xmlns:a16="http://schemas.microsoft.com/office/drawing/2014/main" id="{B45FF488-0DB5-6739-862A-12CA366E7E05}"/>
              </a:ext>
            </a:extLst>
          </p:cNvPr>
          <p:cNvSpPr/>
          <p:nvPr/>
        </p:nvSpPr>
        <p:spPr bwMode="gray">
          <a:xfrm>
            <a:off x="3037728" y="4389212"/>
            <a:ext cx="4654445" cy="254168"/>
          </a:xfrm>
          <a:prstGeom prst="rect">
            <a:avLst/>
          </a:prstGeom>
          <a:solidFill>
            <a:srgbClr val="E4ECF0"/>
          </a:solid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Gateway (GWH)   </a:t>
            </a:r>
          </a:p>
        </p:txBody>
      </p:sp>
      <p:sp>
        <p:nvSpPr>
          <p:cNvPr id="97" name="Rectangle 96">
            <a:extLst>
              <a:ext uri="{FF2B5EF4-FFF2-40B4-BE49-F238E27FC236}">
                <a16:creationId xmlns:a16="http://schemas.microsoft.com/office/drawing/2014/main" id="{7C5BCA55-6A77-0FEE-18F5-E8D15351D1F1}"/>
              </a:ext>
            </a:extLst>
          </p:cNvPr>
          <p:cNvSpPr/>
          <p:nvPr/>
        </p:nvSpPr>
        <p:spPr bwMode="gray">
          <a:xfrm>
            <a:off x="7441220" y="3248770"/>
            <a:ext cx="250659" cy="1147318"/>
          </a:xfrm>
          <a:prstGeom prst="rect">
            <a:avLst/>
          </a:prstGeom>
          <a:solidFill>
            <a:srgbClr val="E4ECF0"/>
          </a:solid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black"/>
              </a:solidFill>
              <a:effectLst/>
              <a:uLnTx/>
              <a:uFillTx/>
              <a:latin typeface="Arial"/>
              <a:ea typeface="+mn-ea"/>
              <a:cs typeface="+mn-cs"/>
            </a:endParaRPr>
          </a:p>
        </p:txBody>
      </p:sp>
      <p:sp>
        <p:nvSpPr>
          <p:cNvPr id="98" name="Rectangle 97">
            <a:extLst>
              <a:ext uri="{FF2B5EF4-FFF2-40B4-BE49-F238E27FC236}">
                <a16:creationId xmlns:a16="http://schemas.microsoft.com/office/drawing/2014/main" id="{FC57A9A2-3E01-89C5-E878-E14B80F21C0F}"/>
              </a:ext>
            </a:extLst>
          </p:cNvPr>
          <p:cNvSpPr/>
          <p:nvPr/>
        </p:nvSpPr>
        <p:spPr bwMode="gray">
          <a:xfrm>
            <a:off x="3040244" y="3248770"/>
            <a:ext cx="257928" cy="1147318"/>
          </a:xfrm>
          <a:prstGeom prst="rect">
            <a:avLst/>
          </a:prstGeom>
          <a:solidFill>
            <a:srgbClr val="E4ECF0"/>
          </a:solid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black"/>
              </a:solidFill>
              <a:effectLst/>
              <a:uLnTx/>
              <a:uFillTx/>
              <a:latin typeface="Arial"/>
              <a:ea typeface="+mn-ea"/>
              <a:cs typeface="+mn-cs"/>
            </a:endParaRPr>
          </a:p>
        </p:txBody>
      </p:sp>
      <p:cxnSp>
        <p:nvCxnSpPr>
          <p:cNvPr id="101" name="Straight Arrow Connector 137">
            <a:extLst>
              <a:ext uri="{FF2B5EF4-FFF2-40B4-BE49-F238E27FC236}">
                <a16:creationId xmlns:a16="http://schemas.microsoft.com/office/drawing/2014/main" id="{5EA3C163-929B-6FBF-0513-BD5FDF9CE013}"/>
              </a:ext>
            </a:extLst>
          </p:cNvPr>
          <p:cNvCxnSpPr>
            <a:cxnSpLocks/>
            <a:stCxn id="30" idx="3"/>
            <a:endCxn id="91" idx="1"/>
          </p:cNvCxnSpPr>
          <p:nvPr/>
        </p:nvCxnSpPr>
        <p:spPr>
          <a:xfrm flipV="1">
            <a:off x="4155305" y="5274744"/>
            <a:ext cx="896227" cy="786"/>
          </a:xfrm>
          <a:prstGeom prst="straightConnector1">
            <a:avLst/>
          </a:prstGeom>
          <a:noFill/>
          <a:ln w="6350" cap="flat" cmpd="sng" algn="ctr">
            <a:solidFill>
              <a:srgbClr val="000000"/>
            </a:solidFill>
            <a:prstDash val="solid"/>
            <a:headEnd type="triangle" w="sm" len="sm"/>
            <a:tailEnd type="triangle" w="sm" len="sm"/>
          </a:ln>
          <a:effectLst/>
        </p:spPr>
      </p:cxnSp>
      <p:cxnSp>
        <p:nvCxnSpPr>
          <p:cNvPr id="104" name="Straight Arrow Connector 137">
            <a:extLst>
              <a:ext uri="{FF2B5EF4-FFF2-40B4-BE49-F238E27FC236}">
                <a16:creationId xmlns:a16="http://schemas.microsoft.com/office/drawing/2014/main" id="{DD3FD9CA-A67B-D88E-CF6D-4585602D7EEC}"/>
              </a:ext>
            </a:extLst>
          </p:cNvPr>
          <p:cNvCxnSpPr>
            <a:cxnSpLocks/>
            <a:stCxn id="91" idx="3"/>
            <a:endCxn id="31" idx="1"/>
          </p:cNvCxnSpPr>
          <p:nvPr/>
        </p:nvCxnSpPr>
        <p:spPr>
          <a:xfrm>
            <a:off x="5557000" y="5274744"/>
            <a:ext cx="913486" cy="4596"/>
          </a:xfrm>
          <a:prstGeom prst="straightConnector1">
            <a:avLst/>
          </a:prstGeom>
          <a:noFill/>
          <a:ln w="6350" cap="flat" cmpd="sng" algn="ctr">
            <a:solidFill>
              <a:srgbClr val="000000"/>
            </a:solidFill>
            <a:prstDash val="solid"/>
            <a:headEnd type="triangle" w="sm" len="sm"/>
            <a:tailEnd type="triangle" w="sm" len="sm"/>
          </a:ln>
          <a:effectLst/>
        </p:spPr>
      </p:cxnSp>
      <p:sp>
        <p:nvSpPr>
          <p:cNvPr id="99" name="Rectangle 98">
            <a:extLst>
              <a:ext uri="{FF2B5EF4-FFF2-40B4-BE49-F238E27FC236}">
                <a16:creationId xmlns:a16="http://schemas.microsoft.com/office/drawing/2014/main" id="{59DC9F6F-26E7-1A15-617F-770ADFD83051}"/>
              </a:ext>
            </a:extLst>
          </p:cNvPr>
          <p:cNvSpPr/>
          <p:nvPr/>
        </p:nvSpPr>
        <p:spPr bwMode="gray">
          <a:xfrm>
            <a:off x="4487053" y="4398484"/>
            <a:ext cx="257928" cy="1125394"/>
          </a:xfrm>
          <a:prstGeom prst="rect">
            <a:avLst/>
          </a:prstGeom>
          <a:solidFill>
            <a:srgbClr val="E4ECF0"/>
          </a:solid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black"/>
              </a:solidFill>
              <a:effectLst/>
              <a:uLnTx/>
              <a:uFillTx/>
              <a:latin typeface="Arial"/>
              <a:ea typeface="+mn-ea"/>
              <a:cs typeface="+mn-cs"/>
            </a:endParaRPr>
          </a:p>
        </p:txBody>
      </p:sp>
      <p:sp>
        <p:nvSpPr>
          <p:cNvPr id="100" name="Rectangle 99">
            <a:extLst>
              <a:ext uri="{FF2B5EF4-FFF2-40B4-BE49-F238E27FC236}">
                <a16:creationId xmlns:a16="http://schemas.microsoft.com/office/drawing/2014/main" id="{A7D8AC68-59D8-5EFE-1FC1-317AE930F745}"/>
              </a:ext>
            </a:extLst>
          </p:cNvPr>
          <p:cNvSpPr/>
          <p:nvPr/>
        </p:nvSpPr>
        <p:spPr bwMode="gray">
          <a:xfrm>
            <a:off x="5881513" y="4392388"/>
            <a:ext cx="257928" cy="1125394"/>
          </a:xfrm>
          <a:prstGeom prst="rect">
            <a:avLst/>
          </a:prstGeom>
          <a:solidFill>
            <a:srgbClr val="E4ECF0"/>
          </a:solidFill>
          <a:ln w="6350" algn="ctr">
            <a:no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black"/>
              </a:solidFill>
              <a:effectLst/>
              <a:uLnTx/>
              <a:uFillTx/>
              <a:latin typeface="Arial"/>
              <a:ea typeface="+mn-ea"/>
              <a:cs typeface="+mn-cs"/>
            </a:endParaRPr>
          </a:p>
        </p:txBody>
      </p:sp>
      <p:sp>
        <p:nvSpPr>
          <p:cNvPr id="108" name="TextBox 107">
            <a:extLst>
              <a:ext uri="{FF2B5EF4-FFF2-40B4-BE49-F238E27FC236}">
                <a16:creationId xmlns:a16="http://schemas.microsoft.com/office/drawing/2014/main" id="{C67CEC68-383F-60BF-C8E6-50F0A52E4E5C}"/>
              </a:ext>
            </a:extLst>
          </p:cNvPr>
          <p:cNvSpPr txBox="1"/>
          <p:nvPr/>
        </p:nvSpPr>
        <p:spPr>
          <a:xfrm>
            <a:off x="7953427" y="4220600"/>
            <a:ext cx="1329678" cy="661720"/>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1" i="0" strike="noStrike" kern="1200" cap="none" spc="0" normalizeH="0" baseline="0" noProof="0" dirty="0">
                <a:ln>
                  <a:noFill/>
                </a:ln>
                <a:solidFill>
                  <a:srgbClr val="313131"/>
                </a:solidFill>
                <a:effectLst/>
                <a:uLnTx/>
                <a:uFillTx/>
                <a:latin typeface="Arial"/>
                <a:ea typeface="+mn-ea"/>
                <a:cs typeface="+mn-cs"/>
              </a:rPr>
              <a:t>Data Distribution</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313131"/>
                </a:solidFill>
                <a:effectLst/>
                <a:uLnTx/>
                <a:uFillTx/>
                <a:latin typeface="Arial"/>
                <a:ea typeface="+mn-ea"/>
                <a:cs typeface="+mn-cs"/>
              </a:rPr>
              <a:t>Near Real-Time (NRT) message flow from Payment and Banking platforms </a:t>
            </a:r>
            <a:r>
              <a:rPr lang="en-US" sz="600" dirty="0">
                <a:solidFill>
                  <a:srgbClr val="313131"/>
                </a:solidFill>
                <a:latin typeface="Arial"/>
              </a:rPr>
              <a:t>to </a:t>
            </a:r>
            <a:r>
              <a:rPr kumimoji="0" lang="en-US" sz="600" b="0" i="0" u="none" strike="noStrike" kern="1200" cap="none" spc="0" normalizeH="0" baseline="0" noProof="0" dirty="0">
                <a:ln>
                  <a:noFill/>
                </a:ln>
                <a:solidFill>
                  <a:srgbClr val="313131"/>
                </a:solidFill>
                <a:effectLst/>
                <a:uLnTx/>
                <a:uFillTx/>
                <a:latin typeface="Arial"/>
                <a:ea typeface="+mn-ea"/>
                <a:cs typeface="+mn-cs"/>
              </a:rPr>
              <a:t>consuming systems (Unified Payment / Banking record)  </a:t>
            </a:r>
          </a:p>
        </p:txBody>
      </p:sp>
      <p:sp>
        <p:nvSpPr>
          <p:cNvPr id="326" name="Rectangle 325">
            <a:extLst>
              <a:ext uri="{FF2B5EF4-FFF2-40B4-BE49-F238E27FC236}">
                <a16:creationId xmlns:a16="http://schemas.microsoft.com/office/drawing/2014/main" id="{D27CB551-6FFB-E04D-B663-91B980B960FF}"/>
              </a:ext>
            </a:extLst>
          </p:cNvPr>
          <p:cNvSpPr/>
          <p:nvPr/>
        </p:nvSpPr>
        <p:spPr bwMode="gray">
          <a:xfrm>
            <a:off x="1842148" y="3310715"/>
            <a:ext cx="607037" cy="436947"/>
          </a:xfrm>
          <a:prstGeom prst="rect">
            <a:avLst/>
          </a:prstGeom>
          <a:solidFill>
            <a:srgbClr val="F56E00">
              <a:lumMod val="20000"/>
              <a:lumOff val="80000"/>
            </a:srgbClr>
          </a:solidFill>
          <a:ln w="6350" algn="ctr">
            <a:solidFill>
              <a:srgbClr val="000000"/>
            </a:solidFill>
            <a:miter lim="800000"/>
            <a:headEnd/>
            <a:tailEnd/>
          </a:ln>
        </p:spPr>
        <p:txBody>
          <a:bodyPr wrap="square" lIns="0" tIns="27432" rIns="0" bIns="91440" rtlCol="0" anchor="t"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50" b="1" i="0" u="none" strike="noStrike" kern="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50" b="1" i="0" u="none" strike="noStrike" kern="0" cap="none" spc="0" normalizeH="0" baseline="0" noProof="0" dirty="0">
                <a:ln>
                  <a:noFill/>
                </a:ln>
                <a:solidFill>
                  <a:prstClr val="black"/>
                </a:solidFill>
                <a:effectLst/>
                <a:uLnTx/>
                <a:uFillTx/>
                <a:latin typeface="Arial"/>
                <a:ea typeface="+mn-ea"/>
                <a:cs typeface="+mn-cs"/>
              </a:rPr>
              <a:t>Integration Services</a:t>
            </a:r>
          </a:p>
        </p:txBody>
      </p:sp>
      <p:sp>
        <p:nvSpPr>
          <p:cNvPr id="327" name="Rectangle 326">
            <a:extLst>
              <a:ext uri="{FF2B5EF4-FFF2-40B4-BE49-F238E27FC236}">
                <a16:creationId xmlns:a16="http://schemas.microsoft.com/office/drawing/2014/main" id="{77FA80E3-78E8-B5BA-8CF2-7A3A7D346F24}"/>
              </a:ext>
            </a:extLst>
          </p:cNvPr>
          <p:cNvSpPr/>
          <p:nvPr/>
        </p:nvSpPr>
        <p:spPr bwMode="gray">
          <a:xfrm>
            <a:off x="2564269" y="3631868"/>
            <a:ext cx="324667" cy="195113"/>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p:txBody>
      </p:sp>
      <p:sp>
        <p:nvSpPr>
          <p:cNvPr id="17" name="Rectangle 16">
            <a:extLst>
              <a:ext uri="{FF2B5EF4-FFF2-40B4-BE49-F238E27FC236}">
                <a16:creationId xmlns:a16="http://schemas.microsoft.com/office/drawing/2014/main" id="{CFA149EA-8D6E-FF97-A7A9-A4CC51CC056E}"/>
              </a:ext>
            </a:extLst>
          </p:cNvPr>
          <p:cNvSpPr/>
          <p:nvPr/>
        </p:nvSpPr>
        <p:spPr bwMode="gray">
          <a:xfrm>
            <a:off x="1411573" y="4149636"/>
            <a:ext cx="329283" cy="203442"/>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Other</a:t>
            </a:r>
            <a:r>
              <a:rPr kumimoji="0" lang="en-US" sz="600" b="0" i="0" u="none" strike="noStrike" kern="0" cap="none" spc="0" normalizeH="0" baseline="0" noProof="0" dirty="0">
                <a:ln>
                  <a:noFill/>
                </a:ln>
                <a:solidFill>
                  <a:prstClr val="black"/>
                </a:solidFill>
                <a:effectLst/>
                <a:uLnTx/>
                <a:uFillTx/>
                <a:latin typeface="Arial"/>
                <a:ea typeface="+mn-ea"/>
                <a:cs typeface="+mn-cs"/>
              </a:rPr>
              <a:t> Formats</a:t>
            </a:r>
          </a:p>
        </p:txBody>
      </p:sp>
      <p:sp>
        <p:nvSpPr>
          <p:cNvPr id="110" name="TextBox 109">
            <a:extLst>
              <a:ext uri="{FF2B5EF4-FFF2-40B4-BE49-F238E27FC236}">
                <a16:creationId xmlns:a16="http://schemas.microsoft.com/office/drawing/2014/main" id="{65BC7696-5C03-0A81-1D19-4D12A84373A5}"/>
              </a:ext>
            </a:extLst>
          </p:cNvPr>
          <p:cNvSpPr txBox="1"/>
          <p:nvPr/>
        </p:nvSpPr>
        <p:spPr>
          <a:xfrm>
            <a:off x="2408150" y="5086320"/>
            <a:ext cx="1005572"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1" i="0" strike="noStrike" kern="1200" cap="none" spc="0" normalizeH="0" baseline="0" noProof="0" dirty="0">
                <a:ln>
                  <a:noFill/>
                </a:ln>
                <a:solidFill>
                  <a:srgbClr val="000000"/>
                </a:solidFill>
                <a:effectLst/>
                <a:uLnTx/>
                <a:uFillTx/>
                <a:latin typeface="Arial"/>
                <a:ea typeface="+mn-ea"/>
                <a:cs typeface="+mn-cs"/>
              </a:rPr>
              <a:t>Banking Branch of Client Deposit Account</a:t>
            </a:r>
          </a:p>
        </p:txBody>
      </p:sp>
      <p:sp>
        <p:nvSpPr>
          <p:cNvPr id="111" name="TextBox 110">
            <a:extLst>
              <a:ext uri="{FF2B5EF4-FFF2-40B4-BE49-F238E27FC236}">
                <a16:creationId xmlns:a16="http://schemas.microsoft.com/office/drawing/2014/main" id="{98478098-07D9-5025-B489-97577C21AB15}"/>
              </a:ext>
            </a:extLst>
          </p:cNvPr>
          <p:cNvSpPr txBox="1"/>
          <p:nvPr/>
        </p:nvSpPr>
        <p:spPr>
          <a:xfrm>
            <a:off x="7104112" y="5086320"/>
            <a:ext cx="1329675"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1" i="0" strike="noStrike" kern="1200" cap="none" spc="0" normalizeH="0" baseline="0" noProof="0" dirty="0">
                <a:ln>
                  <a:noFill/>
                </a:ln>
                <a:solidFill>
                  <a:srgbClr val="000000"/>
                </a:solidFill>
                <a:effectLst/>
                <a:uLnTx/>
                <a:uFillTx/>
                <a:latin typeface="Arial"/>
                <a:ea typeface="+mn-ea"/>
                <a:cs typeface="+mn-cs"/>
              </a:rPr>
              <a:t>Banking Branch of </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1" i="0" strike="noStrike" kern="1200" cap="none" spc="0" normalizeH="0" baseline="0" noProof="0" dirty="0">
                <a:ln>
                  <a:noFill/>
                </a:ln>
                <a:solidFill>
                  <a:srgbClr val="000000"/>
                </a:solidFill>
                <a:effectLst/>
                <a:uLnTx/>
                <a:uFillTx/>
                <a:latin typeface="Arial"/>
                <a:ea typeface="+mn-ea"/>
                <a:cs typeface="+mn-cs"/>
              </a:rPr>
              <a:t>Market Settlement Account</a:t>
            </a:r>
          </a:p>
        </p:txBody>
      </p:sp>
      <p:sp>
        <p:nvSpPr>
          <p:cNvPr id="9" name="TextBox 8">
            <a:extLst>
              <a:ext uri="{FF2B5EF4-FFF2-40B4-BE49-F238E27FC236}">
                <a16:creationId xmlns:a16="http://schemas.microsoft.com/office/drawing/2014/main" id="{E1470A3F-F324-03FF-8AE1-9127D4BA3555}"/>
              </a:ext>
            </a:extLst>
          </p:cNvPr>
          <p:cNvSpPr txBox="1"/>
          <p:nvPr/>
        </p:nvSpPr>
        <p:spPr>
          <a:xfrm>
            <a:off x="2517202" y="3794729"/>
            <a:ext cx="516230" cy="384721"/>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Pacs.008</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650" dirty="0">
                <a:solidFill>
                  <a:srgbClr val="020B5B"/>
                </a:solidFill>
                <a:latin typeface="Arial"/>
              </a:rPr>
              <a:t>Pacs.009</a:t>
            </a:r>
          </a:p>
        </p:txBody>
      </p:sp>
    </p:spTree>
    <p:extLst>
      <p:ext uri="{BB962C8B-B14F-4D97-AF65-F5344CB8AC3E}">
        <p14:creationId xmlns:p14="http://schemas.microsoft.com/office/powerpoint/2010/main" val="3682996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4" name="Straight Arrow Connector 137">
            <a:extLst>
              <a:ext uri="{FF2B5EF4-FFF2-40B4-BE49-F238E27FC236}">
                <a16:creationId xmlns:a16="http://schemas.microsoft.com/office/drawing/2014/main" id="{7C5F4A8D-A64D-6882-E1FC-74627CCF7384}"/>
              </a:ext>
            </a:extLst>
          </p:cNvPr>
          <p:cNvCxnSpPr>
            <a:cxnSpLocks/>
            <a:stCxn id="244" idx="3"/>
            <a:endCxn id="7" idx="1"/>
          </p:cNvCxnSpPr>
          <p:nvPr/>
        </p:nvCxnSpPr>
        <p:spPr>
          <a:xfrm>
            <a:off x="4693822" y="2686612"/>
            <a:ext cx="1690211" cy="0"/>
          </a:xfrm>
          <a:prstGeom prst="straightConnector1">
            <a:avLst/>
          </a:prstGeom>
          <a:noFill/>
          <a:ln w="6350" cap="flat" cmpd="sng" algn="ctr">
            <a:solidFill>
              <a:srgbClr val="000000"/>
            </a:solidFill>
            <a:prstDash val="solid"/>
            <a:headEnd type="none" w="med" len="sm"/>
            <a:tailEnd type="triangle" w="sm" len="sm"/>
          </a:ln>
          <a:effectLst/>
        </p:spPr>
      </p:cxnSp>
      <p:grpSp>
        <p:nvGrpSpPr>
          <p:cNvPr id="236" name="Group 235">
            <a:extLst>
              <a:ext uri="{FF2B5EF4-FFF2-40B4-BE49-F238E27FC236}">
                <a16:creationId xmlns:a16="http://schemas.microsoft.com/office/drawing/2014/main" id="{1DE15893-0158-15B2-883C-E966297A2951}"/>
              </a:ext>
            </a:extLst>
          </p:cNvPr>
          <p:cNvGrpSpPr/>
          <p:nvPr/>
        </p:nvGrpSpPr>
        <p:grpSpPr>
          <a:xfrm>
            <a:off x="9047943" y="2394552"/>
            <a:ext cx="576449" cy="579245"/>
            <a:chOff x="9709459" y="1825670"/>
            <a:chExt cx="576449" cy="579245"/>
          </a:xfrm>
        </p:grpSpPr>
        <p:sp>
          <p:nvSpPr>
            <p:cNvPr id="240" name="Rectangle 239">
              <a:extLst>
                <a:ext uri="{FF2B5EF4-FFF2-40B4-BE49-F238E27FC236}">
                  <a16:creationId xmlns:a16="http://schemas.microsoft.com/office/drawing/2014/main" id="{8C0CC622-6E66-D71D-BAC4-4E0103FDBB52}"/>
                </a:ext>
              </a:extLst>
            </p:cNvPr>
            <p:cNvSpPr/>
            <p:nvPr/>
          </p:nvSpPr>
          <p:spPr>
            <a:xfrm>
              <a:off x="9709459" y="1825670"/>
              <a:ext cx="576449" cy="579245"/>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 Market</a:t>
              </a:r>
            </a:p>
          </p:txBody>
        </p:sp>
        <p:pic>
          <p:nvPicPr>
            <p:cNvPr id="241" name="Picture 143" descr="Bank outline">
              <a:extLst>
                <a:ext uri="{FF2B5EF4-FFF2-40B4-BE49-F238E27FC236}">
                  <a16:creationId xmlns:a16="http://schemas.microsoft.com/office/drawing/2014/main" id="{84088636-0BCF-FC76-4949-4C98800CE5E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840799" y="1968002"/>
              <a:ext cx="323226" cy="292370"/>
            </a:xfrm>
            <a:prstGeom prst="rect">
              <a:avLst/>
            </a:prstGeom>
          </p:spPr>
        </p:pic>
      </p:grpSp>
      <p:grpSp>
        <p:nvGrpSpPr>
          <p:cNvPr id="243" name="Group 242">
            <a:extLst>
              <a:ext uri="{FF2B5EF4-FFF2-40B4-BE49-F238E27FC236}">
                <a16:creationId xmlns:a16="http://schemas.microsoft.com/office/drawing/2014/main" id="{C1C821CD-63D8-EB65-170B-6CADFCF4A5B1}"/>
              </a:ext>
            </a:extLst>
          </p:cNvPr>
          <p:cNvGrpSpPr/>
          <p:nvPr/>
        </p:nvGrpSpPr>
        <p:grpSpPr>
          <a:xfrm>
            <a:off x="3693210" y="2469305"/>
            <a:ext cx="1000612" cy="434614"/>
            <a:chOff x="10299231" y="1754936"/>
            <a:chExt cx="795489" cy="434614"/>
          </a:xfrm>
        </p:grpSpPr>
        <p:sp>
          <p:nvSpPr>
            <p:cNvPr id="244" name="Rectangle 243">
              <a:extLst>
                <a:ext uri="{FF2B5EF4-FFF2-40B4-BE49-F238E27FC236}">
                  <a16:creationId xmlns:a16="http://schemas.microsoft.com/office/drawing/2014/main" id="{2CB512B0-202A-FE7C-93E1-9B3575611DBD}"/>
                </a:ext>
              </a:extLst>
            </p:cNvPr>
            <p:cNvSpPr/>
            <p:nvPr/>
          </p:nvSpPr>
          <p:spPr bwMode="gray">
            <a:xfrm>
              <a:off x="10299231" y="1754936"/>
              <a:ext cx="795489" cy="434614"/>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245" name="Rectangle 244">
              <a:extLst>
                <a:ext uri="{FF2B5EF4-FFF2-40B4-BE49-F238E27FC236}">
                  <a16:creationId xmlns:a16="http://schemas.microsoft.com/office/drawing/2014/main" id="{E244F800-8814-7E88-673F-BB7647F9F49D}"/>
                </a:ext>
              </a:extLst>
            </p:cNvPr>
            <p:cNvSpPr/>
            <p:nvPr/>
          </p:nvSpPr>
          <p:spPr bwMode="gray">
            <a:xfrm>
              <a:off x="10512248" y="1776779"/>
              <a:ext cx="366606" cy="387163"/>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R</a:t>
              </a:r>
              <a:r>
                <a:rPr lang="en-US" sz="700" b="1" kern="0" dirty="0">
                  <a:solidFill>
                    <a:prstClr val="black"/>
                  </a:solidFill>
                  <a:latin typeface="Arial"/>
                </a:rPr>
                <a:t>TPS</a:t>
              </a:r>
              <a:r>
                <a:rPr kumimoji="0" lang="en-US" sz="700" b="1" i="0" u="none" strike="noStrike" kern="0" cap="none" spc="0" normalizeH="0" baseline="0" noProof="0" dirty="0">
                  <a:ln>
                    <a:noFill/>
                  </a:ln>
                  <a:solidFill>
                    <a:prstClr val="black"/>
                  </a:solidFill>
                  <a:effectLst/>
                  <a:uLnTx/>
                  <a:uFillTx/>
                  <a:latin typeface="Arial"/>
                  <a:ea typeface="+mn-ea"/>
                  <a:cs typeface="+mn-cs"/>
                </a:rPr>
                <a:t> </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Lon</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246" name="Rectangle 245">
              <a:extLst>
                <a:ext uri="{FF2B5EF4-FFF2-40B4-BE49-F238E27FC236}">
                  <a16:creationId xmlns:a16="http://schemas.microsoft.com/office/drawing/2014/main" id="{21F1C83A-1461-D6BC-2104-80D9712E4F1F}"/>
                </a:ext>
              </a:extLst>
            </p:cNvPr>
            <p:cNvSpPr/>
            <p:nvPr/>
          </p:nvSpPr>
          <p:spPr bwMode="gray">
            <a:xfrm>
              <a:off x="103189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sp>
          <p:nvSpPr>
            <p:cNvPr id="247" name="Rectangle 246">
              <a:extLst>
                <a:ext uri="{FF2B5EF4-FFF2-40B4-BE49-F238E27FC236}">
                  <a16:creationId xmlns:a16="http://schemas.microsoft.com/office/drawing/2014/main" id="{4DCE7F72-0EAC-6255-E822-CDB8AAD1151D}"/>
                </a:ext>
              </a:extLst>
            </p:cNvPr>
            <p:cNvSpPr/>
            <p:nvPr/>
          </p:nvSpPr>
          <p:spPr bwMode="gray">
            <a:xfrm>
              <a:off x="109031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grpSp>
      <p:cxnSp>
        <p:nvCxnSpPr>
          <p:cNvPr id="267" name="Straight Arrow Connector 137">
            <a:extLst>
              <a:ext uri="{FF2B5EF4-FFF2-40B4-BE49-F238E27FC236}">
                <a16:creationId xmlns:a16="http://schemas.microsoft.com/office/drawing/2014/main" id="{49C92C77-E20A-EE66-0A69-F17D633BB145}"/>
              </a:ext>
            </a:extLst>
          </p:cNvPr>
          <p:cNvCxnSpPr>
            <a:cxnSpLocks/>
            <a:stCxn id="244" idx="2"/>
            <a:endCxn id="268" idx="0"/>
          </p:cNvCxnSpPr>
          <p:nvPr/>
        </p:nvCxnSpPr>
        <p:spPr>
          <a:xfrm>
            <a:off x="4193516" y="2903919"/>
            <a:ext cx="3093" cy="638952"/>
          </a:xfrm>
          <a:prstGeom prst="straightConnector1">
            <a:avLst/>
          </a:prstGeom>
          <a:noFill/>
          <a:ln w="6350" cap="flat" cmpd="sng" algn="ctr">
            <a:solidFill>
              <a:srgbClr val="000000"/>
            </a:solidFill>
            <a:prstDash val="solid"/>
            <a:headEnd w="med" len="sm"/>
            <a:tailEnd type="triangle" w="sm" len="sm"/>
          </a:ln>
          <a:effectLst/>
        </p:spPr>
      </p:cxnSp>
      <p:sp>
        <p:nvSpPr>
          <p:cNvPr id="268" name="Rectangle 267">
            <a:extLst>
              <a:ext uri="{FF2B5EF4-FFF2-40B4-BE49-F238E27FC236}">
                <a16:creationId xmlns:a16="http://schemas.microsoft.com/office/drawing/2014/main" id="{320D26D3-20D7-A541-D8B8-9762E3AE765C}"/>
              </a:ext>
            </a:extLst>
          </p:cNvPr>
          <p:cNvSpPr/>
          <p:nvPr/>
        </p:nvSpPr>
        <p:spPr bwMode="gray">
          <a:xfrm>
            <a:off x="3935760" y="3542871"/>
            <a:ext cx="521697"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 Lon</a:t>
            </a:r>
          </a:p>
        </p:txBody>
      </p:sp>
      <p:sp>
        <p:nvSpPr>
          <p:cNvPr id="270" name="TextBox 269">
            <a:extLst>
              <a:ext uri="{FF2B5EF4-FFF2-40B4-BE49-F238E27FC236}">
                <a16:creationId xmlns:a16="http://schemas.microsoft.com/office/drawing/2014/main" id="{87D59BDE-6C7B-0C33-56F2-12B994C85A6E}"/>
              </a:ext>
            </a:extLst>
          </p:cNvPr>
          <p:cNvSpPr txBox="1"/>
          <p:nvPr/>
        </p:nvSpPr>
        <p:spPr>
          <a:xfrm>
            <a:off x="7748783" y="2442504"/>
            <a:ext cx="795489" cy="284693"/>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650" dirty="0">
                <a:solidFill>
                  <a:srgbClr val="020B5B"/>
                </a:solidFill>
                <a:latin typeface="Arial"/>
              </a:rPr>
              <a:t>Market</a:t>
            </a:r>
            <a:r>
              <a:rPr kumimoji="0" lang="en-US" sz="650" b="0" i="0" u="none" strike="noStrike" kern="1200" cap="none" spc="0" normalizeH="0" baseline="0" noProof="0" dirty="0">
                <a:ln>
                  <a:noFill/>
                </a:ln>
                <a:solidFill>
                  <a:srgbClr val="020B5B"/>
                </a:solidFill>
                <a:effectLst/>
                <a:uLnTx/>
                <a:uFillTx/>
                <a:latin typeface="Arial"/>
                <a:ea typeface="+mn-ea"/>
                <a:cs typeface="+mn-cs"/>
              </a:rPr>
              <a:t> Payment</a:t>
            </a:r>
          </a:p>
        </p:txBody>
      </p:sp>
      <p:sp>
        <p:nvSpPr>
          <p:cNvPr id="275" name="TextBox 274">
            <a:extLst>
              <a:ext uri="{FF2B5EF4-FFF2-40B4-BE49-F238E27FC236}">
                <a16:creationId xmlns:a16="http://schemas.microsoft.com/office/drawing/2014/main" id="{6C918FCE-0312-ADFF-DB6E-B690936B6364}"/>
              </a:ext>
            </a:extLst>
          </p:cNvPr>
          <p:cNvSpPr txBox="1"/>
          <p:nvPr/>
        </p:nvSpPr>
        <p:spPr>
          <a:xfrm>
            <a:off x="2598581" y="4198535"/>
            <a:ext cx="2921355" cy="1351652"/>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200"/>
              </a:spcAft>
              <a:buClrTx/>
              <a:buSzPct val="100000"/>
              <a:buFontTx/>
              <a:buNone/>
              <a:tabLst/>
              <a:defRPr/>
            </a:pPr>
            <a:r>
              <a:rPr lang="en-US" sz="700" b="1" i="1" u="sng" dirty="0">
                <a:solidFill>
                  <a:srgbClr val="020B5B"/>
                </a:solidFill>
                <a:latin typeface="Arial"/>
              </a:rPr>
              <a:t>Client DDA Branch Processing</a:t>
            </a:r>
            <a:r>
              <a:rPr kumimoji="0" lang="en-US" sz="700" b="1" i="1" u="none" strike="noStrike" kern="1200" cap="none" spc="0" normalizeH="0" baseline="0" noProof="0" dirty="0">
                <a:ln>
                  <a:noFill/>
                </a:ln>
                <a:solidFill>
                  <a:srgbClr val="020B5B"/>
                </a:solidFill>
                <a:effectLst/>
                <a:uLnTx/>
                <a:uFillTx/>
                <a:latin typeface="Arial"/>
                <a:ea typeface="+mn-ea"/>
                <a:cs typeface="+mn-cs"/>
              </a:rPr>
              <a:t>:</a:t>
            </a:r>
          </a:p>
          <a:p>
            <a:pPr lvl="0">
              <a:spcAft>
                <a:spcPts val="200"/>
              </a:spcAft>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When RTPS </a:t>
            </a:r>
            <a:r>
              <a:rPr lang="en-US" sz="700" i="1" dirty="0">
                <a:solidFill>
                  <a:srgbClr val="020B5B"/>
                </a:solidFill>
                <a:latin typeface="Arial"/>
              </a:rPr>
              <a:t>London </a:t>
            </a:r>
            <a:r>
              <a:rPr kumimoji="0" lang="en-US" sz="700" b="0" i="1" u="none" strike="noStrike" kern="1200" cap="none" spc="0" normalizeH="0" baseline="0" noProof="0" dirty="0">
                <a:ln>
                  <a:noFill/>
                </a:ln>
                <a:solidFill>
                  <a:srgbClr val="020B5B"/>
                </a:solidFill>
                <a:effectLst/>
                <a:uLnTx/>
                <a:uFillTx/>
                <a:latin typeface="Arial"/>
                <a:ea typeface="+mn-ea"/>
                <a:cs typeface="+mn-cs"/>
              </a:rPr>
              <a:t>determines outbound payment clearing and settlement is via another branch, </a:t>
            </a:r>
            <a:r>
              <a:rPr lang="en-US" sz="700" i="1" dirty="0">
                <a:solidFill>
                  <a:srgbClr val="020B5B"/>
                </a:solidFill>
                <a:latin typeface="Arial"/>
              </a:rPr>
              <a:t>a </a:t>
            </a:r>
            <a:r>
              <a:rPr kumimoji="0" lang="en-US" sz="700" b="0" i="1" u="none" strike="noStrike" kern="1200" cap="none" spc="0" normalizeH="0" baseline="0" noProof="0" dirty="0">
                <a:ln>
                  <a:noFill/>
                </a:ln>
                <a:solidFill>
                  <a:srgbClr val="020B5B"/>
                </a:solidFill>
                <a:effectLst/>
                <a:uLnTx/>
                <a:uFillTx/>
                <a:latin typeface="Arial"/>
                <a:ea typeface="+mn-ea"/>
                <a:cs typeface="+mn-cs"/>
              </a:rPr>
              <a:t>banking posting </a:t>
            </a:r>
            <a:r>
              <a:rPr lang="en-US" sz="700" i="1" dirty="0">
                <a:solidFill>
                  <a:srgbClr val="020B5B"/>
                </a:solidFill>
                <a:latin typeface="Arial"/>
              </a:rPr>
              <a:t>must be</a:t>
            </a:r>
            <a:r>
              <a:rPr kumimoji="0" lang="en-US" sz="700" b="0" i="1" u="none" strike="noStrike" kern="1200" cap="none" spc="0" normalizeH="0" baseline="0" noProof="0" dirty="0">
                <a:ln>
                  <a:noFill/>
                </a:ln>
                <a:solidFill>
                  <a:srgbClr val="020B5B"/>
                </a:solidFill>
                <a:effectLst/>
                <a:uLnTx/>
                <a:uFillTx/>
                <a:latin typeface="Arial"/>
                <a:ea typeface="+mn-ea"/>
                <a:cs typeface="+mn-cs"/>
              </a:rPr>
              <a:t> </a:t>
            </a:r>
            <a:r>
              <a:rPr lang="en-US" sz="700" i="1" dirty="0">
                <a:solidFill>
                  <a:srgbClr val="020B5B"/>
                </a:solidFill>
                <a:latin typeface="Arial"/>
              </a:rPr>
              <a:t>made </a:t>
            </a:r>
            <a:r>
              <a:rPr kumimoji="0" lang="en-US" sz="700" b="0" i="1" u="none" strike="noStrike" kern="1200" cap="none" spc="0" normalizeH="0" baseline="0" noProof="0" dirty="0">
                <a:ln>
                  <a:noFill/>
                </a:ln>
                <a:solidFill>
                  <a:srgbClr val="020B5B"/>
                </a:solidFill>
                <a:effectLst/>
                <a:uLnTx/>
                <a:uFillTx/>
                <a:latin typeface="Arial"/>
                <a:ea typeface="+mn-ea"/>
                <a:cs typeface="+mn-cs"/>
              </a:rPr>
              <a:t>to Transact </a:t>
            </a:r>
            <a:r>
              <a:rPr lang="en-US" sz="700" i="1" dirty="0">
                <a:solidFill>
                  <a:srgbClr val="020B5B"/>
                </a:solidFill>
                <a:latin typeface="Arial"/>
              </a:rPr>
              <a:t>London</a:t>
            </a:r>
            <a:r>
              <a:rPr kumimoji="0" lang="en-US" sz="700" b="0" i="1" u="none" strike="noStrike" kern="1200" cap="none" spc="0" normalizeH="0" baseline="0" noProof="0" dirty="0">
                <a:ln>
                  <a:noFill/>
                </a:ln>
                <a:solidFill>
                  <a:srgbClr val="020B5B"/>
                </a:solidFill>
                <a:effectLst/>
                <a:uLnTx/>
                <a:uFillTx/>
                <a:latin typeface="Arial"/>
                <a:ea typeface="+mn-ea"/>
                <a:cs typeface="+mn-cs"/>
              </a:rPr>
              <a:t> between the client DDA and intercompany nostro</a:t>
            </a:r>
            <a:r>
              <a:rPr lang="en-US" sz="700" i="1" dirty="0">
                <a:solidFill>
                  <a:srgbClr val="020B5B"/>
                </a:solidFill>
                <a:latin typeface="Arial"/>
              </a:rPr>
              <a:t> (c</a:t>
            </a:r>
            <a:r>
              <a:rPr kumimoji="0" lang="en-US" sz="700" b="0" i="1" u="none" strike="noStrike" kern="1200" cap="none" spc="0" normalizeH="0" baseline="0" noProof="0" dirty="0" err="1">
                <a:ln>
                  <a:noFill/>
                </a:ln>
                <a:solidFill>
                  <a:srgbClr val="020B5B"/>
                </a:solidFill>
                <a:effectLst/>
                <a:uLnTx/>
                <a:uFillTx/>
                <a:latin typeface="Arial"/>
                <a:ea typeface="+mn-ea"/>
                <a:cs typeface="+mn-cs"/>
              </a:rPr>
              <a:t>redit</a:t>
            </a:r>
            <a:r>
              <a:rPr kumimoji="0" lang="en-US" sz="700" b="0" i="1" u="none" strike="noStrike" kern="1200" cap="none" spc="0" normalizeH="0" baseline="0" noProof="0" dirty="0">
                <a:ln>
                  <a:noFill/>
                </a:ln>
                <a:solidFill>
                  <a:srgbClr val="020B5B"/>
                </a:solidFill>
                <a:effectLst/>
                <a:uLnTx/>
                <a:uFillTx/>
                <a:latin typeface="Arial"/>
                <a:ea typeface="+mn-ea"/>
                <a:cs typeface="+mn-cs"/>
              </a:rPr>
              <a:t>/risk check performed on client DDA).</a:t>
            </a:r>
            <a:r>
              <a:rPr lang="en-US" sz="700" i="1" dirty="0">
                <a:solidFill>
                  <a:srgbClr val="020B5B"/>
                </a:solidFill>
                <a:latin typeface="Arial"/>
              </a:rPr>
              <a:t> If payment is formatted to pay via the Cover Method (Advice + Cover), then a pacs.008 advice message must be generated and sent to the Creditor Agent, in addition to the pacs.009 cover payment for clearing and settlement.</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a:p>
            <a:pPr lvl="0">
              <a:spcBef>
                <a:spcPts val="300"/>
              </a:spcBef>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RTPS London then routes payment instruction via an intercompany flow to </a:t>
            </a:r>
            <a:r>
              <a:rPr lang="en-US" sz="700" i="1" dirty="0">
                <a:solidFill>
                  <a:srgbClr val="020B5B"/>
                </a:solidFill>
                <a:latin typeface="Arial"/>
              </a:rPr>
              <a:t>the clearing branch, RTPS Toronto, </a:t>
            </a:r>
            <a:r>
              <a:rPr kumimoji="0" lang="en-US" sz="700" b="0" i="1" u="none" strike="noStrike" kern="1200" cap="none" spc="0" normalizeH="0" baseline="0" noProof="0" dirty="0">
                <a:ln>
                  <a:noFill/>
                </a:ln>
                <a:solidFill>
                  <a:srgbClr val="020B5B"/>
                </a:solidFill>
                <a:effectLst/>
                <a:uLnTx/>
                <a:uFillTx/>
                <a:latin typeface="Arial"/>
                <a:ea typeface="+mn-ea"/>
                <a:cs typeface="+mn-cs"/>
              </a:rPr>
              <a:t>for market-side processing.</a:t>
            </a:r>
          </a:p>
        </p:txBody>
      </p:sp>
      <p:cxnSp>
        <p:nvCxnSpPr>
          <p:cNvPr id="298" name="Straight Arrow Connector 137">
            <a:extLst>
              <a:ext uri="{FF2B5EF4-FFF2-40B4-BE49-F238E27FC236}">
                <a16:creationId xmlns:a16="http://schemas.microsoft.com/office/drawing/2014/main" id="{F4AA750A-CFA2-82C0-EF36-64BB9B22AD8C}"/>
              </a:ext>
            </a:extLst>
          </p:cNvPr>
          <p:cNvCxnSpPr>
            <a:cxnSpLocks/>
          </p:cNvCxnSpPr>
          <p:nvPr/>
        </p:nvCxnSpPr>
        <p:spPr>
          <a:xfrm flipV="1">
            <a:off x="3594019" y="2973797"/>
            <a:ext cx="369651" cy="1206266"/>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299" name="TextBox 298">
            <a:extLst>
              <a:ext uri="{FF2B5EF4-FFF2-40B4-BE49-F238E27FC236}">
                <a16:creationId xmlns:a16="http://schemas.microsoft.com/office/drawing/2014/main" id="{3823F83F-A3FC-65E8-93D1-FEC73E76E7D4}"/>
              </a:ext>
            </a:extLst>
          </p:cNvPr>
          <p:cNvSpPr txBox="1"/>
          <p:nvPr/>
        </p:nvSpPr>
        <p:spPr>
          <a:xfrm>
            <a:off x="4339620" y="2949421"/>
            <a:ext cx="101817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650" u="sng" dirty="0">
                <a:solidFill>
                  <a:srgbClr val="020B5B"/>
                </a:solidFill>
                <a:latin typeface="Arial"/>
              </a:rPr>
              <a:t>RTPS London </a:t>
            </a:r>
            <a:r>
              <a:rPr kumimoji="0" lang="en-US" sz="650" b="0" i="0" u="sng" strike="noStrike" kern="1200" cap="none" spc="0" normalizeH="0" baseline="0" noProof="0" dirty="0">
                <a:ln>
                  <a:noFill/>
                </a:ln>
                <a:solidFill>
                  <a:srgbClr val="020B5B"/>
                </a:solidFill>
                <a:effectLst/>
                <a:uLnTx/>
                <a:uFillTx/>
                <a:latin typeface="Arial"/>
                <a:ea typeface="+mn-ea"/>
                <a:cs typeface="+mn-cs"/>
              </a:rPr>
              <a:t>via GWH:</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Process payment and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post to Transact </a:t>
            </a:r>
            <a:r>
              <a:rPr lang="en-US" sz="650" dirty="0">
                <a:solidFill>
                  <a:srgbClr val="020B5B"/>
                </a:solidFill>
                <a:latin typeface="Arial"/>
              </a:rPr>
              <a:t>London</a:t>
            </a:r>
            <a:endParaRPr kumimoji="0" lang="en-US" sz="650" b="0" i="0" u="none" strike="noStrike" kern="1200" cap="none" spc="0" normalizeH="0" baseline="0" noProof="0" dirty="0">
              <a:ln>
                <a:noFill/>
              </a:ln>
              <a:solidFill>
                <a:srgbClr val="020B5B"/>
              </a:solidFill>
              <a:effectLst/>
              <a:uLnTx/>
              <a:uFillTx/>
              <a:latin typeface="Arial"/>
              <a:ea typeface="+mn-ea"/>
              <a:cs typeface="+mn-cs"/>
            </a:endParaRPr>
          </a:p>
        </p:txBody>
      </p:sp>
      <p:sp>
        <p:nvSpPr>
          <p:cNvPr id="300" name="TextBox 299">
            <a:extLst>
              <a:ext uri="{FF2B5EF4-FFF2-40B4-BE49-F238E27FC236}">
                <a16:creationId xmlns:a16="http://schemas.microsoft.com/office/drawing/2014/main" id="{BB6F74B1-648B-E972-B128-759854268097}"/>
              </a:ext>
            </a:extLst>
          </p:cNvPr>
          <p:cNvSpPr txBox="1"/>
          <p:nvPr/>
        </p:nvSpPr>
        <p:spPr>
          <a:xfrm>
            <a:off x="4565172" y="3476725"/>
            <a:ext cx="129700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a:t>
            </a:r>
            <a:r>
              <a:rPr lang="en-US" sz="650" u="sng" dirty="0">
                <a:solidFill>
                  <a:srgbClr val="020B5B"/>
                </a:solidFill>
                <a:latin typeface="Arial"/>
              </a:rPr>
              <a:t>London</a:t>
            </a:r>
            <a:r>
              <a:rPr kumimoji="0" lang="en-US" sz="650" b="0" i="0" u="sng" strike="noStrike" kern="1200" cap="none" spc="0" normalizeH="0" baseline="0" noProof="0" dirty="0">
                <a:ln>
                  <a:noFill/>
                </a:ln>
                <a:solidFill>
                  <a:srgbClr val="020B5B"/>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Client DDA</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Intercompany Nostro</a:t>
            </a:r>
          </a:p>
        </p:txBody>
      </p:sp>
      <p:grpSp>
        <p:nvGrpSpPr>
          <p:cNvPr id="6" name="Group 5">
            <a:extLst>
              <a:ext uri="{FF2B5EF4-FFF2-40B4-BE49-F238E27FC236}">
                <a16:creationId xmlns:a16="http://schemas.microsoft.com/office/drawing/2014/main" id="{7B4233F4-DE48-B965-71D1-2B309D4B12BB}"/>
              </a:ext>
            </a:extLst>
          </p:cNvPr>
          <p:cNvGrpSpPr/>
          <p:nvPr/>
        </p:nvGrpSpPr>
        <p:grpSpPr>
          <a:xfrm>
            <a:off x="6384033" y="2469305"/>
            <a:ext cx="964074" cy="434614"/>
            <a:chOff x="10299231" y="1754936"/>
            <a:chExt cx="795489" cy="434614"/>
          </a:xfrm>
        </p:grpSpPr>
        <p:sp>
          <p:nvSpPr>
            <p:cNvPr id="7" name="Rectangle 6">
              <a:extLst>
                <a:ext uri="{FF2B5EF4-FFF2-40B4-BE49-F238E27FC236}">
                  <a16:creationId xmlns:a16="http://schemas.microsoft.com/office/drawing/2014/main" id="{8219A10D-2B25-5D5D-5D5D-6F3A3ECC498A}"/>
                </a:ext>
              </a:extLst>
            </p:cNvPr>
            <p:cNvSpPr/>
            <p:nvPr/>
          </p:nvSpPr>
          <p:spPr bwMode="gray">
            <a:xfrm>
              <a:off x="10299231" y="1754936"/>
              <a:ext cx="795489" cy="434614"/>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8" name="Rectangle 7">
              <a:extLst>
                <a:ext uri="{FF2B5EF4-FFF2-40B4-BE49-F238E27FC236}">
                  <a16:creationId xmlns:a16="http://schemas.microsoft.com/office/drawing/2014/main" id="{34FE4CD2-6371-117A-CDC9-B3FA2ED8B5E1}"/>
                </a:ext>
              </a:extLst>
            </p:cNvPr>
            <p:cNvSpPr/>
            <p:nvPr/>
          </p:nvSpPr>
          <p:spPr bwMode="gray">
            <a:xfrm>
              <a:off x="10512248" y="1776779"/>
              <a:ext cx="366606" cy="387163"/>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RTPS </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Tor</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9" name="Rectangle 8">
              <a:extLst>
                <a:ext uri="{FF2B5EF4-FFF2-40B4-BE49-F238E27FC236}">
                  <a16:creationId xmlns:a16="http://schemas.microsoft.com/office/drawing/2014/main" id="{CD6CD738-D651-D8C8-3C0E-D731BF2B692E}"/>
                </a:ext>
              </a:extLst>
            </p:cNvPr>
            <p:cNvSpPr/>
            <p:nvPr/>
          </p:nvSpPr>
          <p:spPr bwMode="gray">
            <a:xfrm>
              <a:off x="103189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sp>
          <p:nvSpPr>
            <p:cNvPr id="10" name="Rectangle 9">
              <a:extLst>
                <a:ext uri="{FF2B5EF4-FFF2-40B4-BE49-F238E27FC236}">
                  <a16:creationId xmlns:a16="http://schemas.microsoft.com/office/drawing/2014/main" id="{26F18663-BBD6-F419-C184-22A0A0309C3E}"/>
                </a:ext>
              </a:extLst>
            </p:cNvPr>
            <p:cNvSpPr/>
            <p:nvPr/>
          </p:nvSpPr>
          <p:spPr bwMode="gray">
            <a:xfrm>
              <a:off x="109031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grpSp>
      <p:cxnSp>
        <p:nvCxnSpPr>
          <p:cNvPr id="11" name="Straight Arrow Connector 137">
            <a:extLst>
              <a:ext uri="{FF2B5EF4-FFF2-40B4-BE49-F238E27FC236}">
                <a16:creationId xmlns:a16="http://schemas.microsoft.com/office/drawing/2014/main" id="{8FFFA651-19D9-1EB3-5312-103813043E6A}"/>
              </a:ext>
            </a:extLst>
          </p:cNvPr>
          <p:cNvCxnSpPr>
            <a:cxnSpLocks/>
            <a:stCxn id="8" idx="2"/>
            <a:endCxn id="12" idx="0"/>
          </p:cNvCxnSpPr>
          <p:nvPr/>
        </p:nvCxnSpPr>
        <p:spPr>
          <a:xfrm flipH="1">
            <a:off x="6860905" y="2878311"/>
            <a:ext cx="3439" cy="664560"/>
          </a:xfrm>
          <a:prstGeom prst="straightConnector1">
            <a:avLst/>
          </a:prstGeom>
          <a:noFill/>
          <a:ln w="6350" cap="flat" cmpd="sng" algn="ctr">
            <a:solidFill>
              <a:srgbClr val="000000"/>
            </a:solidFill>
            <a:prstDash val="solid"/>
            <a:headEnd w="med" len="sm"/>
            <a:tailEnd type="triangle" w="sm" len="sm"/>
          </a:ln>
          <a:effectLst/>
        </p:spPr>
      </p:cxnSp>
      <p:sp>
        <p:nvSpPr>
          <p:cNvPr id="12" name="Rectangle 11">
            <a:extLst>
              <a:ext uri="{FF2B5EF4-FFF2-40B4-BE49-F238E27FC236}">
                <a16:creationId xmlns:a16="http://schemas.microsoft.com/office/drawing/2014/main" id="{15B826A9-8CBC-18DF-BC30-D7E4C4F92481}"/>
              </a:ext>
            </a:extLst>
          </p:cNvPr>
          <p:cNvSpPr/>
          <p:nvPr/>
        </p:nvSpPr>
        <p:spPr bwMode="gray">
          <a:xfrm>
            <a:off x="6600056" y="3542871"/>
            <a:ext cx="521697"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 </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Tor</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13" name="TextBox 12">
            <a:extLst>
              <a:ext uri="{FF2B5EF4-FFF2-40B4-BE49-F238E27FC236}">
                <a16:creationId xmlns:a16="http://schemas.microsoft.com/office/drawing/2014/main" id="{7510B050-198A-26E2-DA9C-ED40E24CC78D}"/>
              </a:ext>
            </a:extLst>
          </p:cNvPr>
          <p:cNvSpPr txBox="1"/>
          <p:nvPr/>
        </p:nvSpPr>
        <p:spPr>
          <a:xfrm>
            <a:off x="7002048" y="2941801"/>
            <a:ext cx="101817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RTPS Toronto via GWH:</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Process payment and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post to Transact </a:t>
            </a:r>
            <a:r>
              <a:rPr lang="en-US" sz="650" dirty="0">
                <a:solidFill>
                  <a:srgbClr val="020B5B"/>
                </a:solidFill>
                <a:latin typeface="Arial"/>
              </a:rPr>
              <a:t>Toronto</a:t>
            </a:r>
            <a:endParaRPr kumimoji="0" lang="en-US" sz="650" b="0" i="0" u="none" strike="noStrike" kern="1200" cap="none" spc="0" normalizeH="0" baseline="0" noProof="0" dirty="0">
              <a:ln>
                <a:noFill/>
              </a:ln>
              <a:solidFill>
                <a:srgbClr val="020B5B"/>
              </a:solidFill>
              <a:effectLst/>
              <a:uLnTx/>
              <a:uFillTx/>
              <a:latin typeface="Arial"/>
              <a:ea typeface="+mn-ea"/>
              <a:cs typeface="+mn-cs"/>
            </a:endParaRPr>
          </a:p>
        </p:txBody>
      </p:sp>
      <p:sp>
        <p:nvSpPr>
          <p:cNvPr id="14" name="TextBox 13">
            <a:extLst>
              <a:ext uri="{FF2B5EF4-FFF2-40B4-BE49-F238E27FC236}">
                <a16:creationId xmlns:a16="http://schemas.microsoft.com/office/drawing/2014/main" id="{8ADBCB9E-9C04-4F07-19C9-71514FEC0B62}"/>
              </a:ext>
            </a:extLst>
          </p:cNvPr>
          <p:cNvSpPr txBox="1"/>
          <p:nvPr/>
        </p:nvSpPr>
        <p:spPr>
          <a:xfrm>
            <a:off x="7250460" y="3476725"/>
            <a:ext cx="129700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a:t>
            </a:r>
            <a:r>
              <a:rPr lang="en-US" sz="650" u="sng" dirty="0">
                <a:solidFill>
                  <a:srgbClr val="020B5B"/>
                </a:solidFill>
                <a:latin typeface="Arial"/>
              </a:rPr>
              <a:t>Toronto</a:t>
            </a:r>
            <a:r>
              <a:rPr kumimoji="0" lang="en-US" sz="650" b="0" i="0" u="sng" strike="noStrike" kern="1200" cap="none" spc="0" normalizeH="0" baseline="0" noProof="0" dirty="0">
                <a:ln>
                  <a:noFill/>
                </a:ln>
                <a:solidFill>
                  <a:srgbClr val="020B5B"/>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Intercompany Vostro</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a:t>
            </a:r>
            <a:r>
              <a:rPr lang="en-US" sz="650" dirty="0">
                <a:solidFill>
                  <a:srgbClr val="020B5B"/>
                </a:solidFill>
                <a:latin typeface="Arial"/>
              </a:rPr>
              <a:t>Market </a:t>
            </a:r>
            <a:r>
              <a:rPr kumimoji="0" lang="en-US" sz="650" b="0" i="0" u="none" strike="noStrike" kern="1200" cap="none" spc="0" normalizeH="0" baseline="0" noProof="0" dirty="0">
                <a:ln>
                  <a:noFill/>
                </a:ln>
                <a:solidFill>
                  <a:srgbClr val="020B5B"/>
                </a:solidFill>
                <a:effectLst/>
                <a:uLnTx/>
                <a:uFillTx/>
                <a:latin typeface="Arial"/>
                <a:ea typeface="+mn-ea"/>
                <a:cs typeface="+mn-cs"/>
              </a:rPr>
              <a:t>Nostro</a:t>
            </a:r>
          </a:p>
        </p:txBody>
      </p:sp>
      <p:cxnSp>
        <p:nvCxnSpPr>
          <p:cNvPr id="16" name="Straight Arrow Connector 137">
            <a:extLst>
              <a:ext uri="{FF2B5EF4-FFF2-40B4-BE49-F238E27FC236}">
                <a16:creationId xmlns:a16="http://schemas.microsoft.com/office/drawing/2014/main" id="{06E345ED-1B4A-5A2E-CA7B-FCDC41984BFD}"/>
              </a:ext>
            </a:extLst>
          </p:cNvPr>
          <p:cNvCxnSpPr>
            <a:cxnSpLocks/>
            <a:stCxn id="7" idx="3"/>
            <a:endCxn id="240" idx="1"/>
          </p:cNvCxnSpPr>
          <p:nvPr/>
        </p:nvCxnSpPr>
        <p:spPr>
          <a:xfrm flipV="1">
            <a:off x="7348107" y="2684175"/>
            <a:ext cx="1699836" cy="2437"/>
          </a:xfrm>
          <a:prstGeom prst="straightConnector1">
            <a:avLst/>
          </a:prstGeom>
          <a:noFill/>
          <a:ln w="6350" cap="flat" cmpd="sng" algn="ctr">
            <a:solidFill>
              <a:srgbClr val="000000"/>
            </a:solidFill>
            <a:prstDash val="solid"/>
            <a:headEnd type="none" w="med" len="sm"/>
            <a:tailEnd type="triangle" w="sm" len="sm"/>
          </a:ln>
          <a:effectLst/>
        </p:spPr>
      </p:cxnSp>
      <p:cxnSp>
        <p:nvCxnSpPr>
          <p:cNvPr id="24" name="Straight Arrow Connector 137">
            <a:extLst>
              <a:ext uri="{FF2B5EF4-FFF2-40B4-BE49-F238E27FC236}">
                <a16:creationId xmlns:a16="http://schemas.microsoft.com/office/drawing/2014/main" id="{4906A151-6A81-B01C-1C51-6F0AA0879FE3}"/>
              </a:ext>
            </a:extLst>
          </p:cNvPr>
          <p:cNvCxnSpPr>
            <a:cxnSpLocks/>
          </p:cNvCxnSpPr>
          <p:nvPr/>
        </p:nvCxnSpPr>
        <p:spPr>
          <a:xfrm flipV="1">
            <a:off x="6252050" y="2973797"/>
            <a:ext cx="334089" cy="1224738"/>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5" name="Title 1">
            <a:extLst>
              <a:ext uri="{FF2B5EF4-FFF2-40B4-BE49-F238E27FC236}">
                <a16:creationId xmlns:a16="http://schemas.microsoft.com/office/drawing/2014/main" id="{517D0A56-68FC-0706-FFAD-3B5CE0FEF862}"/>
              </a:ext>
            </a:extLst>
          </p:cNvPr>
          <p:cNvSpPr>
            <a:spLocks noGrp="1"/>
          </p:cNvSpPr>
          <p:nvPr>
            <p:ph type="title"/>
          </p:nvPr>
        </p:nvSpPr>
        <p:spPr>
          <a:xfrm>
            <a:off x="504824" y="310896"/>
            <a:ext cx="10415711" cy="403247"/>
          </a:xfrm>
        </p:spPr>
        <p:txBody>
          <a:bodyPr/>
          <a:lstStyle/>
          <a:p>
            <a:r>
              <a:rPr lang="en-US" sz="2200" dirty="0">
                <a:cs typeface="Arial" panose="020B0604020202020204" pitchFamily="34" charset="0"/>
              </a:rPr>
              <a:t>RTPS Integration with Transact including Intercompany Settlement  - Approach 1 (Not Recommended)</a:t>
            </a:r>
          </a:p>
        </p:txBody>
      </p:sp>
      <p:sp>
        <p:nvSpPr>
          <p:cNvPr id="3" name="Text Placeholder 7">
            <a:extLst>
              <a:ext uri="{FF2B5EF4-FFF2-40B4-BE49-F238E27FC236}">
                <a16:creationId xmlns:a16="http://schemas.microsoft.com/office/drawing/2014/main" id="{E7B7681D-D31A-28D9-45F9-3E1613257CE0}"/>
              </a:ext>
            </a:extLst>
          </p:cNvPr>
          <p:cNvSpPr txBox="1">
            <a:spLocks/>
          </p:cNvSpPr>
          <p:nvPr/>
        </p:nvSpPr>
        <p:spPr bwMode="gray">
          <a:xfrm>
            <a:off x="540213" y="699435"/>
            <a:ext cx="10230118" cy="215444"/>
          </a:xfrm>
          <a:prstGeom prst="rect">
            <a:avLst/>
          </a:prstGeom>
        </p:spPr>
        <p:txBody>
          <a:bodyPr vert="horz" wrap="square" lIns="0" tIns="0" rIns="0" bIns="0" rtlCol="0">
            <a:spAutoFit/>
          </a:bodyPr>
          <a:lstStyle>
            <a:lvl1pPr marL="0" indent="0" algn="l" defTabSz="914400" rtl="0" eaLnBrk="1" latinLnBrk="0" hangingPunct="1">
              <a:spcBef>
                <a:spcPts val="1200"/>
              </a:spcBef>
              <a:buSzPct val="100000"/>
              <a:buFont typeface="Arial" panose="020B0604020202020204" pitchFamily="34" charset="0"/>
              <a:buNone/>
              <a:defRPr sz="1800" b="0" kern="1200">
                <a:solidFill>
                  <a:schemeClr val="bg2"/>
                </a:solidFill>
                <a:latin typeface="+mn-lt"/>
                <a:ea typeface="+mn-ea"/>
                <a:cs typeface="+mn-cs"/>
              </a:defRPr>
            </a:lvl1pPr>
            <a:lvl2pPr marL="125413" indent="-125413" algn="l" defTabSz="914400" rtl="0" eaLnBrk="1" latinLnBrk="0" hangingPunct="1">
              <a:spcBef>
                <a:spcPts val="600"/>
              </a:spcBef>
              <a:buClrTx/>
              <a:buSzPct val="100000"/>
              <a:buFont typeface="Arial"/>
              <a:buChar char="•"/>
              <a:defRPr lang="en-US" sz="1800" kern="1200" dirty="0" smtClean="0">
                <a:solidFill>
                  <a:schemeClr val="tx1"/>
                </a:solidFill>
                <a:latin typeface="+mn-lt"/>
                <a:ea typeface="+mn-ea"/>
                <a:cs typeface="+mn-cs"/>
              </a:defRPr>
            </a:lvl2pPr>
            <a:lvl3pPr marL="277813" indent="-123825" algn="l" defTabSz="914400" rtl="0" eaLnBrk="1" latinLnBrk="0" hangingPunct="1">
              <a:spcBef>
                <a:spcPts val="600"/>
              </a:spcBef>
              <a:buClrTx/>
              <a:buSzPct val="100000"/>
              <a:buFont typeface="Arial"/>
              <a:buChar char="−"/>
              <a:defRPr lang="en-US" sz="1600" kern="1200" dirty="0" smtClean="0">
                <a:solidFill>
                  <a:schemeClr val="tx1"/>
                </a:solidFill>
                <a:latin typeface="+mn-lt"/>
                <a:ea typeface="+mn-ea"/>
                <a:cs typeface="+mn-cs"/>
              </a:defRPr>
            </a:lvl3pPr>
            <a:lvl4pPr marL="427038" indent="-123825" algn="l" defTabSz="914400" rtl="0" eaLnBrk="1" latinLnBrk="0" hangingPunct="1">
              <a:spcBef>
                <a:spcPts val="600"/>
              </a:spcBef>
              <a:buClrTx/>
              <a:buSzPct val="100000"/>
              <a:buFont typeface="Arial" panose="020B0604020202020204" pitchFamily="34" charset="0"/>
              <a:buChar char="•"/>
              <a:defRPr lang="en-US" sz="1400" kern="1200" baseline="0" dirty="0" smtClean="0">
                <a:solidFill>
                  <a:schemeClr val="tx1"/>
                </a:solidFill>
                <a:latin typeface="+mn-lt"/>
                <a:ea typeface="+mn-ea"/>
                <a:cs typeface="+mn-cs"/>
              </a:defRPr>
            </a:lvl4pPr>
            <a:lvl5pPr marL="582613" indent="-127000" algn="l" defTabSz="798513" rtl="0" eaLnBrk="1" latinLnBrk="0" hangingPunct="1">
              <a:spcBef>
                <a:spcPts val="600"/>
              </a:spcBef>
              <a:buClrTx/>
              <a:buSzPct val="100000"/>
              <a:buFont typeface="Arial"/>
              <a:buChar char="−"/>
              <a:tabLst/>
              <a:defRPr lang="en-US" sz="1200" kern="1200" baseline="0" dirty="0" smtClean="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400" b="0" i="0" u="none" strike="noStrike" kern="1200" cap="none" spc="0" normalizeH="0" baseline="0" noProof="0" dirty="0">
                <a:ln>
                  <a:noFill/>
                </a:ln>
                <a:solidFill>
                  <a:schemeClr val="tx2"/>
                </a:solidFill>
                <a:effectLst/>
                <a:uLnTx/>
                <a:uFillTx/>
                <a:latin typeface="Lab Antiqua Small Condensed"/>
                <a:ea typeface="+mn-ea"/>
                <a:cs typeface="Arial"/>
              </a:rPr>
              <a:t>In this approach, intercompany settlement is </a:t>
            </a:r>
            <a:r>
              <a:rPr lang="en-US" sz="1400" dirty="0">
                <a:solidFill>
                  <a:schemeClr val="tx2"/>
                </a:solidFill>
                <a:latin typeface="Lab Antiqua Small Condensed"/>
                <a:cs typeface="Arial"/>
              </a:rPr>
              <a:t>facilitated</a:t>
            </a:r>
            <a:r>
              <a:rPr kumimoji="0" lang="en-US" sz="1400" b="0" i="0" u="none" strike="noStrike" kern="1200" cap="none" spc="0" normalizeH="0" baseline="0" noProof="0" dirty="0">
                <a:ln>
                  <a:noFill/>
                </a:ln>
                <a:solidFill>
                  <a:schemeClr val="tx2"/>
                </a:solidFill>
                <a:effectLst/>
                <a:uLnTx/>
                <a:uFillTx/>
                <a:latin typeface="Lab Antiqua Small Condensed"/>
                <a:ea typeface="+mn-ea"/>
                <a:cs typeface="Arial"/>
              </a:rPr>
              <a:t> as two payment transactions, first from the client branch and then the market clearing branch</a:t>
            </a:r>
          </a:p>
        </p:txBody>
      </p:sp>
      <p:sp>
        <p:nvSpPr>
          <p:cNvPr id="4" name="TextBox 3">
            <a:extLst>
              <a:ext uri="{FF2B5EF4-FFF2-40B4-BE49-F238E27FC236}">
                <a16:creationId xmlns:a16="http://schemas.microsoft.com/office/drawing/2014/main" id="{61A137D3-0160-0E30-234C-35B7EECE1A63}"/>
              </a:ext>
            </a:extLst>
          </p:cNvPr>
          <p:cNvSpPr txBox="1"/>
          <p:nvPr/>
        </p:nvSpPr>
        <p:spPr>
          <a:xfrm>
            <a:off x="3071665" y="1133986"/>
            <a:ext cx="5400600" cy="55399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en-US" sz="800" b="1" i="0" strike="noStrike" kern="1200" cap="none" spc="0" normalizeH="0" baseline="0" noProof="0" dirty="0">
                <a:ln>
                  <a:noFill/>
                </a:ln>
                <a:solidFill>
                  <a:srgbClr val="020B5B"/>
                </a:solidFill>
                <a:effectLst/>
                <a:uLnTx/>
                <a:uFillTx/>
                <a:latin typeface="Arial"/>
                <a:ea typeface="+mn-ea"/>
                <a:cs typeface="+mn-cs"/>
              </a:rPr>
              <a:t>Approach </a:t>
            </a:r>
            <a:r>
              <a:rPr lang="en-US" sz="800" b="1" dirty="0">
                <a:solidFill>
                  <a:srgbClr val="020B5B"/>
                </a:solidFill>
                <a:latin typeface="Arial"/>
              </a:rPr>
              <a:t>1</a:t>
            </a:r>
            <a:r>
              <a:rPr kumimoji="0" lang="en-US" sz="800" b="1" i="0" strike="noStrike" kern="1200" cap="none" spc="0" normalizeH="0" baseline="0" noProof="0" dirty="0">
                <a:ln>
                  <a:noFill/>
                </a:ln>
                <a:solidFill>
                  <a:srgbClr val="020B5B"/>
                </a:solidFill>
                <a:effectLst/>
                <a:uLnTx/>
                <a:uFillTx/>
                <a:latin typeface="Arial"/>
                <a:ea typeface="+mn-ea"/>
                <a:cs typeface="+mn-cs"/>
              </a:rPr>
              <a:t>: </a:t>
            </a:r>
            <a:r>
              <a:rPr lang="en-US" sz="800" dirty="0">
                <a:solidFill>
                  <a:srgbClr val="020B5B"/>
                </a:solidFill>
                <a:latin typeface="Arial"/>
              </a:rPr>
              <a:t>P</a:t>
            </a:r>
            <a:r>
              <a:rPr kumimoji="0" lang="en-US" sz="800" i="0" u="none" strike="noStrike" kern="1200" cap="none" spc="0" normalizeH="0" baseline="0" noProof="0" dirty="0" err="1">
                <a:ln>
                  <a:noFill/>
                </a:ln>
                <a:solidFill>
                  <a:srgbClr val="020B5B"/>
                </a:solidFill>
                <a:effectLst/>
                <a:uLnTx/>
                <a:uFillTx/>
                <a:latin typeface="Arial"/>
                <a:ea typeface="+mn-ea"/>
                <a:cs typeface="+mn-cs"/>
              </a:rPr>
              <a:t>ayment</a:t>
            </a:r>
            <a:r>
              <a:rPr kumimoji="0" lang="en-US" sz="800" i="0" u="none" strike="noStrike" kern="1200" cap="none" spc="0" normalizeH="0" baseline="0" noProof="0" dirty="0">
                <a:ln>
                  <a:noFill/>
                </a:ln>
                <a:solidFill>
                  <a:srgbClr val="020B5B"/>
                </a:solidFill>
                <a:effectLst/>
                <a:uLnTx/>
                <a:uFillTx/>
                <a:latin typeface="Arial"/>
                <a:ea typeface="+mn-ea"/>
                <a:cs typeface="+mn-cs"/>
              </a:rPr>
              <a:t> instructions are routed via Gateway to the RTPS branch associated with the Client DDA.  Following posting to Transact, RTPS forwards intercompany payment instruction to the RTPS branch that holds the market settlement account for the given currency, and drives posting to the respective Transact branch.</a:t>
            </a:r>
          </a:p>
        </p:txBody>
      </p:sp>
      <p:sp>
        <p:nvSpPr>
          <p:cNvPr id="248" name="TextBox 247">
            <a:extLst>
              <a:ext uri="{FF2B5EF4-FFF2-40B4-BE49-F238E27FC236}">
                <a16:creationId xmlns:a16="http://schemas.microsoft.com/office/drawing/2014/main" id="{07101FAE-4DD7-0BAE-7288-D4C19772FC3C}"/>
              </a:ext>
            </a:extLst>
          </p:cNvPr>
          <p:cNvSpPr txBox="1"/>
          <p:nvPr/>
        </p:nvSpPr>
        <p:spPr>
          <a:xfrm>
            <a:off x="5079938" y="2434884"/>
            <a:ext cx="964075" cy="284693"/>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Intercompany Payment</a:t>
            </a:r>
          </a:p>
        </p:txBody>
      </p:sp>
      <p:sp>
        <p:nvSpPr>
          <p:cNvPr id="249" name="TextBox 248">
            <a:extLst>
              <a:ext uri="{FF2B5EF4-FFF2-40B4-BE49-F238E27FC236}">
                <a16:creationId xmlns:a16="http://schemas.microsoft.com/office/drawing/2014/main" id="{5C6BA592-979E-1A6C-C4C6-8F82FC36BF6F}"/>
              </a:ext>
            </a:extLst>
          </p:cNvPr>
          <p:cNvSpPr txBox="1"/>
          <p:nvPr/>
        </p:nvSpPr>
        <p:spPr>
          <a:xfrm>
            <a:off x="6023456" y="4194841"/>
            <a:ext cx="2376264" cy="1149033"/>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200"/>
              </a:spcAft>
              <a:buClrTx/>
              <a:buSzPct val="100000"/>
              <a:buFontTx/>
              <a:buNone/>
              <a:tabLst/>
              <a:defRPr/>
            </a:pPr>
            <a:r>
              <a:rPr kumimoji="0" lang="en-US" sz="700" b="1" i="1" u="sng" strike="noStrike" kern="1200" cap="none" spc="0" normalizeH="0" baseline="0" noProof="0" dirty="0">
                <a:ln>
                  <a:noFill/>
                </a:ln>
                <a:solidFill>
                  <a:srgbClr val="020B5B"/>
                </a:solidFill>
                <a:effectLst/>
                <a:uLnTx/>
                <a:uFillTx/>
                <a:latin typeface="Arial"/>
                <a:ea typeface="+mn-ea"/>
                <a:cs typeface="+mn-cs"/>
              </a:rPr>
              <a:t>Market Clearing Branch Processing:</a:t>
            </a:r>
            <a:endParaRPr kumimoji="0" lang="en-US" sz="700" b="1" i="1" u="none" strike="noStrike" kern="1200" cap="none" spc="0" normalizeH="0" baseline="0" noProof="0" dirty="0">
              <a:ln>
                <a:noFill/>
              </a:ln>
              <a:solidFill>
                <a:srgbClr val="020B5B"/>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20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RTPS Toronto receives intercompany payment instruction from RTPS London (for settlement through Lynx) and drives a banking posting to Transact Toronto between the intercompany vostro and </a:t>
            </a:r>
            <a:r>
              <a:rPr lang="en-US" sz="700" i="1" dirty="0">
                <a:solidFill>
                  <a:srgbClr val="020B5B"/>
                </a:solidFill>
                <a:latin typeface="Arial"/>
              </a:rPr>
              <a:t>market settlement account (Lynx nostro)</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a:p>
            <a:pPr marL="0" marR="0" lvl="0" indent="0" algn="l" defTabSz="914400" rtl="0" eaLnBrk="1" fontAlgn="auto" latinLnBrk="0" hangingPunct="1">
              <a:lnSpc>
                <a:spcPct val="100000"/>
              </a:lnSpc>
              <a:spcBef>
                <a:spcPts val="40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RTPS Toronto releases the payment outbound to the market.  </a:t>
            </a:r>
          </a:p>
        </p:txBody>
      </p:sp>
      <p:sp>
        <p:nvSpPr>
          <p:cNvPr id="2" name="TextBox 1">
            <a:extLst>
              <a:ext uri="{FF2B5EF4-FFF2-40B4-BE49-F238E27FC236}">
                <a16:creationId xmlns:a16="http://schemas.microsoft.com/office/drawing/2014/main" id="{37E92B61-76A3-210B-5CCD-A9E733E9A84B}"/>
              </a:ext>
            </a:extLst>
          </p:cNvPr>
          <p:cNvSpPr txBox="1"/>
          <p:nvPr/>
        </p:nvSpPr>
        <p:spPr>
          <a:xfrm>
            <a:off x="9076331" y="1196752"/>
            <a:ext cx="1556173" cy="446276"/>
          </a:xfrm>
          <a:prstGeom prst="rect">
            <a:avLst/>
          </a:prstGeom>
          <a:solidFill>
            <a:srgbClr val="FF0000"/>
          </a:solidFill>
          <a:ln>
            <a:noFill/>
          </a:ln>
        </p:spPr>
        <p:txBody>
          <a:bodyPr wrap="square" lIns="45720" tIns="45720" rIns="45720" bIns="4572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srgbClr val="FFFFFF"/>
                </a:solidFill>
                <a:effectLst/>
                <a:uLnTx/>
                <a:uFillTx/>
                <a:latin typeface="Arial"/>
                <a:ea typeface="+mn-ea"/>
                <a:cs typeface="+mn-cs"/>
              </a:rPr>
              <a:t>Not Recommended</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1" i="0" u="none" strike="noStrike" kern="1200" cap="none" spc="0" normalizeH="0" baseline="0" noProof="0" dirty="0">
                <a:ln>
                  <a:noFill/>
                </a:ln>
                <a:solidFill>
                  <a:srgbClr val="FFFFFF"/>
                </a:solidFill>
                <a:effectLst/>
                <a:uLnTx/>
                <a:uFillTx/>
                <a:latin typeface="Arial"/>
                <a:ea typeface="+mn-ea"/>
                <a:cs typeface="+mn-cs"/>
              </a:rPr>
              <a:t>(Replicates IBS Managed Currency Model) </a:t>
            </a:r>
          </a:p>
        </p:txBody>
      </p:sp>
      <p:sp>
        <p:nvSpPr>
          <p:cNvPr id="15" name="TextBox 14">
            <a:extLst>
              <a:ext uri="{FF2B5EF4-FFF2-40B4-BE49-F238E27FC236}">
                <a16:creationId xmlns:a16="http://schemas.microsoft.com/office/drawing/2014/main" id="{91D43F0C-E59D-43C0-8ED8-FFC939DD1610}"/>
              </a:ext>
            </a:extLst>
          </p:cNvPr>
          <p:cNvSpPr txBox="1"/>
          <p:nvPr/>
        </p:nvSpPr>
        <p:spPr>
          <a:xfrm>
            <a:off x="551384" y="1124744"/>
            <a:ext cx="2470022" cy="715581"/>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en-US" sz="800" b="1" i="0" strike="noStrike" kern="1200" cap="none" spc="0" normalizeH="0" baseline="0" noProof="0" dirty="0">
                <a:ln>
                  <a:noFill/>
                </a:ln>
                <a:solidFill>
                  <a:srgbClr val="020B5B"/>
                </a:solidFill>
                <a:effectLst/>
                <a:uLnTx/>
                <a:uFillTx/>
                <a:latin typeface="Arial"/>
                <a:ea typeface="+mn-ea"/>
                <a:cs typeface="+mn-cs"/>
              </a:rPr>
              <a:t>Example:</a:t>
            </a:r>
          </a:p>
          <a:p>
            <a:pPr marL="171450" marR="0" lvl="0" indent="-171450" algn="l" defTabSz="914400"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lang="en-US" sz="800" dirty="0">
                <a:solidFill>
                  <a:srgbClr val="020B5B"/>
                </a:solidFill>
                <a:latin typeface="Arial"/>
              </a:rPr>
              <a:t>CAD Lynx Direct Clearing</a:t>
            </a:r>
          </a:p>
          <a:p>
            <a:pPr marL="171450" marR="0" lvl="0" indent="-171450" algn="l" defTabSz="914400"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lang="en-US" sz="800" dirty="0">
                <a:solidFill>
                  <a:srgbClr val="020B5B"/>
                </a:solidFill>
                <a:latin typeface="Arial"/>
              </a:rPr>
              <a:t>Lynx Settlement Account on Toronto branch</a:t>
            </a:r>
          </a:p>
          <a:p>
            <a:pPr marL="171450" marR="0" lvl="0" indent="-171450" algn="l" defTabSz="914400"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800" i="0" strike="noStrike" kern="1200" cap="none" spc="0" normalizeH="0" baseline="0" noProof="0" dirty="0">
                <a:ln>
                  <a:noFill/>
                </a:ln>
                <a:solidFill>
                  <a:srgbClr val="020B5B"/>
                </a:solidFill>
                <a:effectLst/>
                <a:uLnTx/>
                <a:uFillTx/>
                <a:latin typeface="Arial"/>
                <a:ea typeface="+mn-ea"/>
                <a:cs typeface="+mn-cs"/>
              </a:rPr>
              <a:t>Client (CAD) DDA on London branch</a:t>
            </a:r>
          </a:p>
        </p:txBody>
      </p:sp>
      <p:cxnSp>
        <p:nvCxnSpPr>
          <p:cNvPr id="17" name="Straight Arrow Connector 137">
            <a:extLst>
              <a:ext uri="{FF2B5EF4-FFF2-40B4-BE49-F238E27FC236}">
                <a16:creationId xmlns:a16="http://schemas.microsoft.com/office/drawing/2014/main" id="{6743D4C6-D46F-C17F-88B7-7A541CFCAB5F}"/>
              </a:ext>
            </a:extLst>
          </p:cNvPr>
          <p:cNvCxnSpPr>
            <a:cxnSpLocks/>
            <a:stCxn id="21" idx="3"/>
            <a:endCxn id="244" idx="1"/>
          </p:cNvCxnSpPr>
          <p:nvPr/>
        </p:nvCxnSpPr>
        <p:spPr>
          <a:xfrm>
            <a:off x="1294770" y="2686034"/>
            <a:ext cx="2398440" cy="578"/>
          </a:xfrm>
          <a:prstGeom prst="straightConnector1">
            <a:avLst/>
          </a:prstGeom>
          <a:noFill/>
          <a:ln w="6350" cap="flat" cmpd="sng" algn="ctr">
            <a:solidFill>
              <a:srgbClr val="000000"/>
            </a:solidFill>
            <a:prstDash val="solid"/>
            <a:headEnd w="med" len="sm"/>
            <a:tailEnd type="triangle" w="sm" len="sm"/>
          </a:ln>
          <a:effectLst/>
        </p:spPr>
      </p:cxnSp>
      <p:sp>
        <p:nvSpPr>
          <p:cNvPr id="18" name="Rectangle 17">
            <a:extLst>
              <a:ext uri="{FF2B5EF4-FFF2-40B4-BE49-F238E27FC236}">
                <a16:creationId xmlns:a16="http://schemas.microsoft.com/office/drawing/2014/main" id="{B4D6A762-AD33-F0F8-2C86-1216875166D0}"/>
              </a:ext>
            </a:extLst>
          </p:cNvPr>
          <p:cNvSpPr/>
          <p:nvPr/>
        </p:nvSpPr>
        <p:spPr bwMode="gray">
          <a:xfrm>
            <a:off x="1492105" y="2775631"/>
            <a:ext cx="324667" cy="195113"/>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p:txBody>
      </p:sp>
      <p:sp>
        <p:nvSpPr>
          <p:cNvPr id="19" name="Rectangle 18">
            <a:extLst>
              <a:ext uri="{FF2B5EF4-FFF2-40B4-BE49-F238E27FC236}">
                <a16:creationId xmlns:a16="http://schemas.microsoft.com/office/drawing/2014/main" id="{23528003-DFB2-E9D6-8030-5749A9991609}"/>
              </a:ext>
            </a:extLst>
          </p:cNvPr>
          <p:cNvSpPr/>
          <p:nvPr/>
        </p:nvSpPr>
        <p:spPr bwMode="gray">
          <a:xfrm>
            <a:off x="1487488" y="3028898"/>
            <a:ext cx="329285" cy="203442"/>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MT</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grpSp>
        <p:nvGrpSpPr>
          <p:cNvPr id="20" name="Group 19">
            <a:extLst>
              <a:ext uri="{FF2B5EF4-FFF2-40B4-BE49-F238E27FC236}">
                <a16:creationId xmlns:a16="http://schemas.microsoft.com/office/drawing/2014/main" id="{F79A8219-3322-7D5E-FC70-3E177C48CDE1}"/>
              </a:ext>
            </a:extLst>
          </p:cNvPr>
          <p:cNvGrpSpPr/>
          <p:nvPr/>
        </p:nvGrpSpPr>
        <p:grpSpPr>
          <a:xfrm>
            <a:off x="707806" y="2115104"/>
            <a:ext cx="586964" cy="1141860"/>
            <a:chOff x="974141" y="1962100"/>
            <a:chExt cx="586964" cy="1141860"/>
          </a:xfrm>
        </p:grpSpPr>
        <p:sp>
          <p:nvSpPr>
            <p:cNvPr id="21" name="Rectangle 20">
              <a:extLst>
                <a:ext uri="{FF2B5EF4-FFF2-40B4-BE49-F238E27FC236}">
                  <a16:creationId xmlns:a16="http://schemas.microsoft.com/office/drawing/2014/main" id="{742E2492-2F9F-406B-B682-9372A158F191}"/>
                </a:ext>
              </a:extLst>
            </p:cNvPr>
            <p:cNvSpPr/>
            <p:nvPr/>
          </p:nvSpPr>
          <p:spPr>
            <a:xfrm>
              <a:off x="974141" y="1962100"/>
              <a:ext cx="586964" cy="1141860"/>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Initiation Channels</a:t>
              </a:r>
            </a:p>
          </p:txBody>
        </p:sp>
        <p:pic>
          <p:nvPicPr>
            <p:cNvPr id="22" name="Picture 24" descr="Ui Ux outline">
              <a:extLst>
                <a:ext uri="{FF2B5EF4-FFF2-40B4-BE49-F238E27FC236}">
                  <a16:creationId xmlns:a16="http://schemas.microsoft.com/office/drawing/2014/main" id="{1417D485-E329-4E1D-E621-2978BB697D6B}"/>
                </a:ext>
              </a:extLst>
            </p:cNvPr>
            <p:cNvPicPr>
              <a:picLocks noChangeAspect="1" noChangeArrowheads="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bwMode="auto">
            <a:xfrm>
              <a:off x="1122104" y="2669268"/>
              <a:ext cx="283847" cy="27446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Flexible payment in our Middle Ages store ageofcraft.com">
              <a:extLst>
                <a:ext uri="{FF2B5EF4-FFF2-40B4-BE49-F238E27FC236}">
                  <a16:creationId xmlns:a16="http://schemas.microsoft.com/office/drawing/2014/main" id="{00680A77-FDFB-F9BD-8C15-99F5207A86B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54516" y="2280242"/>
              <a:ext cx="227892" cy="212396"/>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C65BE679-C178-0A92-FCEC-BBCB5C97C41F}"/>
                </a:ext>
              </a:extLst>
            </p:cNvPr>
            <p:cNvSpPr txBox="1"/>
            <p:nvPr/>
          </p:nvSpPr>
          <p:spPr>
            <a:xfrm>
              <a:off x="1061862" y="2513123"/>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a:t>
              </a:r>
            </a:p>
          </p:txBody>
        </p:sp>
        <p:sp>
          <p:nvSpPr>
            <p:cNvPr id="226" name="TextBox 225">
              <a:extLst>
                <a:ext uri="{FF2B5EF4-FFF2-40B4-BE49-F238E27FC236}">
                  <a16:creationId xmlns:a16="http://schemas.microsoft.com/office/drawing/2014/main" id="{3220CAF7-B000-350B-EF36-E7CD2D8FE8AE}"/>
                </a:ext>
              </a:extLst>
            </p:cNvPr>
            <p:cNvSpPr txBox="1"/>
            <p:nvPr/>
          </p:nvSpPr>
          <p:spPr>
            <a:xfrm>
              <a:off x="1062878" y="2943907"/>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Systems</a:t>
              </a:r>
            </a:p>
          </p:txBody>
        </p:sp>
      </p:grpSp>
      <p:sp>
        <p:nvSpPr>
          <p:cNvPr id="227" name="Rectangle 226">
            <a:extLst>
              <a:ext uri="{FF2B5EF4-FFF2-40B4-BE49-F238E27FC236}">
                <a16:creationId xmlns:a16="http://schemas.microsoft.com/office/drawing/2014/main" id="{CA92D849-9DCA-3F3E-CDDB-2D5FD5071A75}"/>
              </a:ext>
            </a:extLst>
          </p:cNvPr>
          <p:cNvSpPr/>
          <p:nvPr/>
        </p:nvSpPr>
        <p:spPr bwMode="gray">
          <a:xfrm>
            <a:off x="1991544" y="2454478"/>
            <a:ext cx="607037" cy="436947"/>
          </a:xfrm>
          <a:prstGeom prst="rect">
            <a:avLst/>
          </a:prstGeom>
          <a:solidFill>
            <a:srgbClr val="F56E00">
              <a:lumMod val="20000"/>
              <a:lumOff val="80000"/>
            </a:srgbClr>
          </a:solidFill>
          <a:ln w="6350" algn="ctr">
            <a:solidFill>
              <a:srgbClr val="000000"/>
            </a:solidFill>
            <a:miter lim="800000"/>
            <a:headEnd/>
            <a:tailEnd/>
          </a:ln>
        </p:spPr>
        <p:txBody>
          <a:bodyPr wrap="square" lIns="0" tIns="27432" rIns="0" bIns="91440" rtlCol="0" anchor="t"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50" b="1" i="0" u="none" strike="noStrike" kern="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50" b="1" i="0" u="none" strike="noStrike" kern="0" cap="none" spc="0" normalizeH="0" baseline="0" noProof="0" dirty="0">
                <a:ln>
                  <a:noFill/>
                </a:ln>
                <a:solidFill>
                  <a:prstClr val="black"/>
                </a:solidFill>
                <a:effectLst/>
                <a:uLnTx/>
                <a:uFillTx/>
                <a:latin typeface="Arial"/>
                <a:ea typeface="+mn-ea"/>
                <a:cs typeface="+mn-cs"/>
              </a:rPr>
              <a:t>Integration Services </a:t>
            </a:r>
            <a:r>
              <a:rPr kumimoji="0" lang="en-US" sz="650" b="0" i="0" u="none" strike="noStrike" kern="0" cap="none" spc="0" normalizeH="0" baseline="0" noProof="0" dirty="0">
                <a:ln>
                  <a:noFill/>
                </a:ln>
                <a:solidFill>
                  <a:prstClr val="black"/>
                </a:solidFill>
                <a:effectLst/>
                <a:uLnTx/>
                <a:uFillTx/>
                <a:latin typeface="Arial"/>
                <a:ea typeface="+mn-ea"/>
                <a:cs typeface="+mn-cs"/>
              </a:rPr>
              <a:t> </a:t>
            </a:r>
          </a:p>
        </p:txBody>
      </p:sp>
      <p:sp>
        <p:nvSpPr>
          <p:cNvPr id="228" name="Rectangle 227">
            <a:extLst>
              <a:ext uri="{FF2B5EF4-FFF2-40B4-BE49-F238E27FC236}">
                <a16:creationId xmlns:a16="http://schemas.microsoft.com/office/drawing/2014/main" id="{C27C642A-9810-EB7D-2B3C-45169572F318}"/>
              </a:ext>
            </a:extLst>
          </p:cNvPr>
          <p:cNvSpPr/>
          <p:nvPr/>
        </p:nvSpPr>
        <p:spPr bwMode="gray">
          <a:xfrm>
            <a:off x="2891671" y="2775631"/>
            <a:ext cx="324667" cy="195113"/>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p:txBody>
      </p:sp>
      <p:sp>
        <p:nvSpPr>
          <p:cNvPr id="229" name="Rectangle 228">
            <a:extLst>
              <a:ext uri="{FF2B5EF4-FFF2-40B4-BE49-F238E27FC236}">
                <a16:creationId xmlns:a16="http://schemas.microsoft.com/office/drawing/2014/main" id="{CD5591A2-ABAD-185E-90C1-4C026A1BE70D}"/>
              </a:ext>
            </a:extLst>
          </p:cNvPr>
          <p:cNvSpPr/>
          <p:nvPr/>
        </p:nvSpPr>
        <p:spPr bwMode="gray">
          <a:xfrm>
            <a:off x="1487489" y="3293399"/>
            <a:ext cx="329283" cy="203442"/>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Other</a:t>
            </a:r>
            <a:r>
              <a:rPr kumimoji="0" lang="en-US" sz="600" b="0" i="0" u="none" strike="noStrike" kern="0" cap="none" spc="0" normalizeH="0" baseline="0" noProof="0" dirty="0">
                <a:ln>
                  <a:noFill/>
                </a:ln>
                <a:solidFill>
                  <a:prstClr val="black"/>
                </a:solidFill>
                <a:effectLst/>
                <a:uLnTx/>
                <a:uFillTx/>
                <a:latin typeface="Arial"/>
                <a:ea typeface="+mn-ea"/>
                <a:cs typeface="+mn-cs"/>
              </a:rPr>
              <a:t> Formats</a:t>
            </a:r>
          </a:p>
        </p:txBody>
      </p:sp>
      <p:sp>
        <p:nvSpPr>
          <p:cNvPr id="231" name="TextBox 230">
            <a:extLst>
              <a:ext uri="{FF2B5EF4-FFF2-40B4-BE49-F238E27FC236}">
                <a16:creationId xmlns:a16="http://schemas.microsoft.com/office/drawing/2014/main" id="{CA5661BD-5FCD-8EF9-51A6-123275EFCB06}"/>
              </a:ext>
            </a:extLst>
          </p:cNvPr>
          <p:cNvSpPr txBox="1"/>
          <p:nvPr/>
        </p:nvSpPr>
        <p:spPr>
          <a:xfrm>
            <a:off x="2843466" y="2959640"/>
            <a:ext cx="516230" cy="384721"/>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Pacs.008</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650" dirty="0">
                <a:solidFill>
                  <a:srgbClr val="020B5B"/>
                </a:solidFill>
                <a:latin typeface="Arial"/>
              </a:rPr>
              <a:t>Pacs.009</a:t>
            </a:r>
          </a:p>
        </p:txBody>
      </p:sp>
      <p:sp>
        <p:nvSpPr>
          <p:cNvPr id="232" name="TextBox 231">
            <a:extLst>
              <a:ext uri="{FF2B5EF4-FFF2-40B4-BE49-F238E27FC236}">
                <a16:creationId xmlns:a16="http://schemas.microsoft.com/office/drawing/2014/main" id="{B84B8E44-D04D-C7D0-A137-7E3A630845EA}"/>
              </a:ext>
            </a:extLst>
          </p:cNvPr>
          <p:cNvSpPr txBox="1"/>
          <p:nvPr/>
        </p:nvSpPr>
        <p:spPr>
          <a:xfrm>
            <a:off x="3667337" y="2172488"/>
            <a:ext cx="1060512" cy="292388"/>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US" sz="700" b="1" dirty="0">
                <a:solidFill>
                  <a:srgbClr val="020B5B"/>
                </a:solidFill>
                <a:latin typeface="Arial"/>
              </a:rPr>
              <a:t>Client DDA Branch</a:t>
            </a:r>
            <a:endParaRPr kumimoji="0" lang="en-US" sz="700" b="1" i="0" u="none" strike="noStrike" kern="1200" cap="none" spc="0" normalizeH="0" baseline="0" noProof="0" dirty="0">
              <a:ln>
                <a:noFill/>
              </a:ln>
              <a:solidFill>
                <a:srgbClr val="020B5B"/>
              </a:solidFill>
              <a:effectLst/>
              <a:uLnTx/>
              <a:uFillTx/>
              <a:latin typeface="Arial"/>
              <a:ea typeface="+mn-ea"/>
              <a:cs typeface="+mn-cs"/>
            </a:endParaRPr>
          </a:p>
        </p:txBody>
      </p:sp>
      <p:sp>
        <p:nvSpPr>
          <p:cNvPr id="233" name="TextBox 232">
            <a:extLst>
              <a:ext uri="{FF2B5EF4-FFF2-40B4-BE49-F238E27FC236}">
                <a16:creationId xmlns:a16="http://schemas.microsoft.com/office/drawing/2014/main" id="{5AC326B6-C89B-6D5B-A968-DDE000BD0FE0}"/>
              </a:ext>
            </a:extLst>
          </p:cNvPr>
          <p:cNvSpPr txBox="1"/>
          <p:nvPr/>
        </p:nvSpPr>
        <p:spPr>
          <a:xfrm>
            <a:off x="6252050" y="2172488"/>
            <a:ext cx="1212103" cy="292388"/>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US" sz="700" b="1" dirty="0">
                <a:solidFill>
                  <a:srgbClr val="020B5B"/>
                </a:solidFill>
                <a:latin typeface="Arial"/>
              </a:rPr>
              <a:t>Market Clearing Branch</a:t>
            </a:r>
            <a:endParaRPr kumimoji="0" lang="en-US" sz="700" b="1" i="0" u="none" strike="noStrike" kern="1200" cap="none" spc="0" normalizeH="0" baseline="0" noProof="0" dirty="0">
              <a:ln>
                <a:noFill/>
              </a:ln>
              <a:solidFill>
                <a:srgbClr val="020B5B"/>
              </a:solidFill>
              <a:effectLst/>
              <a:uLnTx/>
              <a:uFillTx/>
              <a:latin typeface="Arial"/>
              <a:ea typeface="+mn-ea"/>
              <a:cs typeface="+mn-cs"/>
            </a:endParaRPr>
          </a:p>
        </p:txBody>
      </p:sp>
      <p:cxnSp>
        <p:nvCxnSpPr>
          <p:cNvPr id="235" name="Straight Connector 234">
            <a:extLst>
              <a:ext uri="{FF2B5EF4-FFF2-40B4-BE49-F238E27FC236}">
                <a16:creationId xmlns:a16="http://schemas.microsoft.com/office/drawing/2014/main" id="{71348C80-86D2-B5A8-BF66-BCF43879AA6E}"/>
              </a:ext>
            </a:extLst>
          </p:cNvPr>
          <p:cNvCxnSpPr>
            <a:cxnSpLocks/>
          </p:cNvCxnSpPr>
          <p:nvPr/>
        </p:nvCxnSpPr>
        <p:spPr bwMode="auto">
          <a:xfrm flipH="1">
            <a:off x="540213" y="980728"/>
            <a:ext cx="10380322" cy="0"/>
          </a:xfrm>
          <a:prstGeom prst="line">
            <a:avLst/>
          </a:prstGeom>
          <a:solidFill>
            <a:srgbClr val="65CCE9"/>
          </a:solidFill>
          <a:ln w="9525" cap="flat" cmpd="sng" algn="ctr">
            <a:solidFill>
              <a:schemeClr val="tx2"/>
            </a:solidFill>
            <a:prstDash val="solid"/>
            <a:round/>
            <a:headEnd type="none" w="med" len="med"/>
            <a:tailEnd type="none" w="med" len="med"/>
          </a:ln>
          <a:effectLst/>
        </p:spPr>
      </p:cxnSp>
      <p:sp>
        <p:nvSpPr>
          <p:cNvPr id="26" name="TextBox 25">
            <a:extLst>
              <a:ext uri="{FF2B5EF4-FFF2-40B4-BE49-F238E27FC236}">
                <a16:creationId xmlns:a16="http://schemas.microsoft.com/office/drawing/2014/main" id="{B2A3169D-CC1D-1508-3CB9-F07D22322E70}"/>
              </a:ext>
            </a:extLst>
          </p:cNvPr>
          <p:cNvSpPr txBox="1"/>
          <p:nvPr/>
        </p:nvSpPr>
        <p:spPr>
          <a:xfrm>
            <a:off x="2711624" y="2420888"/>
            <a:ext cx="986023" cy="284693"/>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Payment Instructions</a:t>
            </a:r>
          </a:p>
        </p:txBody>
      </p:sp>
    </p:spTree>
    <p:extLst>
      <p:ext uri="{BB962C8B-B14F-4D97-AF65-F5344CB8AC3E}">
        <p14:creationId xmlns:p14="http://schemas.microsoft.com/office/powerpoint/2010/main" val="4007723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D5DB5-E8EA-C0B2-756E-C81DB89227C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DEFFCE5-F558-1C69-F080-91421EC523B9}"/>
              </a:ext>
            </a:extLst>
          </p:cNvPr>
          <p:cNvSpPr>
            <a:spLocks noGrp="1"/>
          </p:cNvSpPr>
          <p:nvPr>
            <p:ph type="title"/>
          </p:nvPr>
        </p:nvSpPr>
        <p:spPr>
          <a:xfrm>
            <a:off x="504824" y="310896"/>
            <a:ext cx="10415711" cy="403247"/>
          </a:xfrm>
        </p:spPr>
        <p:txBody>
          <a:bodyPr/>
          <a:lstStyle/>
          <a:p>
            <a:r>
              <a:rPr lang="en-US" sz="2200" dirty="0">
                <a:cs typeface="Arial" panose="020B0604020202020204" pitchFamily="34" charset="0"/>
              </a:rPr>
              <a:t>RTPS Integration with Transact including Intercompany Settlement  - Approach 2 (Recommended)</a:t>
            </a:r>
          </a:p>
        </p:txBody>
      </p:sp>
      <p:sp>
        <p:nvSpPr>
          <p:cNvPr id="3" name="Text Placeholder 7">
            <a:extLst>
              <a:ext uri="{FF2B5EF4-FFF2-40B4-BE49-F238E27FC236}">
                <a16:creationId xmlns:a16="http://schemas.microsoft.com/office/drawing/2014/main" id="{F8968AD2-3447-2750-3689-66B05CC70DD3}"/>
              </a:ext>
            </a:extLst>
          </p:cNvPr>
          <p:cNvSpPr txBox="1">
            <a:spLocks/>
          </p:cNvSpPr>
          <p:nvPr/>
        </p:nvSpPr>
        <p:spPr bwMode="gray">
          <a:xfrm>
            <a:off x="540213" y="692696"/>
            <a:ext cx="10230118" cy="430887"/>
          </a:xfrm>
          <a:prstGeom prst="rect">
            <a:avLst/>
          </a:prstGeom>
        </p:spPr>
        <p:txBody>
          <a:bodyPr vert="horz" wrap="square" lIns="0" tIns="0" rIns="0" bIns="0" rtlCol="0">
            <a:spAutoFit/>
          </a:bodyPr>
          <a:lstStyle>
            <a:lvl1pPr marL="0" indent="0" algn="l" defTabSz="914400" rtl="0" eaLnBrk="1" latinLnBrk="0" hangingPunct="1">
              <a:spcBef>
                <a:spcPts val="1200"/>
              </a:spcBef>
              <a:buSzPct val="100000"/>
              <a:buFont typeface="Arial" panose="020B0604020202020204" pitchFamily="34" charset="0"/>
              <a:buNone/>
              <a:defRPr sz="1800" b="0" kern="1200">
                <a:solidFill>
                  <a:schemeClr val="bg2"/>
                </a:solidFill>
                <a:latin typeface="+mn-lt"/>
                <a:ea typeface="+mn-ea"/>
                <a:cs typeface="+mn-cs"/>
              </a:defRPr>
            </a:lvl1pPr>
            <a:lvl2pPr marL="125413" indent="-125413" algn="l" defTabSz="914400" rtl="0" eaLnBrk="1" latinLnBrk="0" hangingPunct="1">
              <a:spcBef>
                <a:spcPts val="600"/>
              </a:spcBef>
              <a:buClrTx/>
              <a:buSzPct val="100000"/>
              <a:buFont typeface="Arial"/>
              <a:buChar char="•"/>
              <a:defRPr lang="en-US" sz="1800" kern="1200" dirty="0" smtClean="0">
                <a:solidFill>
                  <a:schemeClr val="tx1"/>
                </a:solidFill>
                <a:latin typeface="+mn-lt"/>
                <a:ea typeface="+mn-ea"/>
                <a:cs typeface="+mn-cs"/>
              </a:defRPr>
            </a:lvl2pPr>
            <a:lvl3pPr marL="277813" indent="-123825" algn="l" defTabSz="914400" rtl="0" eaLnBrk="1" latinLnBrk="0" hangingPunct="1">
              <a:spcBef>
                <a:spcPts val="600"/>
              </a:spcBef>
              <a:buClrTx/>
              <a:buSzPct val="100000"/>
              <a:buFont typeface="Arial"/>
              <a:buChar char="−"/>
              <a:defRPr lang="en-US" sz="1600" kern="1200" dirty="0" smtClean="0">
                <a:solidFill>
                  <a:schemeClr val="tx1"/>
                </a:solidFill>
                <a:latin typeface="+mn-lt"/>
                <a:ea typeface="+mn-ea"/>
                <a:cs typeface="+mn-cs"/>
              </a:defRPr>
            </a:lvl3pPr>
            <a:lvl4pPr marL="427038" indent="-123825" algn="l" defTabSz="914400" rtl="0" eaLnBrk="1" latinLnBrk="0" hangingPunct="1">
              <a:spcBef>
                <a:spcPts val="600"/>
              </a:spcBef>
              <a:buClrTx/>
              <a:buSzPct val="100000"/>
              <a:buFont typeface="Arial" panose="020B0604020202020204" pitchFamily="34" charset="0"/>
              <a:buChar char="•"/>
              <a:defRPr lang="en-US" sz="1400" kern="1200" baseline="0" dirty="0" smtClean="0">
                <a:solidFill>
                  <a:schemeClr val="tx1"/>
                </a:solidFill>
                <a:latin typeface="+mn-lt"/>
                <a:ea typeface="+mn-ea"/>
                <a:cs typeface="+mn-cs"/>
              </a:defRPr>
            </a:lvl4pPr>
            <a:lvl5pPr marL="582613" indent="-127000" algn="l" defTabSz="798513" rtl="0" eaLnBrk="1" latinLnBrk="0" hangingPunct="1">
              <a:spcBef>
                <a:spcPts val="600"/>
              </a:spcBef>
              <a:buClrTx/>
              <a:buSzPct val="100000"/>
              <a:buFont typeface="Arial"/>
              <a:buChar char="−"/>
              <a:tabLst/>
              <a:defRPr lang="en-US" sz="1200" kern="1200" baseline="0" dirty="0" smtClean="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400" b="0" i="0" u="none" strike="noStrike" kern="1200" cap="none" spc="0" normalizeH="0" baseline="0" noProof="0" dirty="0">
                <a:ln>
                  <a:noFill/>
                </a:ln>
                <a:solidFill>
                  <a:srgbClr val="001AFF"/>
                </a:solidFill>
                <a:effectLst/>
                <a:uLnTx/>
                <a:uFillTx/>
                <a:latin typeface="Lab Antiqua Small Condensed"/>
                <a:ea typeface="+mn-ea"/>
                <a:cs typeface="Arial"/>
              </a:rPr>
              <a:t>In this approach, only one payment event is processed through the market clearing branch with intercompany settlement facilitated either via the payment platform and/or the Gateway orchestration layer</a:t>
            </a:r>
          </a:p>
        </p:txBody>
      </p:sp>
      <p:sp>
        <p:nvSpPr>
          <p:cNvPr id="4" name="TextBox 3">
            <a:extLst>
              <a:ext uri="{FF2B5EF4-FFF2-40B4-BE49-F238E27FC236}">
                <a16:creationId xmlns:a16="http://schemas.microsoft.com/office/drawing/2014/main" id="{F04A3DF6-6144-6B38-7E42-6C136BA989AA}"/>
              </a:ext>
            </a:extLst>
          </p:cNvPr>
          <p:cNvSpPr txBox="1"/>
          <p:nvPr/>
        </p:nvSpPr>
        <p:spPr>
          <a:xfrm>
            <a:off x="3071664" y="1373258"/>
            <a:ext cx="5616623" cy="838691"/>
          </a:xfrm>
          <a:prstGeom prst="rect">
            <a:avLst/>
          </a:prstGeom>
          <a:noFill/>
        </p:spPr>
        <p:txBody>
          <a:bodyPr wrap="square" lIns="45720" tIns="91440" rIns="45720" bIns="91440" rtlCol="0">
            <a:spAutoFit/>
          </a:bodyPr>
          <a:lstStyle/>
          <a:p>
            <a:pPr lvl="0">
              <a:spcAft>
                <a:spcPts val="100"/>
              </a:spcAft>
              <a:buSzPct val="100000"/>
              <a:defRPr/>
            </a:pPr>
            <a:r>
              <a:rPr kumimoji="0" lang="en-US" sz="800" b="1" i="0" u="none" strike="noStrike" kern="1200" cap="none" spc="0" normalizeH="0" baseline="0" noProof="0" dirty="0">
                <a:ln>
                  <a:noFill/>
                </a:ln>
                <a:solidFill>
                  <a:srgbClr val="020B5B"/>
                </a:solidFill>
                <a:effectLst/>
                <a:uLnTx/>
                <a:uFillTx/>
                <a:latin typeface="Arial"/>
                <a:ea typeface="+mn-ea"/>
                <a:cs typeface="+mn-cs"/>
              </a:rPr>
              <a:t>Approach 2: </a:t>
            </a:r>
            <a:r>
              <a:rPr kumimoji="0" lang="en-US" sz="800" b="0" i="0" u="none" strike="noStrike" kern="1200" cap="none" spc="0" normalizeH="0" baseline="0" noProof="0" dirty="0">
                <a:ln>
                  <a:noFill/>
                </a:ln>
                <a:solidFill>
                  <a:srgbClr val="020B5B"/>
                </a:solidFill>
                <a:effectLst/>
                <a:uLnTx/>
                <a:uFillTx/>
                <a:latin typeface="Arial"/>
                <a:ea typeface="+mn-ea"/>
                <a:cs typeface="+mn-cs"/>
              </a:rPr>
              <a:t>Payment instructions are routed to Gateway to orchestrate the required</a:t>
            </a:r>
            <a:r>
              <a:rPr lang="en-US" sz="800" dirty="0">
                <a:solidFill>
                  <a:srgbClr val="020B5B"/>
                </a:solidFill>
                <a:latin typeface="Arial"/>
              </a:rPr>
              <a:t> market payment and</a:t>
            </a:r>
            <a:r>
              <a:rPr kumimoji="0" lang="en-US" sz="800" b="0" i="0" u="none" strike="noStrike" kern="1200" cap="none" spc="0" normalizeH="0" baseline="0" noProof="0" dirty="0">
                <a:ln>
                  <a:noFill/>
                </a:ln>
                <a:solidFill>
                  <a:srgbClr val="020B5B"/>
                </a:solidFill>
                <a:effectLst/>
                <a:uLnTx/>
                <a:uFillTx/>
                <a:latin typeface="Arial"/>
                <a:ea typeface="+mn-ea"/>
                <a:cs typeface="+mn-cs"/>
              </a:rPr>
              <a:t> banking postings.  Whether facilitated via Gateway and/or RTPS, the following outcomes are required:</a:t>
            </a:r>
          </a:p>
          <a:p>
            <a:pPr marL="171450" marR="0" lvl="0" indent="-171450" algn="l" defTabSz="914400"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lang="en-US" sz="800" dirty="0">
                <a:solidFill>
                  <a:srgbClr val="020B5B"/>
                </a:solidFill>
                <a:latin typeface="Arial"/>
              </a:rPr>
              <a:t>Banking posting to client DDA branch with successful credit/risk check (hold completion until market payment ACK)</a:t>
            </a:r>
          </a:p>
          <a:p>
            <a:pPr marL="171450" marR="0" lvl="0" indent="-171450" algn="l" defTabSz="914400"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800" b="0" i="0" u="none" strike="noStrike" kern="1200" cap="none" spc="0" normalizeH="0" baseline="0" noProof="0" dirty="0">
                <a:ln>
                  <a:noFill/>
                </a:ln>
                <a:solidFill>
                  <a:srgbClr val="020B5B"/>
                </a:solidFill>
                <a:effectLst/>
                <a:uLnTx/>
                <a:uFillTx/>
                <a:latin typeface="Arial"/>
                <a:ea typeface="+mn-ea"/>
                <a:cs typeface="+mn-cs"/>
              </a:rPr>
              <a:t>Banking posting to market clearing branch </a:t>
            </a:r>
            <a:r>
              <a:rPr lang="en-US" sz="800" dirty="0">
                <a:solidFill>
                  <a:srgbClr val="020B5B"/>
                </a:solidFill>
                <a:latin typeface="Arial"/>
              </a:rPr>
              <a:t>(hold completion until market payment ACK)</a:t>
            </a:r>
          </a:p>
          <a:p>
            <a:pPr marL="171450" marR="0" lvl="0" indent="-171450" algn="l" defTabSz="914400"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lang="en-US" sz="800" dirty="0">
                <a:solidFill>
                  <a:srgbClr val="020B5B"/>
                </a:solidFill>
                <a:latin typeface="Arial"/>
              </a:rPr>
              <a:t>Payment released from the RTPS clearing branch to the market (orchestration to complete the banking postings)</a:t>
            </a:r>
            <a:endParaRPr kumimoji="0" lang="en-US" sz="800" b="0" i="0" u="none" strike="noStrike" kern="1200" cap="none" spc="0" normalizeH="0" baseline="0" noProof="0" dirty="0">
              <a:ln>
                <a:noFill/>
              </a:ln>
              <a:solidFill>
                <a:srgbClr val="020B5B"/>
              </a:solidFill>
              <a:effectLst/>
              <a:uLnTx/>
              <a:uFillTx/>
              <a:latin typeface="Arial"/>
              <a:ea typeface="+mn-ea"/>
              <a:cs typeface="+mn-cs"/>
            </a:endParaRPr>
          </a:p>
        </p:txBody>
      </p:sp>
      <p:sp>
        <p:nvSpPr>
          <p:cNvPr id="15" name="TextBox 14">
            <a:extLst>
              <a:ext uri="{FF2B5EF4-FFF2-40B4-BE49-F238E27FC236}">
                <a16:creationId xmlns:a16="http://schemas.microsoft.com/office/drawing/2014/main" id="{C047D29B-CE50-3FAC-285A-06E0C7A9644C}"/>
              </a:ext>
            </a:extLst>
          </p:cNvPr>
          <p:cNvSpPr txBox="1"/>
          <p:nvPr/>
        </p:nvSpPr>
        <p:spPr>
          <a:xfrm>
            <a:off x="551384" y="1364016"/>
            <a:ext cx="2470022" cy="715581"/>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en-US" sz="800" b="1" i="0" u="none" strike="noStrike" kern="1200" cap="none" spc="0" normalizeH="0" baseline="0" noProof="0" dirty="0">
                <a:ln>
                  <a:noFill/>
                </a:ln>
                <a:solidFill>
                  <a:srgbClr val="020B5B"/>
                </a:solidFill>
                <a:effectLst/>
                <a:uLnTx/>
                <a:uFillTx/>
                <a:latin typeface="Arial"/>
                <a:ea typeface="+mn-ea"/>
                <a:cs typeface="+mn-cs"/>
              </a:rPr>
              <a:t>Example:</a:t>
            </a:r>
          </a:p>
          <a:p>
            <a:pPr marL="171450" marR="0" lvl="0" indent="-171450" algn="l" defTabSz="914400"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800" b="0" i="0" u="none" strike="noStrike" kern="1200" cap="none" spc="0" normalizeH="0" baseline="0" noProof="0" dirty="0">
                <a:ln>
                  <a:noFill/>
                </a:ln>
                <a:solidFill>
                  <a:srgbClr val="020B5B"/>
                </a:solidFill>
                <a:effectLst/>
                <a:uLnTx/>
                <a:uFillTx/>
                <a:latin typeface="Arial"/>
                <a:ea typeface="+mn-ea"/>
                <a:cs typeface="+mn-cs"/>
              </a:rPr>
              <a:t>CAD Lynx Direct Clearing</a:t>
            </a:r>
          </a:p>
          <a:p>
            <a:pPr marL="171450" marR="0" lvl="0" indent="-171450" algn="l" defTabSz="914400"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800" b="0" i="0" u="none" strike="noStrike" kern="1200" cap="none" spc="0" normalizeH="0" baseline="0" noProof="0" dirty="0">
                <a:ln>
                  <a:noFill/>
                </a:ln>
                <a:solidFill>
                  <a:srgbClr val="020B5B"/>
                </a:solidFill>
                <a:effectLst/>
                <a:uLnTx/>
                <a:uFillTx/>
                <a:latin typeface="Arial"/>
                <a:ea typeface="+mn-ea"/>
                <a:cs typeface="+mn-cs"/>
              </a:rPr>
              <a:t>Lynx Settlement Account on Toronto branch</a:t>
            </a:r>
          </a:p>
          <a:p>
            <a:pPr marL="171450" marR="0" lvl="0" indent="-171450" algn="l" defTabSz="914400"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800" b="0" i="0" u="none" strike="noStrike" kern="1200" cap="none" spc="0" normalizeH="0" baseline="0" noProof="0" dirty="0">
                <a:ln>
                  <a:noFill/>
                </a:ln>
                <a:solidFill>
                  <a:srgbClr val="020B5B"/>
                </a:solidFill>
                <a:effectLst/>
                <a:uLnTx/>
                <a:uFillTx/>
                <a:latin typeface="Arial"/>
                <a:ea typeface="+mn-ea"/>
                <a:cs typeface="+mn-cs"/>
              </a:rPr>
              <a:t>Client (CAD) DDA on London branch</a:t>
            </a:r>
          </a:p>
        </p:txBody>
      </p:sp>
      <p:cxnSp>
        <p:nvCxnSpPr>
          <p:cNvPr id="235" name="Straight Connector 234">
            <a:extLst>
              <a:ext uri="{FF2B5EF4-FFF2-40B4-BE49-F238E27FC236}">
                <a16:creationId xmlns:a16="http://schemas.microsoft.com/office/drawing/2014/main" id="{45A6C59B-0259-16B5-A9D0-198F72F6F0EF}"/>
              </a:ext>
            </a:extLst>
          </p:cNvPr>
          <p:cNvCxnSpPr>
            <a:cxnSpLocks/>
          </p:cNvCxnSpPr>
          <p:nvPr/>
        </p:nvCxnSpPr>
        <p:spPr bwMode="auto">
          <a:xfrm flipH="1">
            <a:off x="540213" y="1196752"/>
            <a:ext cx="10380322" cy="0"/>
          </a:xfrm>
          <a:prstGeom prst="line">
            <a:avLst/>
          </a:prstGeom>
          <a:solidFill>
            <a:srgbClr val="65CCE9"/>
          </a:solidFill>
          <a:ln w="9525" cap="flat" cmpd="sng" algn="ctr">
            <a:solidFill>
              <a:schemeClr val="tx2"/>
            </a:solidFill>
            <a:prstDash val="solid"/>
            <a:round/>
            <a:headEnd type="none" w="med" len="med"/>
            <a:tailEnd type="none" w="med" len="med"/>
          </a:ln>
          <a:effectLst/>
        </p:spPr>
      </p:cxnSp>
      <p:grpSp>
        <p:nvGrpSpPr>
          <p:cNvPr id="277" name="Group 276">
            <a:extLst>
              <a:ext uri="{FF2B5EF4-FFF2-40B4-BE49-F238E27FC236}">
                <a16:creationId xmlns:a16="http://schemas.microsoft.com/office/drawing/2014/main" id="{16D81F3B-7765-ECBD-CA41-471D043CE4E8}"/>
              </a:ext>
            </a:extLst>
          </p:cNvPr>
          <p:cNvGrpSpPr/>
          <p:nvPr/>
        </p:nvGrpSpPr>
        <p:grpSpPr>
          <a:xfrm>
            <a:off x="9263967" y="2886630"/>
            <a:ext cx="576449" cy="579245"/>
            <a:chOff x="9709459" y="1825670"/>
            <a:chExt cx="576449" cy="579245"/>
          </a:xfrm>
        </p:grpSpPr>
        <p:sp>
          <p:nvSpPr>
            <p:cNvPr id="278" name="Rectangle 277">
              <a:extLst>
                <a:ext uri="{FF2B5EF4-FFF2-40B4-BE49-F238E27FC236}">
                  <a16:creationId xmlns:a16="http://schemas.microsoft.com/office/drawing/2014/main" id="{FCD371AC-373A-9B91-B0B8-BFE34AB25EEF}"/>
                </a:ext>
              </a:extLst>
            </p:cNvPr>
            <p:cNvSpPr/>
            <p:nvPr/>
          </p:nvSpPr>
          <p:spPr>
            <a:xfrm>
              <a:off x="9709459" y="1825670"/>
              <a:ext cx="576449" cy="579245"/>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 Market</a:t>
              </a:r>
            </a:p>
          </p:txBody>
        </p:sp>
        <p:pic>
          <p:nvPicPr>
            <p:cNvPr id="279" name="Picture 143" descr="Bank outline">
              <a:extLst>
                <a:ext uri="{FF2B5EF4-FFF2-40B4-BE49-F238E27FC236}">
                  <a16:creationId xmlns:a16="http://schemas.microsoft.com/office/drawing/2014/main" id="{2BD33378-62B6-8C32-709F-445214C695C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840799" y="1963646"/>
              <a:ext cx="323226" cy="292370"/>
            </a:xfrm>
            <a:prstGeom prst="rect">
              <a:avLst/>
            </a:prstGeom>
          </p:spPr>
        </p:pic>
      </p:grpSp>
      <p:cxnSp>
        <p:nvCxnSpPr>
          <p:cNvPr id="285" name="Straight Arrow Connector 137">
            <a:extLst>
              <a:ext uri="{FF2B5EF4-FFF2-40B4-BE49-F238E27FC236}">
                <a16:creationId xmlns:a16="http://schemas.microsoft.com/office/drawing/2014/main" id="{539598E4-F49C-F1F4-0ABC-F0FBB578A6E0}"/>
              </a:ext>
            </a:extLst>
          </p:cNvPr>
          <p:cNvCxnSpPr>
            <a:cxnSpLocks/>
            <a:stCxn id="295" idx="2"/>
            <a:endCxn id="286" idx="0"/>
          </p:cNvCxnSpPr>
          <p:nvPr/>
        </p:nvCxnSpPr>
        <p:spPr>
          <a:xfrm>
            <a:off x="4792843" y="3372337"/>
            <a:ext cx="997" cy="662613"/>
          </a:xfrm>
          <a:prstGeom prst="straightConnector1">
            <a:avLst/>
          </a:prstGeom>
          <a:noFill/>
          <a:ln w="6350" cap="flat" cmpd="sng" algn="ctr">
            <a:solidFill>
              <a:srgbClr val="000000"/>
            </a:solidFill>
            <a:prstDash val="solid"/>
            <a:headEnd w="med" len="sm"/>
            <a:tailEnd type="triangle" w="sm" len="sm"/>
          </a:ln>
          <a:effectLst/>
        </p:spPr>
      </p:cxnSp>
      <p:sp>
        <p:nvSpPr>
          <p:cNvPr id="286" name="Rectangle 285">
            <a:extLst>
              <a:ext uri="{FF2B5EF4-FFF2-40B4-BE49-F238E27FC236}">
                <a16:creationId xmlns:a16="http://schemas.microsoft.com/office/drawing/2014/main" id="{95E30ED4-BFB3-0712-DFAF-DA37141DD64C}"/>
              </a:ext>
            </a:extLst>
          </p:cNvPr>
          <p:cNvSpPr/>
          <p:nvPr/>
        </p:nvSpPr>
        <p:spPr bwMode="gray">
          <a:xfrm>
            <a:off x="4511824" y="4034950"/>
            <a:ext cx="564031"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Lon</a:t>
            </a:r>
          </a:p>
        </p:txBody>
      </p:sp>
      <p:sp>
        <p:nvSpPr>
          <p:cNvPr id="287" name="TextBox 286">
            <a:extLst>
              <a:ext uri="{FF2B5EF4-FFF2-40B4-BE49-F238E27FC236}">
                <a16:creationId xmlns:a16="http://schemas.microsoft.com/office/drawing/2014/main" id="{61AEEE14-BF88-123D-8EEF-3856523F791D}"/>
              </a:ext>
            </a:extLst>
          </p:cNvPr>
          <p:cNvSpPr txBox="1"/>
          <p:nvPr/>
        </p:nvSpPr>
        <p:spPr>
          <a:xfrm>
            <a:off x="7100711" y="2934582"/>
            <a:ext cx="795489" cy="284693"/>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650" dirty="0">
                <a:solidFill>
                  <a:srgbClr val="020B5B"/>
                </a:solidFill>
                <a:latin typeface="Arial"/>
              </a:rPr>
              <a:t>Market</a:t>
            </a:r>
            <a:r>
              <a:rPr kumimoji="0" lang="en-US" sz="650" b="0" i="0" u="none" strike="noStrike" kern="1200" cap="none" spc="0" normalizeH="0" baseline="0" noProof="0" dirty="0">
                <a:ln>
                  <a:noFill/>
                </a:ln>
                <a:solidFill>
                  <a:srgbClr val="020B5B"/>
                </a:solidFill>
                <a:effectLst/>
                <a:uLnTx/>
                <a:uFillTx/>
                <a:latin typeface="Arial"/>
                <a:ea typeface="+mn-ea"/>
                <a:cs typeface="+mn-cs"/>
              </a:rPr>
              <a:t> Payment</a:t>
            </a:r>
          </a:p>
        </p:txBody>
      </p:sp>
      <p:sp>
        <p:nvSpPr>
          <p:cNvPr id="291" name="TextBox 290">
            <a:extLst>
              <a:ext uri="{FF2B5EF4-FFF2-40B4-BE49-F238E27FC236}">
                <a16:creationId xmlns:a16="http://schemas.microsoft.com/office/drawing/2014/main" id="{3C64C58F-98FE-D2B8-32B1-0C2E53606D36}"/>
              </a:ext>
            </a:extLst>
          </p:cNvPr>
          <p:cNvSpPr txBox="1"/>
          <p:nvPr/>
        </p:nvSpPr>
        <p:spPr>
          <a:xfrm>
            <a:off x="4223792" y="4461699"/>
            <a:ext cx="129700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a:t>
            </a:r>
            <a:r>
              <a:rPr lang="en-US" sz="650" u="sng" dirty="0">
                <a:solidFill>
                  <a:srgbClr val="020B5B"/>
                </a:solidFill>
                <a:latin typeface="Arial"/>
              </a:rPr>
              <a:t>London</a:t>
            </a:r>
            <a:r>
              <a:rPr kumimoji="0" lang="en-US" sz="650" b="0" i="0" u="sng" strike="noStrike" kern="1200" cap="none" spc="0" normalizeH="0" baseline="0" noProof="0" dirty="0">
                <a:ln>
                  <a:noFill/>
                </a:ln>
                <a:solidFill>
                  <a:srgbClr val="020B5B"/>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Client DDA</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Intercompany Nostro</a:t>
            </a:r>
          </a:p>
        </p:txBody>
      </p:sp>
      <p:grpSp>
        <p:nvGrpSpPr>
          <p:cNvPr id="292" name="Group 291">
            <a:extLst>
              <a:ext uri="{FF2B5EF4-FFF2-40B4-BE49-F238E27FC236}">
                <a16:creationId xmlns:a16="http://schemas.microsoft.com/office/drawing/2014/main" id="{4DB3B0A7-81DB-2AD4-D432-BC8F5E3D0440}"/>
              </a:ext>
            </a:extLst>
          </p:cNvPr>
          <p:cNvGrpSpPr/>
          <p:nvPr/>
        </p:nvGrpSpPr>
        <p:grpSpPr>
          <a:xfrm>
            <a:off x="4636732" y="2961383"/>
            <a:ext cx="1187173" cy="434614"/>
            <a:chOff x="10299231" y="1754936"/>
            <a:chExt cx="795489" cy="434614"/>
          </a:xfrm>
        </p:grpSpPr>
        <p:sp>
          <p:nvSpPr>
            <p:cNvPr id="293" name="Rectangle 292">
              <a:extLst>
                <a:ext uri="{FF2B5EF4-FFF2-40B4-BE49-F238E27FC236}">
                  <a16:creationId xmlns:a16="http://schemas.microsoft.com/office/drawing/2014/main" id="{CEAE69F5-E7EA-39B3-6E60-C0987260E8E4}"/>
                </a:ext>
              </a:extLst>
            </p:cNvPr>
            <p:cNvSpPr/>
            <p:nvPr/>
          </p:nvSpPr>
          <p:spPr bwMode="gray">
            <a:xfrm>
              <a:off x="10299231" y="1754936"/>
              <a:ext cx="795489" cy="434614"/>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294" name="Rectangle 293">
              <a:extLst>
                <a:ext uri="{FF2B5EF4-FFF2-40B4-BE49-F238E27FC236}">
                  <a16:creationId xmlns:a16="http://schemas.microsoft.com/office/drawing/2014/main" id="{2648025F-826D-BC3A-C551-540BCDB95FAA}"/>
                </a:ext>
              </a:extLst>
            </p:cNvPr>
            <p:cNvSpPr/>
            <p:nvPr/>
          </p:nvSpPr>
          <p:spPr bwMode="gray">
            <a:xfrm>
              <a:off x="10512248" y="1776779"/>
              <a:ext cx="366606" cy="387163"/>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RTPS</a:t>
              </a:r>
            </a:p>
          </p:txBody>
        </p:sp>
        <p:sp>
          <p:nvSpPr>
            <p:cNvPr id="295" name="Rectangle 294">
              <a:extLst>
                <a:ext uri="{FF2B5EF4-FFF2-40B4-BE49-F238E27FC236}">
                  <a16:creationId xmlns:a16="http://schemas.microsoft.com/office/drawing/2014/main" id="{4C3BB283-EC16-B12B-2F16-99CD28241924}"/>
                </a:ext>
              </a:extLst>
            </p:cNvPr>
            <p:cNvSpPr/>
            <p:nvPr/>
          </p:nvSpPr>
          <p:spPr bwMode="gray">
            <a:xfrm>
              <a:off x="103189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sp>
          <p:nvSpPr>
            <p:cNvPr id="296" name="Rectangle 295">
              <a:extLst>
                <a:ext uri="{FF2B5EF4-FFF2-40B4-BE49-F238E27FC236}">
                  <a16:creationId xmlns:a16="http://schemas.microsoft.com/office/drawing/2014/main" id="{74590060-61FC-5629-C893-37D9BEFEC52B}"/>
                </a:ext>
              </a:extLst>
            </p:cNvPr>
            <p:cNvSpPr/>
            <p:nvPr/>
          </p:nvSpPr>
          <p:spPr bwMode="gray">
            <a:xfrm>
              <a:off x="109031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grpSp>
      <p:cxnSp>
        <p:nvCxnSpPr>
          <p:cNvPr id="297" name="Straight Arrow Connector 137">
            <a:extLst>
              <a:ext uri="{FF2B5EF4-FFF2-40B4-BE49-F238E27FC236}">
                <a16:creationId xmlns:a16="http://schemas.microsoft.com/office/drawing/2014/main" id="{76766CD6-953B-D154-F4EB-60E24FD8A997}"/>
              </a:ext>
            </a:extLst>
          </p:cNvPr>
          <p:cNvCxnSpPr>
            <a:cxnSpLocks/>
            <a:stCxn id="296" idx="2"/>
            <a:endCxn id="301" idx="0"/>
          </p:cNvCxnSpPr>
          <p:nvPr/>
        </p:nvCxnSpPr>
        <p:spPr>
          <a:xfrm flipH="1">
            <a:off x="5663952" y="3372337"/>
            <a:ext cx="740" cy="662612"/>
          </a:xfrm>
          <a:prstGeom prst="straightConnector1">
            <a:avLst/>
          </a:prstGeom>
          <a:noFill/>
          <a:ln w="6350" cap="flat" cmpd="sng" algn="ctr">
            <a:solidFill>
              <a:srgbClr val="000000"/>
            </a:solidFill>
            <a:prstDash val="solid"/>
            <a:headEnd w="med" len="sm"/>
            <a:tailEnd type="triangle" w="sm" len="sm"/>
          </a:ln>
          <a:effectLst/>
        </p:spPr>
      </p:cxnSp>
      <p:sp>
        <p:nvSpPr>
          <p:cNvPr id="301" name="Rectangle 300">
            <a:extLst>
              <a:ext uri="{FF2B5EF4-FFF2-40B4-BE49-F238E27FC236}">
                <a16:creationId xmlns:a16="http://schemas.microsoft.com/office/drawing/2014/main" id="{FCD40911-3C79-9C1B-506B-BF83711C875E}"/>
              </a:ext>
            </a:extLst>
          </p:cNvPr>
          <p:cNvSpPr/>
          <p:nvPr/>
        </p:nvSpPr>
        <p:spPr bwMode="gray">
          <a:xfrm>
            <a:off x="5375920" y="4034949"/>
            <a:ext cx="576064"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 </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Tor</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303" name="TextBox 302">
            <a:extLst>
              <a:ext uri="{FF2B5EF4-FFF2-40B4-BE49-F238E27FC236}">
                <a16:creationId xmlns:a16="http://schemas.microsoft.com/office/drawing/2014/main" id="{1327197C-F346-B8A3-E524-BDC854A436E9}"/>
              </a:ext>
            </a:extLst>
          </p:cNvPr>
          <p:cNvSpPr txBox="1"/>
          <p:nvPr/>
        </p:nvSpPr>
        <p:spPr>
          <a:xfrm>
            <a:off x="5375059" y="4442391"/>
            <a:ext cx="129700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a:t>
            </a:r>
            <a:r>
              <a:rPr lang="en-US" sz="650" u="sng" dirty="0">
                <a:solidFill>
                  <a:srgbClr val="020B5B"/>
                </a:solidFill>
                <a:latin typeface="Arial"/>
              </a:rPr>
              <a:t>Toronto</a:t>
            </a:r>
            <a:r>
              <a:rPr kumimoji="0" lang="en-US" sz="650" b="0" i="0" u="sng" strike="noStrike" kern="1200" cap="none" spc="0" normalizeH="0" baseline="0" noProof="0" dirty="0">
                <a:ln>
                  <a:noFill/>
                </a:ln>
                <a:solidFill>
                  <a:srgbClr val="020B5B"/>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Intercompany Vostro</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a:t>
            </a:r>
            <a:r>
              <a:rPr lang="en-US" sz="650" dirty="0">
                <a:solidFill>
                  <a:srgbClr val="020B5B"/>
                </a:solidFill>
                <a:latin typeface="Arial"/>
              </a:rPr>
              <a:t>Market </a:t>
            </a:r>
            <a:r>
              <a:rPr kumimoji="0" lang="en-US" sz="650" b="0" i="0" u="none" strike="noStrike" kern="1200" cap="none" spc="0" normalizeH="0" baseline="0" noProof="0" dirty="0">
                <a:ln>
                  <a:noFill/>
                </a:ln>
                <a:solidFill>
                  <a:srgbClr val="020B5B"/>
                </a:solidFill>
                <a:effectLst/>
                <a:uLnTx/>
                <a:uFillTx/>
                <a:latin typeface="Arial"/>
                <a:ea typeface="+mn-ea"/>
                <a:cs typeface="+mn-cs"/>
              </a:rPr>
              <a:t>Nostro</a:t>
            </a:r>
          </a:p>
        </p:txBody>
      </p:sp>
      <p:cxnSp>
        <p:nvCxnSpPr>
          <p:cNvPr id="304" name="Straight Arrow Connector 137">
            <a:extLst>
              <a:ext uri="{FF2B5EF4-FFF2-40B4-BE49-F238E27FC236}">
                <a16:creationId xmlns:a16="http://schemas.microsoft.com/office/drawing/2014/main" id="{2AC4351E-8F58-F161-6DD5-A9AC5A6F544C}"/>
              </a:ext>
            </a:extLst>
          </p:cNvPr>
          <p:cNvCxnSpPr>
            <a:cxnSpLocks/>
            <a:stCxn id="293" idx="3"/>
            <a:endCxn id="278" idx="1"/>
          </p:cNvCxnSpPr>
          <p:nvPr/>
        </p:nvCxnSpPr>
        <p:spPr>
          <a:xfrm flipV="1">
            <a:off x="5823905" y="3176253"/>
            <a:ext cx="3440062" cy="2437"/>
          </a:xfrm>
          <a:prstGeom prst="straightConnector1">
            <a:avLst/>
          </a:prstGeom>
          <a:noFill/>
          <a:ln w="6350" cap="flat" cmpd="sng" algn="ctr">
            <a:solidFill>
              <a:srgbClr val="000000"/>
            </a:solidFill>
            <a:prstDash val="solid"/>
            <a:headEnd type="none" w="med" len="sm"/>
            <a:tailEnd type="triangle" w="sm" len="sm"/>
          </a:ln>
          <a:effectLst/>
        </p:spPr>
      </p:cxnSp>
      <p:cxnSp>
        <p:nvCxnSpPr>
          <p:cNvPr id="308" name="Straight Arrow Connector 137">
            <a:extLst>
              <a:ext uri="{FF2B5EF4-FFF2-40B4-BE49-F238E27FC236}">
                <a16:creationId xmlns:a16="http://schemas.microsoft.com/office/drawing/2014/main" id="{7756E4E6-1AF7-CE26-F3DB-110745C0539D}"/>
              </a:ext>
            </a:extLst>
          </p:cNvPr>
          <p:cNvCxnSpPr>
            <a:cxnSpLocks/>
            <a:stCxn id="312" idx="3"/>
            <a:endCxn id="293" idx="1"/>
          </p:cNvCxnSpPr>
          <p:nvPr/>
        </p:nvCxnSpPr>
        <p:spPr>
          <a:xfrm>
            <a:off x="1294770" y="3163488"/>
            <a:ext cx="3341962" cy="15202"/>
          </a:xfrm>
          <a:prstGeom prst="straightConnector1">
            <a:avLst/>
          </a:prstGeom>
          <a:noFill/>
          <a:ln w="6350" cap="flat" cmpd="sng" algn="ctr">
            <a:solidFill>
              <a:srgbClr val="000000"/>
            </a:solidFill>
            <a:prstDash val="solid"/>
            <a:headEnd w="med" len="sm"/>
            <a:tailEnd type="triangle" w="sm" len="sm"/>
          </a:ln>
          <a:effectLst/>
        </p:spPr>
      </p:cxnSp>
      <p:sp>
        <p:nvSpPr>
          <p:cNvPr id="309" name="Rectangle 308">
            <a:extLst>
              <a:ext uri="{FF2B5EF4-FFF2-40B4-BE49-F238E27FC236}">
                <a16:creationId xmlns:a16="http://schemas.microsoft.com/office/drawing/2014/main" id="{01D4C0EA-3409-2200-0BAF-5D0565C0E400}"/>
              </a:ext>
            </a:extLst>
          </p:cNvPr>
          <p:cNvSpPr/>
          <p:nvPr/>
        </p:nvSpPr>
        <p:spPr bwMode="gray">
          <a:xfrm>
            <a:off x="1492105" y="3235333"/>
            <a:ext cx="324667" cy="195113"/>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p:txBody>
      </p:sp>
      <p:sp>
        <p:nvSpPr>
          <p:cNvPr id="310" name="Rectangle 309">
            <a:extLst>
              <a:ext uri="{FF2B5EF4-FFF2-40B4-BE49-F238E27FC236}">
                <a16:creationId xmlns:a16="http://schemas.microsoft.com/office/drawing/2014/main" id="{D9732E6E-8460-4155-6C70-62FD84702876}"/>
              </a:ext>
            </a:extLst>
          </p:cNvPr>
          <p:cNvSpPr/>
          <p:nvPr/>
        </p:nvSpPr>
        <p:spPr bwMode="gray">
          <a:xfrm>
            <a:off x="1487488" y="3488600"/>
            <a:ext cx="329285" cy="203442"/>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MT</a:t>
            </a: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grpSp>
        <p:nvGrpSpPr>
          <p:cNvPr id="311" name="Group 310">
            <a:extLst>
              <a:ext uri="{FF2B5EF4-FFF2-40B4-BE49-F238E27FC236}">
                <a16:creationId xmlns:a16="http://schemas.microsoft.com/office/drawing/2014/main" id="{38E566B0-9287-0741-1970-BB739C6E4EF9}"/>
              </a:ext>
            </a:extLst>
          </p:cNvPr>
          <p:cNvGrpSpPr/>
          <p:nvPr/>
        </p:nvGrpSpPr>
        <p:grpSpPr>
          <a:xfrm>
            <a:off x="707806" y="2592558"/>
            <a:ext cx="586964" cy="1141860"/>
            <a:chOff x="974141" y="1962100"/>
            <a:chExt cx="586964" cy="1141860"/>
          </a:xfrm>
        </p:grpSpPr>
        <p:sp>
          <p:nvSpPr>
            <p:cNvPr id="312" name="Rectangle 311">
              <a:extLst>
                <a:ext uri="{FF2B5EF4-FFF2-40B4-BE49-F238E27FC236}">
                  <a16:creationId xmlns:a16="http://schemas.microsoft.com/office/drawing/2014/main" id="{640AC9F5-E8FB-8D51-4910-4459CB003EB4}"/>
                </a:ext>
              </a:extLst>
            </p:cNvPr>
            <p:cNvSpPr/>
            <p:nvPr/>
          </p:nvSpPr>
          <p:spPr>
            <a:xfrm>
              <a:off x="974141" y="1962100"/>
              <a:ext cx="586964" cy="1141860"/>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Initiation Channels</a:t>
              </a:r>
            </a:p>
          </p:txBody>
        </p:sp>
        <p:pic>
          <p:nvPicPr>
            <p:cNvPr id="313" name="Picture 24" descr="Ui Ux outline">
              <a:extLst>
                <a:ext uri="{FF2B5EF4-FFF2-40B4-BE49-F238E27FC236}">
                  <a16:creationId xmlns:a16="http://schemas.microsoft.com/office/drawing/2014/main" id="{6B10FD37-BCB5-4B81-0F6B-EF7F605A0AA4}"/>
                </a:ext>
              </a:extLst>
            </p:cNvPr>
            <p:cNvPicPr>
              <a:picLocks noChangeAspect="1" noChangeArrowheads="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bwMode="auto">
            <a:xfrm>
              <a:off x="1122104" y="2669268"/>
              <a:ext cx="283847" cy="274465"/>
            </a:xfrm>
            <a:prstGeom prst="rect">
              <a:avLst/>
            </a:prstGeom>
            <a:noFill/>
            <a:extLst>
              <a:ext uri="{909E8E84-426E-40DD-AFC4-6F175D3DCCD1}">
                <a14:hiddenFill xmlns:a14="http://schemas.microsoft.com/office/drawing/2010/main">
                  <a:solidFill>
                    <a:srgbClr val="FFFFFF"/>
                  </a:solidFill>
                </a14:hiddenFill>
              </a:ext>
            </a:extLst>
          </p:spPr>
        </p:pic>
        <p:pic>
          <p:nvPicPr>
            <p:cNvPr id="314" name="Picture 2" descr="Flexible payment in our Middle Ages store ageofcraft.com">
              <a:extLst>
                <a:ext uri="{FF2B5EF4-FFF2-40B4-BE49-F238E27FC236}">
                  <a16:creationId xmlns:a16="http://schemas.microsoft.com/office/drawing/2014/main" id="{91A8DBF0-E16B-BACD-4B1A-9760A61D968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54516" y="2280242"/>
              <a:ext cx="227892" cy="212396"/>
            </a:xfrm>
            <a:prstGeom prst="rect">
              <a:avLst/>
            </a:prstGeom>
            <a:noFill/>
            <a:extLst>
              <a:ext uri="{909E8E84-426E-40DD-AFC4-6F175D3DCCD1}">
                <a14:hiddenFill xmlns:a14="http://schemas.microsoft.com/office/drawing/2010/main">
                  <a:solidFill>
                    <a:srgbClr val="FFFFFF"/>
                  </a:solidFill>
                </a14:hiddenFill>
              </a:ext>
            </a:extLst>
          </p:spPr>
        </p:pic>
        <p:sp>
          <p:nvSpPr>
            <p:cNvPr id="315" name="TextBox 314">
              <a:extLst>
                <a:ext uri="{FF2B5EF4-FFF2-40B4-BE49-F238E27FC236}">
                  <a16:creationId xmlns:a16="http://schemas.microsoft.com/office/drawing/2014/main" id="{1B5CE5EE-EB5E-9344-9A4C-3D62EF376446}"/>
                </a:ext>
              </a:extLst>
            </p:cNvPr>
            <p:cNvSpPr txBox="1"/>
            <p:nvPr/>
          </p:nvSpPr>
          <p:spPr>
            <a:xfrm>
              <a:off x="1061862" y="2513123"/>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a:t>
              </a:r>
            </a:p>
          </p:txBody>
        </p:sp>
        <p:sp>
          <p:nvSpPr>
            <p:cNvPr id="316" name="TextBox 315">
              <a:extLst>
                <a:ext uri="{FF2B5EF4-FFF2-40B4-BE49-F238E27FC236}">
                  <a16:creationId xmlns:a16="http://schemas.microsoft.com/office/drawing/2014/main" id="{49106FC4-1195-40E1-453F-18EFC96D1A9F}"/>
                </a:ext>
              </a:extLst>
            </p:cNvPr>
            <p:cNvSpPr txBox="1"/>
            <p:nvPr/>
          </p:nvSpPr>
          <p:spPr>
            <a:xfrm>
              <a:off x="1062878" y="2943907"/>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Systems</a:t>
              </a:r>
            </a:p>
          </p:txBody>
        </p:sp>
      </p:grpSp>
      <p:sp>
        <p:nvSpPr>
          <p:cNvPr id="317" name="Rectangle 316">
            <a:extLst>
              <a:ext uri="{FF2B5EF4-FFF2-40B4-BE49-F238E27FC236}">
                <a16:creationId xmlns:a16="http://schemas.microsoft.com/office/drawing/2014/main" id="{FB36C522-F525-E1ED-58D8-A32BDCC36550}"/>
              </a:ext>
            </a:extLst>
          </p:cNvPr>
          <p:cNvSpPr/>
          <p:nvPr/>
        </p:nvSpPr>
        <p:spPr bwMode="gray">
          <a:xfrm>
            <a:off x="2032579" y="2914180"/>
            <a:ext cx="607037" cy="436947"/>
          </a:xfrm>
          <a:prstGeom prst="rect">
            <a:avLst/>
          </a:prstGeom>
          <a:solidFill>
            <a:srgbClr val="F56E00">
              <a:lumMod val="20000"/>
              <a:lumOff val="80000"/>
            </a:srgbClr>
          </a:solidFill>
          <a:ln w="6350" algn="ctr">
            <a:solidFill>
              <a:srgbClr val="000000"/>
            </a:solidFill>
            <a:miter lim="800000"/>
            <a:headEnd/>
            <a:tailEnd/>
          </a:ln>
        </p:spPr>
        <p:txBody>
          <a:bodyPr wrap="square" lIns="0" tIns="27432" rIns="0" bIns="91440" rtlCol="0" anchor="t"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50" b="1" i="0" u="none" strike="noStrike" kern="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50" b="1" i="0" u="none" strike="noStrike" kern="0" cap="none" spc="0" normalizeH="0" baseline="0" noProof="0" dirty="0">
                <a:ln>
                  <a:noFill/>
                </a:ln>
                <a:solidFill>
                  <a:prstClr val="black"/>
                </a:solidFill>
                <a:effectLst/>
                <a:uLnTx/>
                <a:uFillTx/>
                <a:latin typeface="Arial"/>
                <a:ea typeface="+mn-ea"/>
                <a:cs typeface="+mn-cs"/>
              </a:rPr>
              <a:t>Integration Services </a:t>
            </a:r>
            <a:r>
              <a:rPr kumimoji="0" lang="en-US" sz="650" b="0" i="0" u="none" strike="noStrike" kern="0" cap="none" spc="0" normalizeH="0" baseline="0" noProof="0" dirty="0">
                <a:ln>
                  <a:noFill/>
                </a:ln>
                <a:solidFill>
                  <a:prstClr val="black"/>
                </a:solidFill>
                <a:effectLst/>
                <a:uLnTx/>
                <a:uFillTx/>
                <a:latin typeface="Arial"/>
                <a:ea typeface="+mn-ea"/>
                <a:cs typeface="+mn-cs"/>
              </a:rPr>
              <a:t> </a:t>
            </a:r>
          </a:p>
        </p:txBody>
      </p:sp>
      <p:sp>
        <p:nvSpPr>
          <p:cNvPr id="318" name="Rectangle 317">
            <a:extLst>
              <a:ext uri="{FF2B5EF4-FFF2-40B4-BE49-F238E27FC236}">
                <a16:creationId xmlns:a16="http://schemas.microsoft.com/office/drawing/2014/main" id="{061A5FC6-B8F6-05E8-CCFE-82FE9D724637}"/>
              </a:ext>
            </a:extLst>
          </p:cNvPr>
          <p:cNvSpPr/>
          <p:nvPr/>
        </p:nvSpPr>
        <p:spPr bwMode="gray">
          <a:xfrm>
            <a:off x="3107695" y="3235333"/>
            <a:ext cx="324667" cy="195113"/>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MX</a:t>
            </a:r>
          </a:p>
        </p:txBody>
      </p:sp>
      <p:sp>
        <p:nvSpPr>
          <p:cNvPr id="319" name="Rectangle 318">
            <a:extLst>
              <a:ext uri="{FF2B5EF4-FFF2-40B4-BE49-F238E27FC236}">
                <a16:creationId xmlns:a16="http://schemas.microsoft.com/office/drawing/2014/main" id="{E0168027-9CBF-E378-83B3-A3C0C935D85A}"/>
              </a:ext>
            </a:extLst>
          </p:cNvPr>
          <p:cNvSpPr/>
          <p:nvPr/>
        </p:nvSpPr>
        <p:spPr bwMode="gray">
          <a:xfrm>
            <a:off x="1487489" y="3753101"/>
            <a:ext cx="329283" cy="203442"/>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Other</a:t>
            </a:r>
            <a:r>
              <a:rPr kumimoji="0" lang="en-US" sz="600" b="0" i="0" u="none" strike="noStrike" kern="0" cap="none" spc="0" normalizeH="0" baseline="0" noProof="0" dirty="0">
                <a:ln>
                  <a:noFill/>
                </a:ln>
                <a:solidFill>
                  <a:prstClr val="black"/>
                </a:solidFill>
                <a:effectLst/>
                <a:uLnTx/>
                <a:uFillTx/>
                <a:latin typeface="Arial"/>
                <a:ea typeface="+mn-ea"/>
                <a:cs typeface="+mn-cs"/>
              </a:rPr>
              <a:t> Formats</a:t>
            </a:r>
          </a:p>
        </p:txBody>
      </p:sp>
      <p:sp>
        <p:nvSpPr>
          <p:cNvPr id="320" name="TextBox 319">
            <a:extLst>
              <a:ext uri="{FF2B5EF4-FFF2-40B4-BE49-F238E27FC236}">
                <a16:creationId xmlns:a16="http://schemas.microsoft.com/office/drawing/2014/main" id="{0EEA99A4-A39C-F877-5CC1-71D537EED123}"/>
              </a:ext>
            </a:extLst>
          </p:cNvPr>
          <p:cNvSpPr txBox="1"/>
          <p:nvPr/>
        </p:nvSpPr>
        <p:spPr>
          <a:xfrm>
            <a:off x="3059490" y="3419342"/>
            <a:ext cx="516230" cy="384721"/>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Pacs.008</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650" dirty="0">
                <a:solidFill>
                  <a:srgbClr val="020B5B"/>
                </a:solidFill>
                <a:latin typeface="Arial"/>
              </a:rPr>
              <a:t>Pacs.009</a:t>
            </a:r>
          </a:p>
        </p:txBody>
      </p:sp>
      <p:sp>
        <p:nvSpPr>
          <p:cNvPr id="322" name="TextBox 321">
            <a:extLst>
              <a:ext uri="{FF2B5EF4-FFF2-40B4-BE49-F238E27FC236}">
                <a16:creationId xmlns:a16="http://schemas.microsoft.com/office/drawing/2014/main" id="{34BC78CF-3303-EE20-DB73-6C6DCAB70FC7}"/>
              </a:ext>
            </a:extLst>
          </p:cNvPr>
          <p:cNvSpPr txBox="1"/>
          <p:nvPr/>
        </p:nvSpPr>
        <p:spPr>
          <a:xfrm>
            <a:off x="4595865" y="2664566"/>
            <a:ext cx="1284111" cy="292388"/>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US" sz="700" b="1" dirty="0">
                <a:solidFill>
                  <a:srgbClr val="020B5B"/>
                </a:solidFill>
                <a:latin typeface="Arial"/>
              </a:rPr>
              <a:t>Market Clearing Branch</a:t>
            </a:r>
            <a:endParaRPr kumimoji="0" lang="en-US" sz="700" b="1" i="0" u="none" strike="noStrike" kern="1200" cap="none" spc="0" normalizeH="0" baseline="0" noProof="0" dirty="0">
              <a:ln>
                <a:noFill/>
              </a:ln>
              <a:solidFill>
                <a:srgbClr val="020B5B"/>
              </a:solidFill>
              <a:effectLst/>
              <a:uLnTx/>
              <a:uFillTx/>
              <a:latin typeface="Arial"/>
              <a:ea typeface="+mn-ea"/>
              <a:cs typeface="+mn-cs"/>
            </a:endParaRPr>
          </a:p>
        </p:txBody>
      </p:sp>
      <p:sp>
        <p:nvSpPr>
          <p:cNvPr id="342" name="TextBox 341">
            <a:extLst>
              <a:ext uri="{FF2B5EF4-FFF2-40B4-BE49-F238E27FC236}">
                <a16:creationId xmlns:a16="http://schemas.microsoft.com/office/drawing/2014/main" id="{A0126EF0-B497-4632-497B-629E9F9BF1EC}"/>
              </a:ext>
            </a:extLst>
          </p:cNvPr>
          <p:cNvSpPr txBox="1"/>
          <p:nvPr/>
        </p:nvSpPr>
        <p:spPr>
          <a:xfrm>
            <a:off x="9192344" y="1421796"/>
            <a:ext cx="1556173" cy="477054"/>
          </a:xfrm>
          <a:prstGeom prst="rect">
            <a:avLst/>
          </a:prstGeom>
          <a:solidFill>
            <a:srgbClr val="00B050"/>
          </a:solidFill>
          <a:ln>
            <a:noFill/>
          </a:ln>
        </p:spPr>
        <p:txBody>
          <a:bodyPr wrap="square" lIns="45720" tIns="45720" rIns="45720" bIns="4572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srgbClr val="FFFFFF"/>
                </a:solidFill>
                <a:effectLst/>
                <a:uLnTx/>
                <a:uFillTx/>
                <a:latin typeface="Arial"/>
                <a:ea typeface="+mn-ea"/>
                <a:cs typeface="+mn-cs"/>
              </a:rPr>
              <a:t>Directionally Recommended</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1" i="0" u="none" strike="noStrike" kern="1200" cap="none" spc="0" normalizeH="0" baseline="0" noProof="0" dirty="0">
                <a:ln>
                  <a:noFill/>
                </a:ln>
                <a:solidFill>
                  <a:srgbClr val="FFFFFF"/>
                </a:solidFill>
                <a:effectLst/>
                <a:uLnTx/>
                <a:uFillTx/>
                <a:latin typeface="Arial"/>
                <a:ea typeface="+mn-ea"/>
                <a:cs typeface="+mn-cs"/>
              </a:rPr>
              <a:t>(for further evaluation) </a:t>
            </a:r>
          </a:p>
        </p:txBody>
      </p:sp>
      <p:sp>
        <p:nvSpPr>
          <p:cNvPr id="343" name="TextBox 342">
            <a:extLst>
              <a:ext uri="{FF2B5EF4-FFF2-40B4-BE49-F238E27FC236}">
                <a16:creationId xmlns:a16="http://schemas.microsoft.com/office/drawing/2014/main" id="{86323045-8FCE-5A74-9A2D-62587C909AB8}"/>
              </a:ext>
            </a:extLst>
          </p:cNvPr>
          <p:cNvSpPr txBox="1"/>
          <p:nvPr/>
        </p:nvSpPr>
        <p:spPr>
          <a:xfrm>
            <a:off x="6816080" y="3825041"/>
            <a:ext cx="4051165" cy="1908215"/>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The solution must:</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Validate the client DDA has migrated to Transact, return the branch and DDA account</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Validate the market payment branch for the given client and currency, and return the respective market settlement / nostro account</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Determine the intercompany settlement offset accounts if the client DDA and market nostro reside on different branches (potentially leverage the Gateway intercompany reference table)</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At payment release date/time, construct and send </a:t>
            </a:r>
            <a:r>
              <a:rPr kumimoji="0" lang="en-US" sz="700" b="0" i="1" u="none" strike="noStrike" kern="1200" cap="none" spc="0" normalizeH="0" baseline="0" noProof="0" dirty="0">
                <a:ln>
                  <a:noFill/>
                </a:ln>
                <a:solidFill>
                  <a:srgbClr val="020B5B"/>
                </a:solidFill>
                <a:effectLst/>
                <a:uLnTx/>
                <a:uFillTx/>
                <a:latin typeface="Arial"/>
                <a:ea typeface="+mn-ea"/>
                <a:cs typeface="+mn-cs"/>
              </a:rPr>
              <a:t>unauthorized posting to the Transact client DDA branch </a:t>
            </a:r>
            <a:r>
              <a:rPr lang="en-US" sz="700" i="1" dirty="0">
                <a:solidFill>
                  <a:srgbClr val="020B5B"/>
                </a:solidFill>
                <a:latin typeface="Arial"/>
              </a:rPr>
              <a:t>with credit/risk check (hold payment release until successful credit/risk response)</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Construct and send an unauthorized posting</a:t>
            </a:r>
            <a:r>
              <a:rPr kumimoji="0" lang="en-US" sz="700" b="0" i="1" u="none" strike="noStrike" kern="1200" cap="none" spc="0" normalizeH="0" baseline="0" noProof="0" dirty="0">
                <a:ln>
                  <a:noFill/>
                </a:ln>
                <a:solidFill>
                  <a:srgbClr val="020B5B"/>
                </a:solidFill>
                <a:effectLst/>
                <a:uLnTx/>
                <a:uFillTx/>
                <a:latin typeface="Arial"/>
                <a:ea typeface="+mn-ea"/>
                <a:cs typeface="+mn-cs"/>
              </a:rPr>
              <a:t> to the Transact branch of the market settlement account / nostro</a:t>
            </a:r>
            <a:endParaRPr lang="en-US" sz="700" i="1" dirty="0">
              <a:solidFill>
                <a:srgbClr val="020B5B"/>
              </a:solidFill>
              <a:latin typeface="Arial"/>
            </a:endParaRP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Release the payment to the market and await network/clearing acknowledgement</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Upon receiving the </a:t>
            </a:r>
            <a:r>
              <a:rPr lang="en-US" sz="700" i="1" dirty="0">
                <a:solidFill>
                  <a:srgbClr val="020B5B"/>
                </a:solidFill>
                <a:latin typeface="Arial"/>
              </a:rPr>
              <a:t>payment </a:t>
            </a:r>
            <a:r>
              <a:rPr kumimoji="0" lang="en-US" sz="700" b="0" i="1" u="none" strike="noStrike" kern="1200" cap="none" spc="0" normalizeH="0" baseline="0" noProof="0" dirty="0">
                <a:ln>
                  <a:noFill/>
                </a:ln>
                <a:solidFill>
                  <a:srgbClr val="020B5B"/>
                </a:solidFill>
                <a:effectLst/>
                <a:uLnTx/>
                <a:uFillTx/>
                <a:latin typeface="Arial"/>
                <a:ea typeface="+mn-ea"/>
                <a:cs typeface="+mn-cs"/>
              </a:rPr>
              <a:t>acknowledgement, authorize both Transact banking postings (i.e. Gateway sends authorized posting update messages to Transact).</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If the payment is formatted to pay via the Cover Method (Advice + Cover), then the solution must generate and send the pacs.008 advice message to the Creditor Agent, in addition to the pacs.009 cover payment for clearing and settlement.  </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p:txBody>
      </p:sp>
      <p:sp>
        <p:nvSpPr>
          <p:cNvPr id="344" name="Left Brace 343">
            <a:extLst>
              <a:ext uri="{FF2B5EF4-FFF2-40B4-BE49-F238E27FC236}">
                <a16:creationId xmlns:a16="http://schemas.microsoft.com/office/drawing/2014/main" id="{F3286016-5EB6-15A1-4452-0595421A865A}"/>
              </a:ext>
            </a:extLst>
          </p:cNvPr>
          <p:cNvSpPr/>
          <p:nvPr/>
        </p:nvSpPr>
        <p:spPr>
          <a:xfrm>
            <a:off x="6728786" y="3884022"/>
            <a:ext cx="102519" cy="1811637"/>
          </a:xfrm>
          <a:prstGeom prst="leftBrace">
            <a:avLst>
              <a:gd name="adj1" fmla="val 21096"/>
              <a:gd name="adj2" fmla="val 27794"/>
            </a:avLst>
          </a:prstGeom>
          <a:noFill/>
          <a:ln w="6350" cap="flat" cmpd="sng" algn="ctr">
            <a:solidFill>
              <a:srgbClr val="000000">
                <a:lumMod val="50000"/>
                <a:lumOff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cxnSp>
        <p:nvCxnSpPr>
          <p:cNvPr id="345" name="Straight Arrow Connector 137">
            <a:extLst>
              <a:ext uri="{FF2B5EF4-FFF2-40B4-BE49-F238E27FC236}">
                <a16:creationId xmlns:a16="http://schemas.microsoft.com/office/drawing/2014/main" id="{5CC81F65-0DD6-B919-3A3D-09B046344DB1}"/>
              </a:ext>
            </a:extLst>
          </p:cNvPr>
          <p:cNvCxnSpPr>
            <a:cxnSpLocks/>
          </p:cNvCxnSpPr>
          <p:nvPr/>
        </p:nvCxnSpPr>
        <p:spPr>
          <a:xfrm>
            <a:off x="5823905" y="3650303"/>
            <a:ext cx="904881" cy="696832"/>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349" name="TextBox 348">
            <a:extLst>
              <a:ext uri="{FF2B5EF4-FFF2-40B4-BE49-F238E27FC236}">
                <a16:creationId xmlns:a16="http://schemas.microsoft.com/office/drawing/2014/main" id="{CFA4DB47-8833-ACE4-957A-42E2ABAEB111}"/>
              </a:ext>
            </a:extLst>
          </p:cNvPr>
          <p:cNvSpPr txBox="1"/>
          <p:nvPr/>
        </p:nvSpPr>
        <p:spPr>
          <a:xfrm>
            <a:off x="3287688" y="2930223"/>
            <a:ext cx="986023" cy="284693"/>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Payment Instructions</a:t>
            </a:r>
          </a:p>
        </p:txBody>
      </p:sp>
      <p:sp>
        <p:nvSpPr>
          <p:cNvPr id="2" name="TextBox 1">
            <a:extLst>
              <a:ext uri="{FF2B5EF4-FFF2-40B4-BE49-F238E27FC236}">
                <a16:creationId xmlns:a16="http://schemas.microsoft.com/office/drawing/2014/main" id="{C41E5F5E-A6DB-71AB-B88B-1FF97DBEBB13}"/>
              </a:ext>
            </a:extLst>
          </p:cNvPr>
          <p:cNvSpPr txBox="1"/>
          <p:nvPr/>
        </p:nvSpPr>
        <p:spPr>
          <a:xfrm>
            <a:off x="9048328" y="2025715"/>
            <a:ext cx="1818917" cy="323165"/>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srgbClr val="C00000"/>
                </a:solidFill>
                <a:effectLst/>
                <a:uLnTx/>
                <a:uFillTx/>
                <a:latin typeface="Arial"/>
                <a:ea typeface="+mn-ea"/>
                <a:cs typeface="+mn-cs"/>
              </a:rPr>
              <a:t>Other </a:t>
            </a:r>
            <a:r>
              <a:rPr lang="en-US" sz="900" b="1" dirty="0">
                <a:solidFill>
                  <a:srgbClr val="C00000"/>
                </a:solidFill>
                <a:latin typeface="Arial"/>
              </a:rPr>
              <a:t>options </a:t>
            </a:r>
            <a:r>
              <a:rPr kumimoji="0" lang="en-US" sz="900" b="1" i="0" u="none" strike="noStrike" kern="1200" cap="none" spc="0" normalizeH="0" baseline="0" noProof="0" dirty="0">
                <a:ln>
                  <a:noFill/>
                </a:ln>
                <a:solidFill>
                  <a:srgbClr val="C00000"/>
                </a:solidFill>
                <a:effectLst/>
                <a:uLnTx/>
                <a:uFillTx/>
                <a:latin typeface="Arial"/>
                <a:ea typeface="+mn-ea"/>
                <a:cs typeface="+mn-cs"/>
              </a:rPr>
              <a:t>or variations?</a:t>
            </a:r>
          </a:p>
        </p:txBody>
      </p:sp>
    </p:spTree>
    <p:extLst>
      <p:ext uri="{BB962C8B-B14F-4D97-AF65-F5344CB8AC3E}">
        <p14:creationId xmlns:p14="http://schemas.microsoft.com/office/powerpoint/2010/main" val="3236659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FD845-A805-A922-B2C1-3A8453B14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EA062-9813-3068-2B1F-89C9DEC441EE}"/>
              </a:ext>
            </a:extLst>
          </p:cNvPr>
          <p:cNvSpPr>
            <a:spLocks noGrp="1"/>
          </p:cNvSpPr>
          <p:nvPr>
            <p:ph type="title"/>
          </p:nvPr>
        </p:nvSpPr>
        <p:spPr>
          <a:xfrm>
            <a:off x="512064" y="2060848"/>
            <a:ext cx="8896304" cy="1656184"/>
          </a:xfrm>
        </p:spPr>
        <p:txBody>
          <a:bodyPr anchor="t" anchorCtr="0"/>
          <a:lstStyle/>
          <a:p>
            <a:r>
              <a:rPr lang="en" sz="3200" b="0" dirty="0">
                <a:latin typeface="+mj-lt"/>
              </a:rPr>
              <a:t>US RTPS Integration with Transact Boston &amp; NY:  </a:t>
            </a:r>
            <a:br>
              <a:rPr lang="en" sz="3200" b="0" dirty="0">
                <a:latin typeface="+mj-lt"/>
              </a:rPr>
            </a:br>
            <a:r>
              <a:rPr lang="en" sz="3200" b="0" dirty="0">
                <a:latin typeface="+mj-lt"/>
              </a:rPr>
              <a:t>Near-Term Intercompany Settlement Requirement</a:t>
            </a:r>
            <a:endParaRPr lang="en-GB" sz="3200" b="0" dirty="0">
              <a:latin typeface="+mj-lt"/>
            </a:endParaRPr>
          </a:p>
        </p:txBody>
      </p:sp>
    </p:spTree>
    <p:extLst>
      <p:ext uri="{BB962C8B-B14F-4D97-AF65-F5344CB8AC3E}">
        <p14:creationId xmlns:p14="http://schemas.microsoft.com/office/powerpoint/2010/main" val="985637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107">
            <a:extLst>
              <a:ext uri="{FF2B5EF4-FFF2-40B4-BE49-F238E27FC236}">
                <a16:creationId xmlns:a16="http://schemas.microsoft.com/office/drawing/2014/main" id="{1A41C3EC-B474-969C-FFCD-8D9FFBFBFC12}"/>
              </a:ext>
            </a:extLst>
          </p:cNvPr>
          <p:cNvSpPr/>
          <p:nvPr/>
        </p:nvSpPr>
        <p:spPr bwMode="gray">
          <a:xfrm>
            <a:off x="4328761" y="2025087"/>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IBS Branch </a:t>
            </a:r>
          </a:p>
        </p:txBody>
      </p:sp>
      <p:cxnSp>
        <p:nvCxnSpPr>
          <p:cNvPr id="109" name="Straight Arrow Connector 137">
            <a:extLst>
              <a:ext uri="{FF2B5EF4-FFF2-40B4-BE49-F238E27FC236}">
                <a16:creationId xmlns:a16="http://schemas.microsoft.com/office/drawing/2014/main" id="{9E9FA697-F730-B8AE-AADC-FEB9F67E4E09}"/>
              </a:ext>
            </a:extLst>
          </p:cNvPr>
          <p:cNvCxnSpPr>
            <a:cxnSpLocks/>
            <a:stCxn id="221" idx="3"/>
          </p:cNvCxnSpPr>
          <p:nvPr/>
        </p:nvCxnSpPr>
        <p:spPr>
          <a:xfrm flipV="1">
            <a:off x="2720808" y="2375522"/>
            <a:ext cx="1611043" cy="5035"/>
          </a:xfrm>
          <a:prstGeom prst="straightConnector1">
            <a:avLst/>
          </a:prstGeom>
          <a:noFill/>
          <a:ln w="6350" cap="flat" cmpd="sng" algn="ctr">
            <a:solidFill>
              <a:srgbClr val="000000"/>
            </a:solidFill>
            <a:prstDash val="solid"/>
            <a:headEnd w="med" len="sm"/>
            <a:tailEnd type="triangle" w="sm" len="sm"/>
          </a:ln>
          <a:effectLst/>
        </p:spPr>
      </p:cxnSp>
      <p:cxnSp>
        <p:nvCxnSpPr>
          <p:cNvPr id="110" name="Straight Arrow Connector 137">
            <a:extLst>
              <a:ext uri="{FF2B5EF4-FFF2-40B4-BE49-F238E27FC236}">
                <a16:creationId xmlns:a16="http://schemas.microsoft.com/office/drawing/2014/main" id="{619BE07F-0220-8B79-0477-C93BF99142D3}"/>
              </a:ext>
            </a:extLst>
          </p:cNvPr>
          <p:cNvCxnSpPr>
            <a:cxnSpLocks/>
            <a:stCxn id="108" idx="3"/>
            <a:endCxn id="204" idx="1"/>
          </p:cNvCxnSpPr>
          <p:nvPr/>
        </p:nvCxnSpPr>
        <p:spPr>
          <a:xfrm flipV="1">
            <a:off x="4948598" y="2241156"/>
            <a:ext cx="1980673" cy="919"/>
          </a:xfrm>
          <a:prstGeom prst="straightConnector1">
            <a:avLst/>
          </a:prstGeom>
          <a:noFill/>
          <a:ln w="6350" cap="flat" cmpd="sng" algn="ctr">
            <a:solidFill>
              <a:srgbClr val="000000"/>
            </a:solidFill>
            <a:prstDash val="solid"/>
            <a:headEnd type="none" w="sm" len="sm"/>
            <a:tailEnd type="triangle" w="sm" len="sm"/>
          </a:ln>
          <a:effectLst/>
        </p:spPr>
      </p:cxnSp>
      <p:sp>
        <p:nvSpPr>
          <p:cNvPr id="112" name="TextBox 111">
            <a:extLst>
              <a:ext uri="{FF2B5EF4-FFF2-40B4-BE49-F238E27FC236}">
                <a16:creationId xmlns:a16="http://schemas.microsoft.com/office/drawing/2014/main" id="{CCAD1255-E9AE-1B61-E504-5910E276B76F}"/>
              </a:ext>
            </a:extLst>
          </p:cNvPr>
          <p:cNvSpPr txBox="1"/>
          <p:nvPr/>
        </p:nvSpPr>
        <p:spPr>
          <a:xfrm>
            <a:off x="1457533" y="3035568"/>
            <a:ext cx="2046179" cy="107721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1" i="1" u="sng" strike="noStrike" kern="1200" cap="none" spc="0" normalizeH="0" baseline="0" noProof="0" dirty="0">
                <a:ln>
                  <a:noFill/>
                </a:ln>
                <a:solidFill>
                  <a:srgbClr val="020B5B"/>
                </a:solidFill>
                <a:effectLst/>
                <a:uLnTx/>
                <a:uFillTx/>
                <a:latin typeface="Arial"/>
                <a:ea typeface="+mn-ea"/>
                <a:cs typeface="+mn-cs"/>
              </a:rPr>
              <a:t>Example using MT304 instruction to GTM:</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GTM splits MT304 to payment and receipt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MT210 currency EUR</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MT202 currency USD</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GTM performs reference call for fund 1234,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currency USD (RNA / RDA / RPN / HDR)</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System on RNA = IBS</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Installation / Branch = BS 02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DDA# on HDR = 12345678   </a:t>
            </a: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p:txBody>
      </p:sp>
      <p:sp>
        <p:nvSpPr>
          <p:cNvPr id="118" name="Rectangle 117">
            <a:extLst>
              <a:ext uri="{FF2B5EF4-FFF2-40B4-BE49-F238E27FC236}">
                <a16:creationId xmlns:a16="http://schemas.microsoft.com/office/drawing/2014/main" id="{D82BFB88-8782-E1CD-17E9-D8022A4E15F2}"/>
              </a:ext>
            </a:extLst>
          </p:cNvPr>
          <p:cNvSpPr/>
          <p:nvPr/>
        </p:nvSpPr>
        <p:spPr bwMode="gray">
          <a:xfrm>
            <a:off x="5044646" y="2022586"/>
            <a:ext cx="160900" cy="433972"/>
          </a:xfrm>
          <a:prstGeom prst="rect">
            <a:avLst/>
          </a:prstGeom>
          <a:solidFill>
            <a:srgbClr val="FCFDC7"/>
          </a:solidFill>
          <a:ln w="3175" algn="ctr">
            <a:solidFill>
              <a:srgbClr val="000000"/>
            </a:solidFill>
            <a:miter lim="800000"/>
            <a:headEnd/>
            <a:tailEnd/>
          </a:ln>
        </p:spPr>
        <p:txBody>
          <a:bodyPr vert="eaVert" wrap="square" lIns="9144" tIns="91440" rIns="9144" bIns="9144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1" i="0" u="none" strike="noStrike" kern="0" cap="none" spc="0" normalizeH="0" baseline="0" noProof="0" dirty="0">
                <a:ln>
                  <a:noFill/>
                </a:ln>
                <a:solidFill>
                  <a:prstClr val="black"/>
                </a:solidFill>
                <a:effectLst/>
                <a:uLnTx/>
                <a:uFillTx/>
                <a:latin typeface="Arial"/>
                <a:ea typeface="+mn-ea"/>
                <a:cs typeface="+mn-cs"/>
              </a:rPr>
              <a:t>BESS</a:t>
            </a:r>
          </a:p>
        </p:txBody>
      </p:sp>
      <p:sp>
        <p:nvSpPr>
          <p:cNvPr id="119" name="Rectangle 118">
            <a:extLst>
              <a:ext uri="{FF2B5EF4-FFF2-40B4-BE49-F238E27FC236}">
                <a16:creationId xmlns:a16="http://schemas.microsoft.com/office/drawing/2014/main" id="{9B569A08-8628-7E9C-B131-0EBC373CC497}"/>
              </a:ext>
            </a:extLst>
          </p:cNvPr>
          <p:cNvSpPr/>
          <p:nvPr/>
        </p:nvSpPr>
        <p:spPr bwMode="gray">
          <a:xfrm>
            <a:off x="6658333" y="2022586"/>
            <a:ext cx="160900" cy="433972"/>
          </a:xfrm>
          <a:prstGeom prst="rect">
            <a:avLst/>
          </a:prstGeom>
          <a:solidFill>
            <a:srgbClr val="FCFDC7"/>
          </a:solidFill>
          <a:ln w="3175" algn="ctr">
            <a:solidFill>
              <a:srgbClr val="000000"/>
            </a:solidFill>
            <a:miter lim="800000"/>
            <a:headEnd/>
            <a:tailEnd/>
          </a:ln>
        </p:spPr>
        <p:txBody>
          <a:bodyPr vert="eaVert" wrap="square" lIns="9144" tIns="91440" rIns="9144" bIns="9144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1" i="0" u="none" strike="noStrike" kern="0" cap="none" spc="0" normalizeH="0" baseline="0" noProof="0" dirty="0">
                <a:ln>
                  <a:noFill/>
                </a:ln>
                <a:solidFill>
                  <a:prstClr val="black"/>
                </a:solidFill>
                <a:effectLst/>
                <a:uLnTx/>
                <a:uFillTx/>
                <a:latin typeface="Arial"/>
                <a:ea typeface="+mn-ea"/>
                <a:cs typeface="+mn-cs"/>
              </a:rPr>
              <a:t>BESS</a:t>
            </a:r>
          </a:p>
        </p:txBody>
      </p:sp>
      <p:pic>
        <p:nvPicPr>
          <p:cNvPr id="121" name="Picture 2" descr="Flexible payment in our Middle Ages store ageofcraft.com">
            <a:extLst>
              <a:ext uri="{FF2B5EF4-FFF2-40B4-BE49-F238E27FC236}">
                <a16:creationId xmlns:a16="http://schemas.microsoft.com/office/drawing/2014/main" id="{748A6CEA-D8FE-49AB-5DB3-815B42C1827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4103" y="2295626"/>
            <a:ext cx="227892" cy="212396"/>
          </a:xfrm>
          <a:prstGeom prst="rect">
            <a:avLst/>
          </a:prstGeom>
          <a:noFill/>
          <a:extLst>
            <a:ext uri="{909E8E84-426E-40DD-AFC4-6F175D3DCCD1}">
              <a14:hiddenFill xmlns:a14="http://schemas.microsoft.com/office/drawing/2010/main">
                <a:solidFill>
                  <a:srgbClr val="FFFFFF"/>
                </a:solidFill>
              </a14:hiddenFill>
            </a:ext>
          </a:extLst>
        </p:spPr>
      </p:pic>
      <p:sp>
        <p:nvSpPr>
          <p:cNvPr id="122" name="TextBox 121">
            <a:extLst>
              <a:ext uri="{FF2B5EF4-FFF2-40B4-BE49-F238E27FC236}">
                <a16:creationId xmlns:a16="http://schemas.microsoft.com/office/drawing/2014/main" id="{F840BFFC-E22E-5A67-C4F7-E3ED460470B9}"/>
              </a:ext>
            </a:extLst>
          </p:cNvPr>
          <p:cNvSpPr txBox="1"/>
          <p:nvPr/>
        </p:nvSpPr>
        <p:spPr>
          <a:xfrm>
            <a:off x="5820449" y="2524061"/>
            <a:ext cx="470758"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 FIN</a:t>
            </a:r>
            <a:endParaRPr kumimoji="0" lang="en-US" sz="600" b="0" i="1" u="none" strike="noStrike" kern="1200" cap="none" spc="0" normalizeH="0" baseline="0" noProof="0" dirty="0">
              <a:ln>
                <a:noFill/>
              </a:ln>
              <a:solidFill>
                <a:srgbClr val="000000"/>
              </a:solidFill>
              <a:effectLst/>
              <a:uLnTx/>
              <a:uFillTx/>
              <a:latin typeface="Arial"/>
              <a:ea typeface="Calibri Light" charset="0"/>
              <a:cs typeface="Segoe UI" panose="020B0502040204020203" pitchFamily="34" charset="0"/>
            </a:endParaRPr>
          </a:p>
        </p:txBody>
      </p:sp>
      <p:cxnSp>
        <p:nvCxnSpPr>
          <p:cNvPr id="130" name="Straight Arrow Connector 137">
            <a:extLst>
              <a:ext uri="{FF2B5EF4-FFF2-40B4-BE49-F238E27FC236}">
                <a16:creationId xmlns:a16="http://schemas.microsoft.com/office/drawing/2014/main" id="{84FD5E8F-E85B-0080-D9A1-76A750727BBA}"/>
              </a:ext>
            </a:extLst>
          </p:cNvPr>
          <p:cNvCxnSpPr>
            <a:cxnSpLocks/>
            <a:stCxn id="204" idx="3"/>
            <a:endCxn id="163" idx="1"/>
          </p:cNvCxnSpPr>
          <p:nvPr/>
        </p:nvCxnSpPr>
        <p:spPr>
          <a:xfrm flipV="1">
            <a:off x="7724760" y="2240869"/>
            <a:ext cx="1984699" cy="287"/>
          </a:xfrm>
          <a:prstGeom prst="straightConnector1">
            <a:avLst/>
          </a:prstGeom>
          <a:noFill/>
          <a:ln w="6350" cap="flat" cmpd="sng" algn="ctr">
            <a:solidFill>
              <a:srgbClr val="000000"/>
            </a:solidFill>
            <a:prstDash val="solid"/>
            <a:headEnd type="none" w="med" len="sm"/>
            <a:tailEnd type="triangle" w="sm" len="sm"/>
          </a:ln>
          <a:effectLst/>
        </p:spPr>
      </p:cxnSp>
      <p:sp>
        <p:nvSpPr>
          <p:cNvPr id="135" name="TextBox 134">
            <a:extLst>
              <a:ext uri="{FF2B5EF4-FFF2-40B4-BE49-F238E27FC236}">
                <a16:creationId xmlns:a16="http://schemas.microsoft.com/office/drawing/2014/main" id="{B48F4FEE-991E-7AC9-E909-A941B8345A0A}"/>
              </a:ext>
            </a:extLst>
          </p:cNvPr>
          <p:cNvSpPr txBox="1"/>
          <p:nvPr/>
        </p:nvSpPr>
        <p:spPr>
          <a:xfrm>
            <a:off x="546642" y="1124744"/>
            <a:ext cx="5045302" cy="41549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en-US" sz="750" b="1" i="0" u="sng" strike="noStrike" kern="1200" cap="none" spc="0" normalizeH="0" baseline="0" noProof="0" dirty="0">
                <a:ln>
                  <a:noFill/>
                </a:ln>
                <a:solidFill>
                  <a:srgbClr val="020B5B"/>
                </a:solidFill>
                <a:effectLst/>
                <a:uLnTx/>
                <a:uFillTx/>
                <a:latin typeface="Arial"/>
                <a:ea typeface="+mn-ea"/>
                <a:cs typeface="+mn-cs"/>
              </a:rPr>
              <a:t>Current State NY Branch Payment Model (as of Nov 2024)</a:t>
            </a:r>
            <a:r>
              <a:rPr kumimoji="0" lang="en-US" sz="750" b="1" i="0" strike="noStrike" kern="1200" cap="none" spc="0" normalizeH="0" baseline="0" noProof="0" dirty="0">
                <a:ln>
                  <a:noFill/>
                </a:ln>
                <a:solidFill>
                  <a:srgbClr val="020B5B"/>
                </a:solidFill>
                <a:effectLst/>
                <a:uLnTx/>
                <a:uFillTx/>
                <a:latin typeface="Arial"/>
                <a:ea typeface="+mn-ea"/>
                <a:cs typeface="+mn-cs"/>
              </a:rPr>
              <a:t>:  </a:t>
            </a:r>
            <a:r>
              <a:rPr lang="en-US" sz="750" dirty="0">
                <a:solidFill>
                  <a:srgbClr val="020B5B"/>
                </a:solidFill>
                <a:latin typeface="Arial"/>
              </a:rPr>
              <a:t>New York branch n</a:t>
            </a:r>
            <a:r>
              <a:rPr kumimoji="0" lang="en-US" sz="750" i="0" u="none" strike="noStrike" kern="1200" cap="none" spc="0" normalizeH="0" baseline="0" noProof="0" dirty="0" err="1">
                <a:ln>
                  <a:noFill/>
                </a:ln>
                <a:solidFill>
                  <a:srgbClr val="020B5B"/>
                </a:solidFill>
                <a:effectLst/>
                <a:uLnTx/>
                <a:uFillTx/>
                <a:latin typeface="Arial"/>
                <a:ea typeface="+mn-ea"/>
                <a:cs typeface="+mn-cs"/>
              </a:rPr>
              <a:t>ostros</a:t>
            </a:r>
            <a:r>
              <a:rPr kumimoji="0" lang="en-US" sz="750" i="0" u="none" strike="noStrike" kern="1200" cap="none" spc="0" normalizeH="0" baseline="0" noProof="0" dirty="0">
                <a:ln>
                  <a:noFill/>
                </a:ln>
                <a:solidFill>
                  <a:srgbClr val="020B5B"/>
                </a:solidFill>
                <a:effectLst/>
                <a:uLnTx/>
                <a:uFillTx/>
                <a:latin typeface="Arial"/>
                <a:ea typeface="+mn-ea"/>
                <a:cs typeface="+mn-cs"/>
              </a:rPr>
              <a:t> (USD) </a:t>
            </a:r>
            <a:r>
              <a:rPr lang="en-US" sz="750" dirty="0">
                <a:solidFill>
                  <a:srgbClr val="020B5B"/>
                </a:solidFill>
                <a:latin typeface="Arial"/>
              </a:rPr>
              <a:t>were </a:t>
            </a:r>
            <a:r>
              <a:rPr kumimoji="0" lang="en-US" sz="750" i="0" u="none" strike="noStrike" kern="1200" cap="none" spc="0" normalizeH="0" baseline="0" noProof="0" dirty="0">
                <a:ln>
                  <a:noFill/>
                </a:ln>
                <a:solidFill>
                  <a:srgbClr val="020B5B"/>
                </a:solidFill>
                <a:effectLst/>
                <a:uLnTx/>
                <a:uFillTx/>
                <a:latin typeface="Arial"/>
                <a:ea typeface="+mn-ea"/>
                <a:cs typeface="+mn-cs"/>
              </a:rPr>
              <a:t>migrated from Hogan Bank 37 to Transact NY</a:t>
            </a:r>
            <a:r>
              <a:rPr lang="en-US" sz="750" dirty="0">
                <a:solidFill>
                  <a:srgbClr val="020B5B"/>
                </a:solidFill>
                <a:latin typeface="Arial"/>
              </a:rPr>
              <a:t>.  Client DDA accounts remain on Hogan Bank 52</a:t>
            </a:r>
            <a:endParaRPr kumimoji="0" lang="en-US" sz="750" i="0" u="none" strike="noStrike" kern="1200" cap="none" spc="0" normalizeH="0" baseline="0" noProof="0" dirty="0">
              <a:ln>
                <a:noFill/>
              </a:ln>
              <a:solidFill>
                <a:srgbClr val="020B5B"/>
              </a:solidFill>
              <a:effectLst/>
              <a:uLnTx/>
              <a:uFillTx/>
              <a:latin typeface="Arial"/>
              <a:ea typeface="+mn-ea"/>
              <a:cs typeface="+mn-cs"/>
            </a:endParaRPr>
          </a:p>
        </p:txBody>
      </p:sp>
      <p:grpSp>
        <p:nvGrpSpPr>
          <p:cNvPr id="263" name="Group 262">
            <a:extLst>
              <a:ext uri="{FF2B5EF4-FFF2-40B4-BE49-F238E27FC236}">
                <a16:creationId xmlns:a16="http://schemas.microsoft.com/office/drawing/2014/main" id="{18EFF419-7C8B-6D74-2DBF-BBFA5520A578}"/>
              </a:ext>
            </a:extLst>
          </p:cNvPr>
          <p:cNvGrpSpPr/>
          <p:nvPr/>
        </p:nvGrpSpPr>
        <p:grpSpPr>
          <a:xfrm>
            <a:off x="9709459" y="1916833"/>
            <a:ext cx="576449" cy="648072"/>
            <a:chOff x="9709459" y="1825670"/>
            <a:chExt cx="576449" cy="579245"/>
          </a:xfrm>
        </p:grpSpPr>
        <p:sp>
          <p:nvSpPr>
            <p:cNvPr id="163" name="Rectangle 162">
              <a:extLst>
                <a:ext uri="{FF2B5EF4-FFF2-40B4-BE49-F238E27FC236}">
                  <a16:creationId xmlns:a16="http://schemas.microsoft.com/office/drawing/2014/main" id="{DC60DC16-C3AB-807C-6F85-E176E2964F6E}"/>
                </a:ext>
              </a:extLst>
            </p:cNvPr>
            <p:cNvSpPr/>
            <p:nvPr/>
          </p:nvSpPr>
          <p:spPr>
            <a:xfrm>
              <a:off x="9709459" y="1825670"/>
              <a:ext cx="576449" cy="579245"/>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 Market</a:t>
              </a:r>
            </a:p>
          </p:txBody>
        </p:sp>
        <p:pic>
          <p:nvPicPr>
            <p:cNvPr id="164" name="Picture 143" descr="Bank outline">
              <a:extLst>
                <a:ext uri="{FF2B5EF4-FFF2-40B4-BE49-F238E27FC236}">
                  <a16:creationId xmlns:a16="http://schemas.microsoft.com/office/drawing/2014/main" id="{0896FD23-83C1-57CE-026A-E69B19E3414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840799" y="1968256"/>
              <a:ext cx="323226" cy="292370"/>
            </a:xfrm>
            <a:prstGeom prst="rect">
              <a:avLst/>
            </a:prstGeom>
          </p:spPr>
        </p:pic>
        <p:sp>
          <p:nvSpPr>
            <p:cNvPr id="165" name="TextBox 164">
              <a:extLst>
                <a:ext uri="{FF2B5EF4-FFF2-40B4-BE49-F238E27FC236}">
                  <a16:creationId xmlns:a16="http://schemas.microsoft.com/office/drawing/2014/main" id="{4631E3FA-8D15-9AFE-7AF4-6FBF904B4D10}"/>
                </a:ext>
              </a:extLst>
            </p:cNvPr>
            <p:cNvSpPr txBox="1"/>
            <p:nvPr/>
          </p:nvSpPr>
          <p:spPr>
            <a:xfrm>
              <a:off x="9743327" y="2246679"/>
              <a:ext cx="517181" cy="98642"/>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Fed / CHIPS</a:t>
              </a:r>
            </a:p>
          </p:txBody>
        </p:sp>
      </p:grpSp>
      <p:sp>
        <p:nvSpPr>
          <p:cNvPr id="201" name="Title 1">
            <a:extLst>
              <a:ext uri="{FF2B5EF4-FFF2-40B4-BE49-F238E27FC236}">
                <a16:creationId xmlns:a16="http://schemas.microsoft.com/office/drawing/2014/main" id="{7FFD27C7-0AF6-D72F-E228-8B647BE8492B}"/>
              </a:ext>
            </a:extLst>
          </p:cNvPr>
          <p:cNvSpPr>
            <a:spLocks noGrp="1"/>
          </p:cNvSpPr>
          <p:nvPr>
            <p:ph type="title"/>
          </p:nvPr>
        </p:nvSpPr>
        <p:spPr>
          <a:xfrm>
            <a:off x="504825" y="310896"/>
            <a:ext cx="10237156" cy="403247"/>
          </a:xfrm>
        </p:spPr>
        <p:txBody>
          <a:bodyPr/>
          <a:lstStyle/>
          <a:p>
            <a:r>
              <a:rPr lang="en-US" sz="2200" dirty="0">
                <a:cs typeface="Arial" panose="020B0604020202020204" pitchFamily="34" charset="0"/>
              </a:rPr>
              <a:t>Current State Split Model - US RTPS (RPH) Integration with Transact New York</a:t>
            </a:r>
          </a:p>
        </p:txBody>
      </p:sp>
      <p:sp>
        <p:nvSpPr>
          <p:cNvPr id="202" name="Text Placeholder 7">
            <a:extLst>
              <a:ext uri="{FF2B5EF4-FFF2-40B4-BE49-F238E27FC236}">
                <a16:creationId xmlns:a16="http://schemas.microsoft.com/office/drawing/2014/main" id="{6563AAAB-02B0-BB83-94B9-4AD9E36396AB}"/>
              </a:ext>
            </a:extLst>
          </p:cNvPr>
          <p:cNvSpPr txBox="1">
            <a:spLocks/>
          </p:cNvSpPr>
          <p:nvPr/>
        </p:nvSpPr>
        <p:spPr bwMode="gray">
          <a:xfrm>
            <a:off x="520210" y="693276"/>
            <a:ext cx="9918730" cy="215444"/>
          </a:xfrm>
          <a:prstGeom prst="rect">
            <a:avLst/>
          </a:prstGeom>
        </p:spPr>
        <p:txBody>
          <a:bodyPr vert="horz" wrap="square" lIns="0" tIns="0" rIns="0" bIns="0" rtlCol="0">
            <a:spAutoFit/>
          </a:bodyPr>
          <a:lstStyle>
            <a:lvl1pPr marL="0" indent="0" algn="l" defTabSz="914400" rtl="0" eaLnBrk="1" latinLnBrk="0" hangingPunct="1">
              <a:spcBef>
                <a:spcPts val="1200"/>
              </a:spcBef>
              <a:buSzPct val="100000"/>
              <a:buFont typeface="Arial" panose="020B0604020202020204" pitchFamily="34" charset="0"/>
              <a:buNone/>
              <a:defRPr sz="1800" b="0" kern="1200">
                <a:solidFill>
                  <a:schemeClr val="bg2"/>
                </a:solidFill>
                <a:latin typeface="+mn-lt"/>
                <a:ea typeface="+mn-ea"/>
                <a:cs typeface="+mn-cs"/>
              </a:defRPr>
            </a:lvl1pPr>
            <a:lvl2pPr marL="125413" indent="-125413" algn="l" defTabSz="914400" rtl="0" eaLnBrk="1" latinLnBrk="0" hangingPunct="1">
              <a:spcBef>
                <a:spcPts val="600"/>
              </a:spcBef>
              <a:buClrTx/>
              <a:buSzPct val="100000"/>
              <a:buFont typeface="Arial"/>
              <a:buChar char="•"/>
              <a:defRPr lang="en-US" sz="1800" kern="1200" dirty="0" smtClean="0">
                <a:solidFill>
                  <a:schemeClr val="tx1"/>
                </a:solidFill>
                <a:latin typeface="+mn-lt"/>
                <a:ea typeface="+mn-ea"/>
                <a:cs typeface="+mn-cs"/>
              </a:defRPr>
            </a:lvl2pPr>
            <a:lvl3pPr marL="277813" indent="-123825" algn="l" defTabSz="914400" rtl="0" eaLnBrk="1" latinLnBrk="0" hangingPunct="1">
              <a:spcBef>
                <a:spcPts val="600"/>
              </a:spcBef>
              <a:buClrTx/>
              <a:buSzPct val="100000"/>
              <a:buFont typeface="Arial"/>
              <a:buChar char="−"/>
              <a:defRPr lang="en-US" sz="1600" kern="1200" dirty="0" smtClean="0">
                <a:solidFill>
                  <a:schemeClr val="tx1"/>
                </a:solidFill>
                <a:latin typeface="+mn-lt"/>
                <a:ea typeface="+mn-ea"/>
                <a:cs typeface="+mn-cs"/>
              </a:defRPr>
            </a:lvl3pPr>
            <a:lvl4pPr marL="427038" indent="-123825" algn="l" defTabSz="914400" rtl="0" eaLnBrk="1" latinLnBrk="0" hangingPunct="1">
              <a:spcBef>
                <a:spcPts val="600"/>
              </a:spcBef>
              <a:buClrTx/>
              <a:buSzPct val="100000"/>
              <a:buFont typeface="Arial" panose="020B0604020202020204" pitchFamily="34" charset="0"/>
              <a:buChar char="•"/>
              <a:defRPr lang="en-US" sz="1400" kern="1200" baseline="0" dirty="0" smtClean="0">
                <a:solidFill>
                  <a:schemeClr val="tx1"/>
                </a:solidFill>
                <a:latin typeface="+mn-lt"/>
                <a:ea typeface="+mn-ea"/>
                <a:cs typeface="+mn-cs"/>
              </a:defRPr>
            </a:lvl4pPr>
            <a:lvl5pPr marL="582613" indent="-127000" algn="l" defTabSz="798513" rtl="0" eaLnBrk="1" latinLnBrk="0" hangingPunct="1">
              <a:spcBef>
                <a:spcPts val="600"/>
              </a:spcBef>
              <a:buClrTx/>
              <a:buSzPct val="100000"/>
              <a:buFont typeface="Arial"/>
              <a:buChar char="−"/>
              <a:tabLst/>
              <a:defRPr lang="en-US" sz="1200" kern="1200" baseline="0" dirty="0" smtClean="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400" b="0" i="0" u="none" strike="noStrike" kern="1200" cap="none" spc="0" normalizeH="0" baseline="0" noProof="0" dirty="0">
                <a:ln>
                  <a:noFill/>
                </a:ln>
                <a:solidFill>
                  <a:srgbClr val="001AFF"/>
                </a:solidFill>
                <a:effectLst/>
                <a:uLnTx/>
                <a:uFillTx/>
                <a:latin typeface="Lab Antiqua Small Condensed"/>
                <a:ea typeface="+mn-ea"/>
                <a:cs typeface="Arial"/>
              </a:rPr>
              <a:t>USD payment instruction processed through GTM; current cash reference data points client USD payment instructions through the regional IBS branches</a:t>
            </a:r>
          </a:p>
        </p:txBody>
      </p:sp>
      <p:grpSp>
        <p:nvGrpSpPr>
          <p:cNvPr id="223" name="Group 222">
            <a:extLst>
              <a:ext uri="{FF2B5EF4-FFF2-40B4-BE49-F238E27FC236}">
                <a16:creationId xmlns:a16="http://schemas.microsoft.com/office/drawing/2014/main" id="{8C61BCAE-1CF5-93E3-4273-52439BA8CE94}"/>
              </a:ext>
            </a:extLst>
          </p:cNvPr>
          <p:cNvGrpSpPr/>
          <p:nvPr/>
        </p:nvGrpSpPr>
        <p:grpSpPr>
          <a:xfrm>
            <a:off x="6929271" y="2023849"/>
            <a:ext cx="795489" cy="434614"/>
            <a:chOff x="10299231" y="1754936"/>
            <a:chExt cx="795489" cy="434614"/>
          </a:xfrm>
        </p:grpSpPr>
        <p:sp>
          <p:nvSpPr>
            <p:cNvPr id="204" name="Rectangle 203">
              <a:extLst>
                <a:ext uri="{FF2B5EF4-FFF2-40B4-BE49-F238E27FC236}">
                  <a16:creationId xmlns:a16="http://schemas.microsoft.com/office/drawing/2014/main" id="{0D42E4E0-3F61-2264-B87E-0B62B9DDEB58}"/>
                </a:ext>
              </a:extLst>
            </p:cNvPr>
            <p:cNvSpPr/>
            <p:nvPr/>
          </p:nvSpPr>
          <p:spPr bwMode="gray">
            <a:xfrm>
              <a:off x="10299231" y="1754936"/>
              <a:ext cx="795489" cy="434614"/>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205" name="Rectangle 204">
              <a:extLst>
                <a:ext uri="{FF2B5EF4-FFF2-40B4-BE49-F238E27FC236}">
                  <a16:creationId xmlns:a16="http://schemas.microsoft.com/office/drawing/2014/main" id="{D4E0AE03-0D88-3032-6FD0-87098C61A5D0}"/>
                </a:ext>
              </a:extLst>
            </p:cNvPr>
            <p:cNvSpPr/>
            <p:nvPr/>
          </p:nvSpPr>
          <p:spPr bwMode="gray">
            <a:xfrm>
              <a:off x="10512248" y="1776779"/>
              <a:ext cx="366606" cy="387163"/>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RPH</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NY</a:t>
              </a:r>
            </a:p>
          </p:txBody>
        </p:sp>
        <p:sp>
          <p:nvSpPr>
            <p:cNvPr id="206" name="Rectangle 205">
              <a:extLst>
                <a:ext uri="{FF2B5EF4-FFF2-40B4-BE49-F238E27FC236}">
                  <a16:creationId xmlns:a16="http://schemas.microsoft.com/office/drawing/2014/main" id="{EA661E7D-75BF-3E56-E766-7090ADAA3FCF}"/>
                </a:ext>
              </a:extLst>
            </p:cNvPr>
            <p:cNvSpPr/>
            <p:nvPr/>
          </p:nvSpPr>
          <p:spPr bwMode="gray">
            <a:xfrm>
              <a:off x="103189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sp>
          <p:nvSpPr>
            <p:cNvPr id="207" name="Rectangle 206">
              <a:extLst>
                <a:ext uri="{FF2B5EF4-FFF2-40B4-BE49-F238E27FC236}">
                  <a16:creationId xmlns:a16="http://schemas.microsoft.com/office/drawing/2014/main" id="{DE99C5DB-EE4A-027F-8148-0A7E4485E50D}"/>
                </a:ext>
              </a:extLst>
            </p:cNvPr>
            <p:cNvSpPr/>
            <p:nvPr/>
          </p:nvSpPr>
          <p:spPr bwMode="gray">
            <a:xfrm>
              <a:off x="109031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grpSp>
      <p:grpSp>
        <p:nvGrpSpPr>
          <p:cNvPr id="225" name="Group 224">
            <a:extLst>
              <a:ext uri="{FF2B5EF4-FFF2-40B4-BE49-F238E27FC236}">
                <a16:creationId xmlns:a16="http://schemas.microsoft.com/office/drawing/2014/main" id="{E7767FCF-5454-A059-EB89-823D040A5E37}"/>
              </a:ext>
            </a:extLst>
          </p:cNvPr>
          <p:cNvGrpSpPr/>
          <p:nvPr/>
        </p:nvGrpSpPr>
        <p:grpSpPr>
          <a:xfrm>
            <a:off x="657653" y="1776606"/>
            <a:ext cx="475312" cy="932314"/>
            <a:chOff x="627173" y="1856952"/>
            <a:chExt cx="475312" cy="932314"/>
          </a:xfrm>
        </p:grpSpPr>
        <p:sp>
          <p:nvSpPr>
            <p:cNvPr id="209" name="Rectangle 208">
              <a:extLst>
                <a:ext uri="{FF2B5EF4-FFF2-40B4-BE49-F238E27FC236}">
                  <a16:creationId xmlns:a16="http://schemas.microsoft.com/office/drawing/2014/main" id="{7CD5CAA9-9E22-BF6C-9718-E970EA896FC5}"/>
                </a:ext>
              </a:extLst>
            </p:cNvPr>
            <p:cNvSpPr/>
            <p:nvPr/>
          </p:nvSpPr>
          <p:spPr>
            <a:xfrm>
              <a:off x="627173" y="1856952"/>
              <a:ext cx="475312" cy="932314"/>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Channels</a:t>
              </a:r>
            </a:p>
          </p:txBody>
        </p:sp>
        <p:pic>
          <p:nvPicPr>
            <p:cNvPr id="210" name="Picture 24" descr="Ui Ux outline">
              <a:extLst>
                <a:ext uri="{FF2B5EF4-FFF2-40B4-BE49-F238E27FC236}">
                  <a16:creationId xmlns:a16="http://schemas.microsoft.com/office/drawing/2014/main" id="{B0AA3FE2-1921-B80D-552E-E53A5A765E23}"/>
                </a:ext>
              </a:extLst>
            </p:cNvPr>
            <p:cNvPicPr>
              <a:picLocks noChangeAspect="1" noChangeArrowheads="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bwMode="auto">
            <a:xfrm>
              <a:off x="743409" y="2396182"/>
              <a:ext cx="232535" cy="221021"/>
            </a:xfrm>
            <a:prstGeom prst="rect">
              <a:avLst/>
            </a:prstGeom>
            <a:noFill/>
            <a:extLst>
              <a:ext uri="{909E8E84-426E-40DD-AFC4-6F175D3DCCD1}">
                <a14:hiddenFill xmlns:a14="http://schemas.microsoft.com/office/drawing/2010/main">
                  <a:solidFill>
                    <a:srgbClr val="FFFFFF"/>
                  </a:solidFill>
                </a14:hiddenFill>
              </a:ext>
            </a:extLst>
          </p:spPr>
        </p:pic>
        <p:pic>
          <p:nvPicPr>
            <p:cNvPr id="211" name="Picture 2" descr="Flexible payment in our Middle Ages store ageofcraft.com">
              <a:extLst>
                <a:ext uri="{FF2B5EF4-FFF2-40B4-BE49-F238E27FC236}">
                  <a16:creationId xmlns:a16="http://schemas.microsoft.com/office/drawing/2014/main" id="{80B0FFCE-8470-FDEC-1E79-5E9C4D620E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4839" y="2050124"/>
              <a:ext cx="203911" cy="190046"/>
            </a:xfrm>
            <a:prstGeom prst="rect">
              <a:avLst/>
            </a:prstGeom>
            <a:noFill/>
            <a:extLst>
              <a:ext uri="{909E8E84-426E-40DD-AFC4-6F175D3DCCD1}">
                <a14:hiddenFill xmlns:a14="http://schemas.microsoft.com/office/drawing/2010/main">
                  <a:solidFill>
                    <a:srgbClr val="FFFFFF"/>
                  </a:solidFill>
                </a14:hiddenFill>
              </a:ext>
            </a:extLst>
          </p:spPr>
        </p:pic>
        <p:sp>
          <p:nvSpPr>
            <p:cNvPr id="212" name="TextBox 211">
              <a:extLst>
                <a:ext uri="{FF2B5EF4-FFF2-40B4-BE49-F238E27FC236}">
                  <a16:creationId xmlns:a16="http://schemas.microsoft.com/office/drawing/2014/main" id="{1A25BC87-299C-15D5-3D95-547B71465630}"/>
                </a:ext>
              </a:extLst>
            </p:cNvPr>
            <p:cNvSpPr txBox="1"/>
            <p:nvPr/>
          </p:nvSpPr>
          <p:spPr>
            <a:xfrm>
              <a:off x="658525" y="2260655"/>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a:t>
              </a:r>
            </a:p>
          </p:txBody>
        </p:sp>
        <p:sp>
          <p:nvSpPr>
            <p:cNvPr id="213" name="TextBox 212">
              <a:extLst>
                <a:ext uri="{FF2B5EF4-FFF2-40B4-BE49-F238E27FC236}">
                  <a16:creationId xmlns:a16="http://schemas.microsoft.com/office/drawing/2014/main" id="{F68C4B0E-B078-D3F1-A05F-6C1A3537ED6C}"/>
                </a:ext>
              </a:extLst>
            </p:cNvPr>
            <p:cNvSpPr txBox="1"/>
            <p:nvPr/>
          </p:nvSpPr>
          <p:spPr>
            <a:xfrm>
              <a:off x="663351" y="2622859"/>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Systems</a:t>
              </a:r>
            </a:p>
          </p:txBody>
        </p:sp>
      </p:grpSp>
      <p:sp>
        <p:nvSpPr>
          <p:cNvPr id="221" name="Rectangle 220">
            <a:extLst>
              <a:ext uri="{FF2B5EF4-FFF2-40B4-BE49-F238E27FC236}">
                <a16:creationId xmlns:a16="http://schemas.microsoft.com/office/drawing/2014/main" id="{B617DA47-3A7F-84F6-CD80-5308521236B3}"/>
              </a:ext>
            </a:extLst>
          </p:cNvPr>
          <p:cNvSpPr/>
          <p:nvPr/>
        </p:nvSpPr>
        <p:spPr bwMode="gray">
          <a:xfrm>
            <a:off x="2234633" y="2224256"/>
            <a:ext cx="486175" cy="312601"/>
          </a:xfrm>
          <a:prstGeom prst="rect">
            <a:avLst/>
          </a:prstGeom>
          <a:solidFill>
            <a:srgbClr val="FFFFFF">
              <a:lumMod val="95000"/>
            </a:srgbClr>
          </a:solidFill>
          <a:ln w="6350" algn="ctr">
            <a:solidFill>
              <a:srgbClr val="000000"/>
            </a:solidFill>
            <a:miter lim="800000"/>
            <a:headEnd/>
            <a:tailEnd/>
          </a:ln>
        </p:spPr>
        <p:txBody>
          <a:bodyPr wrap="square" lIns="9144" tIns="91440" rIns="9144"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GTM</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cxnSp>
        <p:nvCxnSpPr>
          <p:cNvPr id="228" name="Straight Arrow Connector 137">
            <a:extLst>
              <a:ext uri="{FF2B5EF4-FFF2-40B4-BE49-F238E27FC236}">
                <a16:creationId xmlns:a16="http://schemas.microsoft.com/office/drawing/2014/main" id="{D108F140-9186-1360-9675-9F314DEE03F3}"/>
              </a:ext>
            </a:extLst>
          </p:cNvPr>
          <p:cNvCxnSpPr>
            <a:cxnSpLocks/>
            <a:endCxn id="221" idx="1"/>
          </p:cNvCxnSpPr>
          <p:nvPr/>
        </p:nvCxnSpPr>
        <p:spPr>
          <a:xfrm flipV="1">
            <a:off x="1127242" y="2380557"/>
            <a:ext cx="1107391" cy="1602"/>
          </a:xfrm>
          <a:prstGeom prst="straightConnector1">
            <a:avLst/>
          </a:prstGeom>
          <a:noFill/>
          <a:ln w="6350" cap="flat" cmpd="sng" algn="ctr">
            <a:solidFill>
              <a:srgbClr val="000000"/>
            </a:solidFill>
            <a:prstDash val="solid"/>
            <a:headEnd w="med" len="sm"/>
            <a:tailEnd type="triangle" w="sm" len="sm"/>
          </a:ln>
          <a:effectLst/>
        </p:spPr>
      </p:cxnSp>
      <p:sp>
        <p:nvSpPr>
          <p:cNvPr id="231" name="TextBox 230">
            <a:extLst>
              <a:ext uri="{FF2B5EF4-FFF2-40B4-BE49-F238E27FC236}">
                <a16:creationId xmlns:a16="http://schemas.microsoft.com/office/drawing/2014/main" id="{D05D97F1-D7C3-1AEC-BB47-5B271D9E19FC}"/>
              </a:ext>
            </a:extLst>
          </p:cNvPr>
          <p:cNvSpPr txBox="1"/>
          <p:nvPr/>
        </p:nvSpPr>
        <p:spPr>
          <a:xfrm>
            <a:off x="1487488" y="2357846"/>
            <a:ext cx="672166" cy="461665"/>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MT304</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 - Receive EUR</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 - Pay USD</a:t>
            </a:r>
          </a:p>
        </p:txBody>
      </p:sp>
      <p:sp>
        <p:nvSpPr>
          <p:cNvPr id="238" name="Rectangle 237">
            <a:extLst>
              <a:ext uri="{FF2B5EF4-FFF2-40B4-BE49-F238E27FC236}">
                <a16:creationId xmlns:a16="http://schemas.microsoft.com/office/drawing/2014/main" id="{0A514084-EE27-8033-F9A1-D987D0BF82C5}"/>
              </a:ext>
            </a:extLst>
          </p:cNvPr>
          <p:cNvSpPr/>
          <p:nvPr/>
        </p:nvSpPr>
        <p:spPr bwMode="gray">
          <a:xfrm>
            <a:off x="4351265" y="3266129"/>
            <a:ext cx="569771" cy="389216"/>
          </a:xfrm>
          <a:prstGeom prst="rect">
            <a:avLst/>
          </a:prstGeom>
          <a:solidFill>
            <a:schemeClr val="bg1">
              <a:lumMod val="95000"/>
            </a:scheme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Hogan 52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Client DDA</a:t>
            </a:r>
          </a:p>
        </p:txBody>
      </p:sp>
      <p:cxnSp>
        <p:nvCxnSpPr>
          <p:cNvPr id="239" name="Straight Arrow Connector 137">
            <a:extLst>
              <a:ext uri="{FF2B5EF4-FFF2-40B4-BE49-F238E27FC236}">
                <a16:creationId xmlns:a16="http://schemas.microsoft.com/office/drawing/2014/main" id="{CBC46AD6-1CCE-5243-1B94-982927349F39}"/>
              </a:ext>
            </a:extLst>
          </p:cNvPr>
          <p:cNvCxnSpPr>
            <a:cxnSpLocks/>
            <a:stCxn id="108" idx="2"/>
            <a:endCxn id="238" idx="0"/>
          </p:cNvCxnSpPr>
          <p:nvPr/>
        </p:nvCxnSpPr>
        <p:spPr>
          <a:xfrm flipH="1">
            <a:off x="4636151" y="2459062"/>
            <a:ext cx="2529" cy="807067"/>
          </a:xfrm>
          <a:prstGeom prst="straightConnector1">
            <a:avLst/>
          </a:prstGeom>
          <a:noFill/>
          <a:ln w="6350" cap="flat" cmpd="sng" algn="ctr">
            <a:solidFill>
              <a:srgbClr val="000000"/>
            </a:solidFill>
            <a:prstDash val="solid"/>
            <a:headEnd w="med" len="sm"/>
            <a:tailEnd type="triangle" w="sm" len="sm"/>
          </a:ln>
          <a:effectLst/>
        </p:spPr>
      </p:cxnSp>
      <p:sp>
        <p:nvSpPr>
          <p:cNvPr id="248" name="TextBox 247">
            <a:extLst>
              <a:ext uri="{FF2B5EF4-FFF2-40B4-BE49-F238E27FC236}">
                <a16:creationId xmlns:a16="http://schemas.microsoft.com/office/drawing/2014/main" id="{A2870685-FADD-34C5-40FB-1DAB9A983870}"/>
              </a:ext>
            </a:extLst>
          </p:cNvPr>
          <p:cNvSpPr txBox="1"/>
          <p:nvPr/>
        </p:nvSpPr>
        <p:spPr>
          <a:xfrm>
            <a:off x="4690113" y="2656220"/>
            <a:ext cx="1403324"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IBS accounting for </a:t>
            </a:r>
            <a:r>
              <a:rPr lang="en-US" sz="650" u="sng" dirty="0">
                <a:solidFill>
                  <a:srgbClr val="020B5B"/>
                </a:solidFill>
                <a:latin typeface="Arial"/>
              </a:rPr>
              <a:t>USD payment</a:t>
            </a:r>
            <a:r>
              <a:rPr kumimoji="0" lang="en-US" sz="650" b="0" i="0" u="sng" strike="noStrike" kern="1200" cap="none" spc="0" normalizeH="0" baseline="0" noProof="0" dirty="0">
                <a:ln>
                  <a:noFill/>
                </a:ln>
                <a:solidFill>
                  <a:srgbClr val="020B5B"/>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a:t>
            </a:r>
            <a:r>
              <a:rPr kumimoji="0" lang="en-US" sz="650" b="0" i="0" u="none" strike="noStrike" kern="1200" cap="none" spc="0" normalizeH="0" baseline="0" noProof="0" dirty="0" err="1">
                <a:ln>
                  <a:noFill/>
                </a:ln>
                <a:solidFill>
                  <a:srgbClr val="020B5B"/>
                </a:solidFill>
                <a:effectLst/>
                <a:uLnTx/>
                <a:uFillTx/>
                <a:latin typeface="Arial"/>
                <a:ea typeface="+mn-ea"/>
                <a:cs typeface="+mn-cs"/>
              </a:rPr>
              <a:t>HoganClr</a:t>
            </a:r>
            <a:r>
              <a:rPr kumimoji="0" lang="en-US" sz="650" b="0" i="0" u="none" strike="noStrike" kern="1200" cap="none" spc="0" normalizeH="0" baseline="0" noProof="0" dirty="0">
                <a:ln>
                  <a:noFill/>
                </a:ln>
                <a:solidFill>
                  <a:srgbClr val="020B5B"/>
                </a:solidFill>
                <a:effectLst/>
                <a:uLnTx/>
                <a:uFillTx/>
                <a:latin typeface="Arial"/>
                <a:ea typeface="+mn-ea"/>
                <a:cs typeface="+mn-cs"/>
              </a:rPr>
              <a:t> (Hogan link)</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Interco USD Nostro</a:t>
            </a:r>
          </a:p>
        </p:txBody>
      </p:sp>
      <p:sp>
        <p:nvSpPr>
          <p:cNvPr id="249" name="TextBox 248">
            <a:extLst>
              <a:ext uri="{FF2B5EF4-FFF2-40B4-BE49-F238E27FC236}">
                <a16:creationId xmlns:a16="http://schemas.microsoft.com/office/drawing/2014/main" id="{15E04562-DD27-783F-9CB8-C3D526AD41A6}"/>
              </a:ext>
            </a:extLst>
          </p:cNvPr>
          <p:cNvSpPr txBox="1"/>
          <p:nvPr/>
        </p:nvSpPr>
        <p:spPr>
          <a:xfrm>
            <a:off x="5001009" y="3261240"/>
            <a:ext cx="1311015" cy="384721"/>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Hogan 52 accounting: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Client DDA (12345678)</a:t>
            </a:r>
          </a:p>
        </p:txBody>
      </p:sp>
      <p:sp>
        <p:nvSpPr>
          <p:cNvPr id="250" name="TextBox 249">
            <a:extLst>
              <a:ext uri="{FF2B5EF4-FFF2-40B4-BE49-F238E27FC236}">
                <a16:creationId xmlns:a16="http://schemas.microsoft.com/office/drawing/2014/main" id="{09F92F0E-BABC-4646-4B41-647245CB81CD}"/>
              </a:ext>
            </a:extLst>
          </p:cNvPr>
          <p:cNvSpPr txBox="1"/>
          <p:nvPr/>
        </p:nvSpPr>
        <p:spPr>
          <a:xfrm>
            <a:off x="5711866" y="1975368"/>
            <a:ext cx="672166" cy="276999"/>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MT Payment</a:t>
            </a:r>
          </a:p>
        </p:txBody>
      </p:sp>
      <p:cxnSp>
        <p:nvCxnSpPr>
          <p:cNvPr id="252" name="Straight Arrow Connector 137">
            <a:extLst>
              <a:ext uri="{FF2B5EF4-FFF2-40B4-BE49-F238E27FC236}">
                <a16:creationId xmlns:a16="http://schemas.microsoft.com/office/drawing/2014/main" id="{43067DCE-7984-44D8-52E5-BC33C4A40990}"/>
              </a:ext>
            </a:extLst>
          </p:cNvPr>
          <p:cNvCxnSpPr>
            <a:cxnSpLocks/>
            <a:stCxn id="204" idx="2"/>
            <a:endCxn id="256" idx="0"/>
          </p:cNvCxnSpPr>
          <p:nvPr/>
        </p:nvCxnSpPr>
        <p:spPr>
          <a:xfrm flipH="1">
            <a:off x="7324454" y="2458463"/>
            <a:ext cx="2562" cy="812304"/>
          </a:xfrm>
          <a:prstGeom prst="straightConnector1">
            <a:avLst/>
          </a:prstGeom>
          <a:noFill/>
          <a:ln w="6350" cap="flat" cmpd="sng" algn="ctr">
            <a:solidFill>
              <a:srgbClr val="000000"/>
            </a:solidFill>
            <a:prstDash val="solid"/>
            <a:headEnd w="med" len="sm"/>
            <a:tailEnd type="triangle" w="sm" len="sm"/>
          </a:ln>
          <a:effectLst/>
        </p:spPr>
      </p:cxnSp>
      <p:sp>
        <p:nvSpPr>
          <p:cNvPr id="253" name="TextBox 252">
            <a:extLst>
              <a:ext uri="{FF2B5EF4-FFF2-40B4-BE49-F238E27FC236}">
                <a16:creationId xmlns:a16="http://schemas.microsoft.com/office/drawing/2014/main" id="{9CCBEFE0-BF7A-1569-10B8-641698AEC9E2}"/>
              </a:ext>
            </a:extLst>
          </p:cNvPr>
          <p:cNvSpPr txBox="1"/>
          <p:nvPr/>
        </p:nvSpPr>
        <p:spPr>
          <a:xfrm>
            <a:off x="7380072" y="2656220"/>
            <a:ext cx="1050867"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RPH NY via GWH:</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Process payment and post to Transact NY</a:t>
            </a:r>
          </a:p>
        </p:txBody>
      </p:sp>
      <p:sp>
        <p:nvSpPr>
          <p:cNvPr id="254" name="TextBox 253">
            <a:extLst>
              <a:ext uri="{FF2B5EF4-FFF2-40B4-BE49-F238E27FC236}">
                <a16:creationId xmlns:a16="http://schemas.microsoft.com/office/drawing/2014/main" id="{D0EFE94B-135D-5990-29BE-6678C0E1FBBC}"/>
              </a:ext>
            </a:extLst>
          </p:cNvPr>
          <p:cNvSpPr txBox="1"/>
          <p:nvPr/>
        </p:nvSpPr>
        <p:spPr>
          <a:xfrm>
            <a:off x="7690968" y="3232284"/>
            <a:ext cx="1573384"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NY accounting: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SSBT Boston Vostro</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USD Nostro (Fed or CHIPS)</a:t>
            </a:r>
          </a:p>
        </p:txBody>
      </p:sp>
      <p:sp>
        <p:nvSpPr>
          <p:cNvPr id="256" name="Rectangle 255">
            <a:extLst>
              <a:ext uri="{FF2B5EF4-FFF2-40B4-BE49-F238E27FC236}">
                <a16:creationId xmlns:a16="http://schemas.microsoft.com/office/drawing/2014/main" id="{C3BCF06E-C2CC-2846-4F00-CB9B502B17DB}"/>
              </a:ext>
            </a:extLst>
          </p:cNvPr>
          <p:cNvSpPr/>
          <p:nvPr/>
        </p:nvSpPr>
        <p:spPr bwMode="gray">
          <a:xfrm>
            <a:off x="7063605" y="3270767"/>
            <a:ext cx="521697"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NY Branch</a:t>
            </a:r>
          </a:p>
        </p:txBody>
      </p:sp>
      <p:sp>
        <p:nvSpPr>
          <p:cNvPr id="258" name="TextBox 257">
            <a:extLst>
              <a:ext uri="{FF2B5EF4-FFF2-40B4-BE49-F238E27FC236}">
                <a16:creationId xmlns:a16="http://schemas.microsoft.com/office/drawing/2014/main" id="{4A37A5E5-F7EB-D489-8D5D-45D7131CBCA9}"/>
              </a:ext>
            </a:extLst>
          </p:cNvPr>
          <p:cNvSpPr txBox="1"/>
          <p:nvPr/>
        </p:nvSpPr>
        <p:spPr>
          <a:xfrm>
            <a:off x="8145288" y="1978760"/>
            <a:ext cx="1191072" cy="276999"/>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Fedwire or CHIPS Payment</a:t>
            </a:r>
          </a:p>
        </p:txBody>
      </p:sp>
      <p:sp>
        <p:nvSpPr>
          <p:cNvPr id="2" name="TextBox 1">
            <a:extLst>
              <a:ext uri="{FF2B5EF4-FFF2-40B4-BE49-F238E27FC236}">
                <a16:creationId xmlns:a16="http://schemas.microsoft.com/office/drawing/2014/main" id="{0FE39B4A-61E1-8027-DBD2-DE6B50FA8A5C}"/>
              </a:ext>
            </a:extLst>
          </p:cNvPr>
          <p:cNvSpPr txBox="1"/>
          <p:nvPr/>
        </p:nvSpPr>
        <p:spPr>
          <a:xfrm>
            <a:off x="2869297" y="2352191"/>
            <a:ext cx="1163329" cy="369332"/>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MT202 USD </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(not formatted with //FW)</a:t>
            </a:r>
          </a:p>
        </p:txBody>
      </p:sp>
      <p:cxnSp>
        <p:nvCxnSpPr>
          <p:cNvPr id="3" name="Straight Connector 2">
            <a:extLst>
              <a:ext uri="{FF2B5EF4-FFF2-40B4-BE49-F238E27FC236}">
                <a16:creationId xmlns:a16="http://schemas.microsoft.com/office/drawing/2014/main" id="{E202A76B-6303-C2DD-1FCF-F42EFD1B4DEF}"/>
              </a:ext>
            </a:extLst>
          </p:cNvPr>
          <p:cNvCxnSpPr>
            <a:cxnSpLocks/>
          </p:cNvCxnSpPr>
          <p:nvPr/>
        </p:nvCxnSpPr>
        <p:spPr bwMode="auto">
          <a:xfrm flipH="1">
            <a:off x="540213" y="980728"/>
            <a:ext cx="10380322" cy="0"/>
          </a:xfrm>
          <a:prstGeom prst="line">
            <a:avLst/>
          </a:prstGeom>
          <a:solidFill>
            <a:srgbClr val="65CCE9"/>
          </a:solidFill>
          <a:ln w="9525" cap="flat" cmpd="sng" algn="ctr">
            <a:solidFill>
              <a:schemeClr val="tx2"/>
            </a:solidFill>
            <a:prstDash val="solid"/>
            <a:round/>
            <a:headEnd type="none" w="med" len="med"/>
            <a:tailEnd type="none" w="med" len="med"/>
          </a:ln>
          <a:effectLst/>
        </p:spPr>
      </p:cxnSp>
      <p:sp>
        <p:nvSpPr>
          <p:cNvPr id="7" name="TextBox 6">
            <a:extLst>
              <a:ext uri="{FF2B5EF4-FFF2-40B4-BE49-F238E27FC236}">
                <a16:creationId xmlns:a16="http://schemas.microsoft.com/office/drawing/2014/main" id="{D3659EE9-5284-8FF9-D44A-EA5080655A7B}"/>
              </a:ext>
            </a:extLst>
          </p:cNvPr>
          <p:cNvSpPr txBox="1"/>
          <p:nvPr/>
        </p:nvSpPr>
        <p:spPr>
          <a:xfrm>
            <a:off x="3640173" y="3863370"/>
            <a:ext cx="3308847" cy="12926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1" i="1" u="sng" strike="noStrike" kern="1200" cap="none" spc="0" normalizeH="0" baseline="0" noProof="0" dirty="0">
                <a:ln>
                  <a:noFill/>
                </a:ln>
                <a:solidFill>
                  <a:srgbClr val="020B5B"/>
                </a:solidFill>
                <a:effectLst/>
                <a:uLnTx/>
                <a:uFillTx/>
                <a:latin typeface="Arial"/>
                <a:ea typeface="+mn-ea"/>
                <a:cs typeface="+mn-cs"/>
              </a:rPr>
              <a:t>IBS Processing: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700" i="1" dirty="0">
                <a:solidFill>
                  <a:srgbClr val="020B5B"/>
                </a:solidFill>
                <a:latin typeface="Arial"/>
              </a:rPr>
              <a:t>IBS receives the USD payment instruction and posts a debit to the Hogan Clearing account and credit to the USD intercompany nostro.  The debit through the Hogan Clearing account is then routed via the IBS</a:t>
            </a:r>
            <a:r>
              <a:rPr lang="en-US" sz="700" i="1" dirty="0">
                <a:solidFill>
                  <a:srgbClr val="020B5B"/>
                </a:solidFill>
                <a:latin typeface="Arial"/>
                <a:sym typeface="Wingdings" panose="05000000000000000000" pitchFamily="2" charset="2"/>
              </a:rPr>
              <a:t> / </a:t>
            </a:r>
            <a:r>
              <a:rPr lang="en-US" sz="700" i="1" dirty="0">
                <a:solidFill>
                  <a:srgbClr val="020B5B"/>
                </a:solidFill>
                <a:latin typeface="Arial"/>
              </a:rPr>
              <a:t>Hogan link to debit the client DDA on Hogan Bank 52.  Posting to Hogan is not subject to credit processing (CMAC). </a:t>
            </a: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lang="en-US" sz="700" i="1" dirty="0">
              <a:solidFill>
                <a:srgbClr val="020B5B"/>
              </a:solidFill>
              <a:latin typeface="Arial"/>
            </a:endParaRPr>
          </a:p>
          <a:p>
            <a:pPr>
              <a:buSzPct val="100000"/>
              <a:defRPr/>
            </a:pPr>
            <a:r>
              <a:rPr lang="en-US" sz="700" i="1" dirty="0">
                <a:solidFill>
                  <a:srgbClr val="020B5B"/>
                </a:solidFill>
                <a:latin typeface="Arial"/>
              </a:rPr>
              <a:t>IBS then sends payment to the State Street NY BIC (SBOSUS3N) where it is received and processed in the US RPH NY Bank.  Threshold-level credit monitoring is performed in RPH NY.  If payment is formatted to pay via the Cover Method (Advice + Cover), IBS also generates and sends the advice to the creditor agent.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700" i="1" dirty="0">
                <a:solidFill>
                  <a:srgbClr val="020B5B"/>
                </a:solidFill>
                <a:latin typeface="Arial"/>
              </a:rPr>
              <a:t>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700" i="1" dirty="0">
                <a:solidFill>
                  <a:srgbClr val="020B5B"/>
                </a:solidFill>
                <a:latin typeface="Arial"/>
              </a:rPr>
              <a:t> </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p:txBody>
      </p:sp>
      <p:cxnSp>
        <p:nvCxnSpPr>
          <p:cNvPr id="8" name="Straight Arrow Connector 137">
            <a:extLst>
              <a:ext uri="{FF2B5EF4-FFF2-40B4-BE49-F238E27FC236}">
                <a16:creationId xmlns:a16="http://schemas.microsoft.com/office/drawing/2014/main" id="{C89D2042-701E-34C9-0F79-3AB1521519FE}"/>
              </a:ext>
            </a:extLst>
          </p:cNvPr>
          <p:cNvCxnSpPr>
            <a:cxnSpLocks/>
          </p:cNvCxnSpPr>
          <p:nvPr/>
        </p:nvCxnSpPr>
        <p:spPr>
          <a:xfrm flipV="1">
            <a:off x="2060019" y="2636912"/>
            <a:ext cx="122261" cy="302606"/>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cxnSp>
        <p:nvCxnSpPr>
          <p:cNvPr id="13" name="Straight Arrow Connector 137">
            <a:extLst>
              <a:ext uri="{FF2B5EF4-FFF2-40B4-BE49-F238E27FC236}">
                <a16:creationId xmlns:a16="http://schemas.microsoft.com/office/drawing/2014/main" id="{31E36041-1D52-72DB-40E3-791101862625}"/>
              </a:ext>
            </a:extLst>
          </p:cNvPr>
          <p:cNvCxnSpPr>
            <a:cxnSpLocks/>
          </p:cNvCxnSpPr>
          <p:nvPr/>
        </p:nvCxnSpPr>
        <p:spPr>
          <a:xfrm flipV="1">
            <a:off x="3998157" y="2564904"/>
            <a:ext cx="369651" cy="1206266"/>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cxnSp>
        <p:nvCxnSpPr>
          <p:cNvPr id="4" name="Straight Arrow Connector 137">
            <a:extLst>
              <a:ext uri="{FF2B5EF4-FFF2-40B4-BE49-F238E27FC236}">
                <a16:creationId xmlns:a16="http://schemas.microsoft.com/office/drawing/2014/main" id="{C328260C-F936-56F7-1429-3CF89B89E22A}"/>
              </a:ext>
            </a:extLst>
          </p:cNvPr>
          <p:cNvCxnSpPr>
            <a:cxnSpLocks/>
          </p:cNvCxnSpPr>
          <p:nvPr/>
        </p:nvCxnSpPr>
        <p:spPr>
          <a:xfrm>
            <a:off x="1132965" y="2126504"/>
            <a:ext cx="3193202" cy="0"/>
          </a:xfrm>
          <a:prstGeom prst="straightConnector1">
            <a:avLst/>
          </a:prstGeom>
          <a:noFill/>
          <a:ln w="6350" cap="flat" cmpd="sng" algn="ctr">
            <a:solidFill>
              <a:srgbClr val="000000"/>
            </a:solidFill>
            <a:prstDash val="solid"/>
            <a:headEnd w="med" len="sm"/>
            <a:tailEnd type="triangle" w="sm" len="sm"/>
          </a:ln>
          <a:effectLst/>
        </p:spPr>
      </p:cxnSp>
      <p:sp>
        <p:nvSpPr>
          <p:cNvPr id="229" name="TextBox 228">
            <a:extLst>
              <a:ext uri="{FF2B5EF4-FFF2-40B4-BE49-F238E27FC236}">
                <a16:creationId xmlns:a16="http://schemas.microsoft.com/office/drawing/2014/main" id="{3422EBE9-43B8-CEE2-70C4-8930BF90EE3D}"/>
              </a:ext>
            </a:extLst>
          </p:cNvPr>
          <p:cNvSpPr txBox="1"/>
          <p:nvPr/>
        </p:nvSpPr>
        <p:spPr>
          <a:xfrm>
            <a:off x="1665260" y="1885349"/>
            <a:ext cx="1758889" cy="276999"/>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US" sz="600" dirty="0">
                <a:solidFill>
                  <a:srgbClr val="020B5B"/>
                </a:solidFill>
                <a:latin typeface="Arial"/>
              </a:rPr>
              <a:t>USD payment instructions from other sources</a:t>
            </a:r>
            <a:endParaRPr kumimoji="0" lang="en-US" sz="600" b="0" i="0" u="none" strike="noStrike" kern="1200" cap="none" spc="0" normalizeH="0" baseline="0" noProof="0" dirty="0">
              <a:ln>
                <a:noFill/>
              </a:ln>
              <a:solidFill>
                <a:srgbClr val="020B5B"/>
              </a:solidFill>
              <a:effectLst/>
              <a:uLnTx/>
              <a:uFillTx/>
              <a:latin typeface="Arial"/>
              <a:ea typeface="+mn-ea"/>
              <a:cs typeface="+mn-cs"/>
            </a:endParaRPr>
          </a:p>
        </p:txBody>
      </p:sp>
    </p:spTree>
    <p:extLst>
      <p:ext uri="{BB962C8B-B14F-4D97-AF65-F5344CB8AC3E}">
        <p14:creationId xmlns:p14="http://schemas.microsoft.com/office/powerpoint/2010/main" val="3396140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F479-6D82-1D63-19F5-FF56F8F2D3D0}"/>
            </a:ext>
          </a:extLst>
        </p:cNvPr>
        <p:cNvGrpSpPr/>
        <p:nvPr/>
      </p:nvGrpSpPr>
      <p:grpSpPr>
        <a:xfrm>
          <a:off x="0" y="0"/>
          <a:ext cx="0" cy="0"/>
          <a:chOff x="0" y="0"/>
          <a:chExt cx="0" cy="0"/>
        </a:xfrm>
      </p:grpSpPr>
      <p:cxnSp>
        <p:nvCxnSpPr>
          <p:cNvPr id="234" name="Straight Arrow Connector 137">
            <a:extLst>
              <a:ext uri="{FF2B5EF4-FFF2-40B4-BE49-F238E27FC236}">
                <a16:creationId xmlns:a16="http://schemas.microsoft.com/office/drawing/2014/main" id="{3E7B9E05-64AB-E8A3-D485-76779674140C}"/>
              </a:ext>
            </a:extLst>
          </p:cNvPr>
          <p:cNvCxnSpPr>
            <a:cxnSpLocks/>
            <a:stCxn id="244" idx="3"/>
            <a:endCxn id="7" idx="1"/>
          </p:cNvCxnSpPr>
          <p:nvPr/>
        </p:nvCxnSpPr>
        <p:spPr>
          <a:xfrm>
            <a:off x="5612966" y="2715954"/>
            <a:ext cx="1866939" cy="0"/>
          </a:xfrm>
          <a:prstGeom prst="straightConnector1">
            <a:avLst/>
          </a:prstGeom>
          <a:noFill/>
          <a:ln w="6350" cap="flat" cmpd="sng" algn="ctr">
            <a:solidFill>
              <a:srgbClr val="000000"/>
            </a:solidFill>
            <a:prstDash val="solid"/>
            <a:headEnd type="none" w="med" len="sm"/>
            <a:tailEnd type="triangle" w="sm" len="sm"/>
          </a:ln>
          <a:effectLst/>
        </p:spPr>
      </p:cxnSp>
      <p:grpSp>
        <p:nvGrpSpPr>
          <p:cNvPr id="236" name="Group 235">
            <a:extLst>
              <a:ext uri="{FF2B5EF4-FFF2-40B4-BE49-F238E27FC236}">
                <a16:creationId xmlns:a16="http://schemas.microsoft.com/office/drawing/2014/main" id="{2E2B90A8-8D8B-E0C6-90BA-28945028F537}"/>
              </a:ext>
            </a:extLst>
          </p:cNvPr>
          <p:cNvGrpSpPr/>
          <p:nvPr/>
        </p:nvGrpSpPr>
        <p:grpSpPr>
          <a:xfrm>
            <a:off x="9747922" y="2423894"/>
            <a:ext cx="576449" cy="579245"/>
            <a:chOff x="9709459" y="1825670"/>
            <a:chExt cx="576449" cy="579245"/>
          </a:xfrm>
        </p:grpSpPr>
        <p:sp>
          <p:nvSpPr>
            <p:cNvPr id="240" name="Rectangle 239">
              <a:extLst>
                <a:ext uri="{FF2B5EF4-FFF2-40B4-BE49-F238E27FC236}">
                  <a16:creationId xmlns:a16="http://schemas.microsoft.com/office/drawing/2014/main" id="{F172A834-B932-1084-D215-E2364C1F6226}"/>
                </a:ext>
              </a:extLst>
            </p:cNvPr>
            <p:cNvSpPr/>
            <p:nvPr/>
          </p:nvSpPr>
          <p:spPr>
            <a:xfrm>
              <a:off x="9709459" y="1825670"/>
              <a:ext cx="576449" cy="579245"/>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 Market</a:t>
              </a:r>
            </a:p>
          </p:txBody>
        </p:sp>
        <p:pic>
          <p:nvPicPr>
            <p:cNvPr id="241" name="Picture 143" descr="Bank outline">
              <a:extLst>
                <a:ext uri="{FF2B5EF4-FFF2-40B4-BE49-F238E27FC236}">
                  <a16:creationId xmlns:a16="http://schemas.microsoft.com/office/drawing/2014/main" id="{D79370B4-0C99-A1B3-24A2-C7AED57EB79B}"/>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840799" y="1968002"/>
              <a:ext cx="323226" cy="292370"/>
            </a:xfrm>
            <a:prstGeom prst="rect">
              <a:avLst/>
            </a:prstGeom>
          </p:spPr>
        </p:pic>
      </p:grpSp>
      <p:grpSp>
        <p:nvGrpSpPr>
          <p:cNvPr id="243" name="Group 242">
            <a:extLst>
              <a:ext uri="{FF2B5EF4-FFF2-40B4-BE49-F238E27FC236}">
                <a16:creationId xmlns:a16="http://schemas.microsoft.com/office/drawing/2014/main" id="{F93A7419-D3DD-B64C-6706-12AC3F842CCD}"/>
              </a:ext>
            </a:extLst>
          </p:cNvPr>
          <p:cNvGrpSpPr/>
          <p:nvPr/>
        </p:nvGrpSpPr>
        <p:grpSpPr>
          <a:xfrm>
            <a:off x="4817477" y="2498647"/>
            <a:ext cx="795489" cy="434614"/>
            <a:chOff x="10299231" y="1754936"/>
            <a:chExt cx="795489" cy="434614"/>
          </a:xfrm>
        </p:grpSpPr>
        <p:sp>
          <p:nvSpPr>
            <p:cNvPr id="244" name="Rectangle 243">
              <a:extLst>
                <a:ext uri="{FF2B5EF4-FFF2-40B4-BE49-F238E27FC236}">
                  <a16:creationId xmlns:a16="http://schemas.microsoft.com/office/drawing/2014/main" id="{38E456F4-49D1-5395-4261-F4744F8D2DA5}"/>
                </a:ext>
              </a:extLst>
            </p:cNvPr>
            <p:cNvSpPr/>
            <p:nvPr/>
          </p:nvSpPr>
          <p:spPr bwMode="gray">
            <a:xfrm>
              <a:off x="10299231" y="1754936"/>
              <a:ext cx="795489" cy="434614"/>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245" name="Rectangle 244">
              <a:extLst>
                <a:ext uri="{FF2B5EF4-FFF2-40B4-BE49-F238E27FC236}">
                  <a16:creationId xmlns:a16="http://schemas.microsoft.com/office/drawing/2014/main" id="{27F00A02-13FE-B580-837C-2965DF910621}"/>
                </a:ext>
              </a:extLst>
            </p:cNvPr>
            <p:cNvSpPr/>
            <p:nvPr/>
          </p:nvSpPr>
          <p:spPr bwMode="gray">
            <a:xfrm>
              <a:off x="10512248" y="1776779"/>
              <a:ext cx="366606" cy="387163"/>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RPH Bos</a:t>
              </a:r>
            </a:p>
          </p:txBody>
        </p:sp>
        <p:sp>
          <p:nvSpPr>
            <p:cNvPr id="246" name="Rectangle 245">
              <a:extLst>
                <a:ext uri="{FF2B5EF4-FFF2-40B4-BE49-F238E27FC236}">
                  <a16:creationId xmlns:a16="http://schemas.microsoft.com/office/drawing/2014/main" id="{A33C444F-86DE-DB3E-02AE-313F38EE48D0}"/>
                </a:ext>
              </a:extLst>
            </p:cNvPr>
            <p:cNvSpPr/>
            <p:nvPr/>
          </p:nvSpPr>
          <p:spPr bwMode="gray">
            <a:xfrm>
              <a:off x="103189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sp>
          <p:nvSpPr>
            <p:cNvPr id="247" name="Rectangle 246">
              <a:extLst>
                <a:ext uri="{FF2B5EF4-FFF2-40B4-BE49-F238E27FC236}">
                  <a16:creationId xmlns:a16="http://schemas.microsoft.com/office/drawing/2014/main" id="{4CCD51A5-0F59-0D84-5146-98F086F4BEA8}"/>
                </a:ext>
              </a:extLst>
            </p:cNvPr>
            <p:cNvSpPr/>
            <p:nvPr/>
          </p:nvSpPr>
          <p:spPr bwMode="gray">
            <a:xfrm>
              <a:off x="109031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grpSp>
      <p:cxnSp>
        <p:nvCxnSpPr>
          <p:cNvPr id="267" name="Straight Arrow Connector 137">
            <a:extLst>
              <a:ext uri="{FF2B5EF4-FFF2-40B4-BE49-F238E27FC236}">
                <a16:creationId xmlns:a16="http://schemas.microsoft.com/office/drawing/2014/main" id="{1DB84970-95B2-8BFA-7487-92DD6E19DE5A}"/>
              </a:ext>
            </a:extLst>
          </p:cNvPr>
          <p:cNvCxnSpPr>
            <a:cxnSpLocks/>
            <a:stCxn id="244" idx="2"/>
            <a:endCxn id="268" idx="0"/>
          </p:cNvCxnSpPr>
          <p:nvPr/>
        </p:nvCxnSpPr>
        <p:spPr>
          <a:xfrm flipH="1">
            <a:off x="5212660" y="2933261"/>
            <a:ext cx="2562" cy="638952"/>
          </a:xfrm>
          <a:prstGeom prst="straightConnector1">
            <a:avLst/>
          </a:prstGeom>
          <a:noFill/>
          <a:ln w="6350" cap="flat" cmpd="sng" algn="ctr">
            <a:solidFill>
              <a:srgbClr val="000000"/>
            </a:solidFill>
            <a:prstDash val="solid"/>
            <a:headEnd w="med" len="sm"/>
            <a:tailEnd type="triangle" w="sm" len="sm"/>
          </a:ln>
          <a:effectLst/>
        </p:spPr>
      </p:cxnSp>
      <p:sp>
        <p:nvSpPr>
          <p:cNvPr id="268" name="Rectangle 267">
            <a:extLst>
              <a:ext uri="{FF2B5EF4-FFF2-40B4-BE49-F238E27FC236}">
                <a16:creationId xmlns:a16="http://schemas.microsoft.com/office/drawing/2014/main" id="{B3DCC29F-01C6-78C8-BC89-E47B17076908}"/>
              </a:ext>
            </a:extLst>
          </p:cNvPr>
          <p:cNvSpPr/>
          <p:nvPr/>
        </p:nvSpPr>
        <p:spPr bwMode="gray">
          <a:xfrm>
            <a:off x="4951811" y="3572213"/>
            <a:ext cx="521697"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 Bos</a:t>
            </a:r>
          </a:p>
        </p:txBody>
      </p:sp>
      <p:sp>
        <p:nvSpPr>
          <p:cNvPr id="270" name="TextBox 269">
            <a:extLst>
              <a:ext uri="{FF2B5EF4-FFF2-40B4-BE49-F238E27FC236}">
                <a16:creationId xmlns:a16="http://schemas.microsoft.com/office/drawing/2014/main" id="{7567C678-04A4-D564-D8C2-20639A5D901A}"/>
              </a:ext>
            </a:extLst>
          </p:cNvPr>
          <p:cNvSpPr txBox="1"/>
          <p:nvPr/>
        </p:nvSpPr>
        <p:spPr>
          <a:xfrm>
            <a:off x="8636019" y="2471846"/>
            <a:ext cx="795489" cy="276999"/>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600" dirty="0">
                <a:solidFill>
                  <a:srgbClr val="020B5B"/>
                </a:solidFill>
                <a:latin typeface="Arial"/>
              </a:rPr>
              <a:t>Market </a:t>
            </a:r>
            <a:r>
              <a:rPr kumimoji="0" lang="en-US" sz="600" b="0" i="0" u="none" strike="noStrike" kern="1200" cap="none" spc="0" normalizeH="0" baseline="0" noProof="0" dirty="0">
                <a:ln>
                  <a:noFill/>
                </a:ln>
                <a:solidFill>
                  <a:srgbClr val="020B5B"/>
                </a:solidFill>
                <a:effectLst/>
                <a:uLnTx/>
                <a:uFillTx/>
                <a:latin typeface="Arial"/>
                <a:ea typeface="+mn-ea"/>
                <a:cs typeface="+mn-cs"/>
              </a:rPr>
              <a:t>Payment</a:t>
            </a:r>
          </a:p>
        </p:txBody>
      </p:sp>
      <p:sp>
        <p:nvSpPr>
          <p:cNvPr id="275" name="TextBox 274">
            <a:extLst>
              <a:ext uri="{FF2B5EF4-FFF2-40B4-BE49-F238E27FC236}">
                <a16:creationId xmlns:a16="http://schemas.microsoft.com/office/drawing/2014/main" id="{8B0F03F2-CAA8-55DC-308B-C78438696CFC}"/>
              </a:ext>
            </a:extLst>
          </p:cNvPr>
          <p:cNvSpPr txBox="1"/>
          <p:nvPr/>
        </p:nvSpPr>
        <p:spPr>
          <a:xfrm>
            <a:off x="3647728" y="4227877"/>
            <a:ext cx="2736305" cy="1497846"/>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200"/>
              </a:spcAft>
              <a:buClrTx/>
              <a:buSzPct val="100000"/>
              <a:buFontTx/>
              <a:buNone/>
              <a:tabLst/>
              <a:defRPr/>
            </a:pPr>
            <a:r>
              <a:rPr kumimoji="0" lang="en-US" sz="700" b="1" i="1" u="sng" strike="noStrike" kern="1200" cap="none" spc="0" normalizeH="0" baseline="0" noProof="0" dirty="0">
                <a:ln>
                  <a:noFill/>
                </a:ln>
                <a:solidFill>
                  <a:srgbClr val="020B5B"/>
                </a:solidFill>
                <a:effectLst/>
                <a:uLnTx/>
                <a:uFillTx/>
                <a:latin typeface="Arial"/>
                <a:ea typeface="+mn-ea"/>
                <a:cs typeface="+mn-cs"/>
              </a:rPr>
              <a:t>Client Branch Processing (RPH Boston)</a:t>
            </a:r>
            <a:r>
              <a:rPr kumimoji="0" lang="en-US" sz="700" b="1" i="1" u="none" strike="noStrike" kern="1200" cap="none" spc="0" normalizeH="0" baseline="0" noProof="0" dirty="0">
                <a:ln>
                  <a:noFill/>
                </a:ln>
                <a:solidFill>
                  <a:srgbClr val="020B5B"/>
                </a:solidFill>
                <a:effectLst/>
                <a:uLnTx/>
                <a:uFillTx/>
                <a:latin typeface="Arial"/>
                <a:ea typeface="+mn-ea"/>
                <a:cs typeface="+mn-cs"/>
              </a:rPr>
              <a:t>:</a:t>
            </a:r>
          </a:p>
          <a:p>
            <a:pPr lvl="0">
              <a:spcAft>
                <a:spcPts val="200"/>
              </a:spcAft>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When RPH Boston determines outbound payment is via CHIPS (i.e., cleared through the NY Bank), RPH generates and routes a</a:t>
            </a:r>
            <a:r>
              <a:rPr lang="en-US" sz="700" i="1" dirty="0">
                <a:solidFill>
                  <a:srgbClr val="020B5B"/>
                </a:solidFill>
                <a:latin typeface="Arial"/>
              </a:rPr>
              <a:t> </a:t>
            </a:r>
            <a:r>
              <a:rPr kumimoji="0" lang="en-US" sz="700" b="0" i="1" u="none" strike="noStrike" kern="1200" cap="none" spc="0" normalizeH="0" baseline="0" noProof="0" dirty="0">
                <a:ln>
                  <a:noFill/>
                </a:ln>
                <a:solidFill>
                  <a:srgbClr val="020B5B"/>
                </a:solidFill>
                <a:effectLst/>
                <a:uLnTx/>
                <a:uFillTx/>
                <a:latin typeface="Arial"/>
                <a:ea typeface="+mn-ea"/>
                <a:cs typeface="+mn-cs"/>
              </a:rPr>
              <a:t>banking posting via Gateway to Transact Boston between the client DDA (with credit / risk check) and intercompany nostro</a:t>
            </a:r>
            <a:r>
              <a:rPr lang="en-US" sz="700" i="1" dirty="0">
                <a:solidFill>
                  <a:srgbClr val="020B5B"/>
                </a:solidFill>
                <a:latin typeface="Arial"/>
              </a:rPr>
              <a:t>.  </a:t>
            </a:r>
          </a:p>
          <a:p>
            <a:pPr>
              <a:spcBef>
                <a:spcPts val="300"/>
              </a:spcBef>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RPH Boston routes the payment instruction to RPH NY for market-side processing. </a:t>
            </a:r>
            <a:r>
              <a:rPr lang="en-US" sz="700" i="1" dirty="0">
                <a:solidFill>
                  <a:srgbClr val="020B5B"/>
                </a:solidFill>
                <a:latin typeface="Arial"/>
              </a:rPr>
              <a:t>If payment is formatted to pay via the Cover Method (Advice + Cover), then a pacs.008 advice message must be generated and sent to the Creditor Agent, in addition to the pacs.009 cover payment for clearing and settlement.</a:t>
            </a:r>
          </a:p>
          <a:p>
            <a:pPr marL="0" marR="0" lvl="0" indent="0" algn="l" defTabSz="914400" rtl="0" eaLnBrk="1" fontAlgn="auto" latinLnBrk="0" hangingPunct="1">
              <a:lnSpc>
                <a:spcPct val="100000"/>
              </a:lnSpc>
              <a:spcBef>
                <a:spcPts val="300"/>
              </a:spcBef>
              <a:spcAft>
                <a:spcPts val="0"/>
              </a:spcAft>
              <a:buClrTx/>
              <a:buSzPct val="100000"/>
              <a:buFontTx/>
              <a:buNone/>
              <a:tabLst/>
              <a:defRPr/>
            </a:pP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p:txBody>
      </p:sp>
      <p:cxnSp>
        <p:nvCxnSpPr>
          <p:cNvPr id="298" name="Straight Arrow Connector 137">
            <a:extLst>
              <a:ext uri="{FF2B5EF4-FFF2-40B4-BE49-F238E27FC236}">
                <a16:creationId xmlns:a16="http://schemas.microsoft.com/office/drawing/2014/main" id="{0819D24F-FEB0-910B-D78F-C3BA2E5D35ED}"/>
              </a:ext>
            </a:extLst>
          </p:cNvPr>
          <p:cNvCxnSpPr>
            <a:cxnSpLocks/>
          </p:cNvCxnSpPr>
          <p:nvPr/>
        </p:nvCxnSpPr>
        <p:spPr>
          <a:xfrm flipV="1">
            <a:off x="4582160" y="3003139"/>
            <a:ext cx="369651" cy="1206266"/>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299" name="TextBox 298">
            <a:extLst>
              <a:ext uri="{FF2B5EF4-FFF2-40B4-BE49-F238E27FC236}">
                <a16:creationId xmlns:a16="http://schemas.microsoft.com/office/drawing/2014/main" id="{3064B149-8624-A1E6-38FC-12FCCE0B003A}"/>
              </a:ext>
            </a:extLst>
          </p:cNvPr>
          <p:cNvSpPr txBox="1"/>
          <p:nvPr/>
        </p:nvSpPr>
        <p:spPr>
          <a:xfrm>
            <a:off x="5327761" y="2978763"/>
            <a:ext cx="101817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RPH Bos via GWH:</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Process payment and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post to Transact Bos</a:t>
            </a:r>
          </a:p>
        </p:txBody>
      </p:sp>
      <p:sp>
        <p:nvSpPr>
          <p:cNvPr id="300" name="TextBox 299">
            <a:extLst>
              <a:ext uri="{FF2B5EF4-FFF2-40B4-BE49-F238E27FC236}">
                <a16:creationId xmlns:a16="http://schemas.microsoft.com/office/drawing/2014/main" id="{917ABE23-CE8C-62AA-1CAC-5BC48CEAD9A5}"/>
              </a:ext>
            </a:extLst>
          </p:cNvPr>
          <p:cNvSpPr txBox="1"/>
          <p:nvPr/>
        </p:nvSpPr>
        <p:spPr>
          <a:xfrm>
            <a:off x="5553313" y="3506067"/>
            <a:ext cx="129700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Bos accounting: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Client DDA (12345678)</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Interco Nostro (Bos/NY)</a:t>
            </a:r>
          </a:p>
        </p:txBody>
      </p:sp>
      <p:grpSp>
        <p:nvGrpSpPr>
          <p:cNvPr id="6" name="Group 5">
            <a:extLst>
              <a:ext uri="{FF2B5EF4-FFF2-40B4-BE49-F238E27FC236}">
                <a16:creationId xmlns:a16="http://schemas.microsoft.com/office/drawing/2014/main" id="{90CADCCC-F5EF-5B5A-C508-B7B4A3CB2DA7}"/>
              </a:ext>
            </a:extLst>
          </p:cNvPr>
          <p:cNvGrpSpPr/>
          <p:nvPr/>
        </p:nvGrpSpPr>
        <p:grpSpPr>
          <a:xfrm>
            <a:off x="7479905" y="2498647"/>
            <a:ext cx="795489" cy="434614"/>
            <a:chOff x="10299231" y="1754936"/>
            <a:chExt cx="795489" cy="434614"/>
          </a:xfrm>
        </p:grpSpPr>
        <p:sp>
          <p:nvSpPr>
            <p:cNvPr id="7" name="Rectangle 6">
              <a:extLst>
                <a:ext uri="{FF2B5EF4-FFF2-40B4-BE49-F238E27FC236}">
                  <a16:creationId xmlns:a16="http://schemas.microsoft.com/office/drawing/2014/main" id="{5E89F558-2062-9329-BECF-6EC96E0CB23A}"/>
                </a:ext>
              </a:extLst>
            </p:cNvPr>
            <p:cNvSpPr/>
            <p:nvPr/>
          </p:nvSpPr>
          <p:spPr bwMode="gray">
            <a:xfrm>
              <a:off x="10299231" y="1754936"/>
              <a:ext cx="795489" cy="434614"/>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8" name="Rectangle 7">
              <a:extLst>
                <a:ext uri="{FF2B5EF4-FFF2-40B4-BE49-F238E27FC236}">
                  <a16:creationId xmlns:a16="http://schemas.microsoft.com/office/drawing/2014/main" id="{F01D83FD-4D09-7025-7DB3-BE78DA73908F}"/>
                </a:ext>
              </a:extLst>
            </p:cNvPr>
            <p:cNvSpPr/>
            <p:nvPr/>
          </p:nvSpPr>
          <p:spPr bwMode="gray">
            <a:xfrm>
              <a:off x="10512248" y="1776779"/>
              <a:ext cx="366606" cy="387163"/>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RPH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NY</a:t>
              </a:r>
            </a:p>
          </p:txBody>
        </p:sp>
        <p:sp>
          <p:nvSpPr>
            <p:cNvPr id="9" name="Rectangle 8">
              <a:extLst>
                <a:ext uri="{FF2B5EF4-FFF2-40B4-BE49-F238E27FC236}">
                  <a16:creationId xmlns:a16="http://schemas.microsoft.com/office/drawing/2014/main" id="{B25AD4C1-097C-AD8A-97F6-3B262EA93A0C}"/>
                </a:ext>
              </a:extLst>
            </p:cNvPr>
            <p:cNvSpPr/>
            <p:nvPr/>
          </p:nvSpPr>
          <p:spPr bwMode="gray">
            <a:xfrm>
              <a:off x="103189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sp>
          <p:nvSpPr>
            <p:cNvPr id="10" name="Rectangle 9">
              <a:extLst>
                <a:ext uri="{FF2B5EF4-FFF2-40B4-BE49-F238E27FC236}">
                  <a16:creationId xmlns:a16="http://schemas.microsoft.com/office/drawing/2014/main" id="{CDD31FB6-BB37-E4C1-BF69-5E317C735091}"/>
                </a:ext>
              </a:extLst>
            </p:cNvPr>
            <p:cNvSpPr/>
            <p:nvPr/>
          </p:nvSpPr>
          <p:spPr bwMode="gray">
            <a:xfrm>
              <a:off x="109031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grpSp>
      <p:cxnSp>
        <p:nvCxnSpPr>
          <p:cNvPr id="11" name="Straight Arrow Connector 137">
            <a:extLst>
              <a:ext uri="{FF2B5EF4-FFF2-40B4-BE49-F238E27FC236}">
                <a16:creationId xmlns:a16="http://schemas.microsoft.com/office/drawing/2014/main" id="{0E5A4A63-60A4-73FF-4873-4C193B4B426C}"/>
              </a:ext>
            </a:extLst>
          </p:cNvPr>
          <p:cNvCxnSpPr>
            <a:cxnSpLocks/>
            <a:stCxn id="8" idx="2"/>
            <a:endCxn id="12" idx="0"/>
          </p:cNvCxnSpPr>
          <p:nvPr/>
        </p:nvCxnSpPr>
        <p:spPr>
          <a:xfrm flipH="1">
            <a:off x="7875088" y="2907653"/>
            <a:ext cx="1137" cy="664560"/>
          </a:xfrm>
          <a:prstGeom prst="straightConnector1">
            <a:avLst/>
          </a:prstGeom>
          <a:noFill/>
          <a:ln w="6350" cap="flat" cmpd="sng" algn="ctr">
            <a:solidFill>
              <a:srgbClr val="000000"/>
            </a:solidFill>
            <a:prstDash val="solid"/>
            <a:headEnd w="med" len="sm"/>
            <a:tailEnd type="triangle" w="sm" len="sm"/>
          </a:ln>
          <a:effectLst/>
        </p:spPr>
      </p:cxnSp>
      <p:sp>
        <p:nvSpPr>
          <p:cNvPr id="12" name="Rectangle 11">
            <a:extLst>
              <a:ext uri="{FF2B5EF4-FFF2-40B4-BE49-F238E27FC236}">
                <a16:creationId xmlns:a16="http://schemas.microsoft.com/office/drawing/2014/main" id="{42F75E92-FDD2-E5FC-EF6B-8338DB1BD507}"/>
              </a:ext>
            </a:extLst>
          </p:cNvPr>
          <p:cNvSpPr/>
          <p:nvPr/>
        </p:nvSpPr>
        <p:spPr bwMode="gray">
          <a:xfrm>
            <a:off x="7614239" y="3572213"/>
            <a:ext cx="521697"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NY</a:t>
            </a:r>
          </a:p>
        </p:txBody>
      </p:sp>
      <p:sp>
        <p:nvSpPr>
          <p:cNvPr id="13" name="TextBox 12">
            <a:extLst>
              <a:ext uri="{FF2B5EF4-FFF2-40B4-BE49-F238E27FC236}">
                <a16:creationId xmlns:a16="http://schemas.microsoft.com/office/drawing/2014/main" id="{615AC664-C55F-57E3-52CC-D79EE3A5BB9F}"/>
              </a:ext>
            </a:extLst>
          </p:cNvPr>
          <p:cNvSpPr txBox="1"/>
          <p:nvPr/>
        </p:nvSpPr>
        <p:spPr>
          <a:xfrm>
            <a:off x="7990189" y="2971143"/>
            <a:ext cx="101817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RPH NY via GWH:</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Process payment and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post to Transact NY</a:t>
            </a:r>
          </a:p>
        </p:txBody>
      </p:sp>
      <p:sp>
        <p:nvSpPr>
          <p:cNvPr id="14" name="TextBox 13">
            <a:extLst>
              <a:ext uri="{FF2B5EF4-FFF2-40B4-BE49-F238E27FC236}">
                <a16:creationId xmlns:a16="http://schemas.microsoft.com/office/drawing/2014/main" id="{D7ED2B85-EDFF-FFEC-86C9-890842E95035}"/>
              </a:ext>
            </a:extLst>
          </p:cNvPr>
          <p:cNvSpPr txBox="1"/>
          <p:nvPr/>
        </p:nvSpPr>
        <p:spPr>
          <a:xfrm>
            <a:off x="8238601" y="3506067"/>
            <a:ext cx="129700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NY accounting: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Interco Vostro (Bos/NY)</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USD Nostro (CHIPS)</a:t>
            </a:r>
          </a:p>
        </p:txBody>
      </p:sp>
      <p:cxnSp>
        <p:nvCxnSpPr>
          <p:cNvPr id="16" name="Straight Arrow Connector 137">
            <a:extLst>
              <a:ext uri="{FF2B5EF4-FFF2-40B4-BE49-F238E27FC236}">
                <a16:creationId xmlns:a16="http://schemas.microsoft.com/office/drawing/2014/main" id="{463A26CE-725F-CF1F-8610-A5AE797FC5C1}"/>
              </a:ext>
            </a:extLst>
          </p:cNvPr>
          <p:cNvCxnSpPr>
            <a:cxnSpLocks/>
            <a:stCxn id="7" idx="3"/>
            <a:endCxn id="240" idx="1"/>
          </p:cNvCxnSpPr>
          <p:nvPr/>
        </p:nvCxnSpPr>
        <p:spPr>
          <a:xfrm flipV="1">
            <a:off x="8275394" y="2713517"/>
            <a:ext cx="1472528" cy="2437"/>
          </a:xfrm>
          <a:prstGeom prst="straightConnector1">
            <a:avLst/>
          </a:prstGeom>
          <a:noFill/>
          <a:ln w="6350" cap="flat" cmpd="sng" algn="ctr">
            <a:solidFill>
              <a:srgbClr val="000000"/>
            </a:solidFill>
            <a:prstDash val="solid"/>
            <a:headEnd type="none" w="med" len="sm"/>
            <a:tailEnd type="triangle" w="sm" len="sm"/>
          </a:ln>
          <a:effectLst/>
        </p:spPr>
      </p:cxnSp>
      <p:cxnSp>
        <p:nvCxnSpPr>
          <p:cNvPr id="24" name="Straight Arrow Connector 137">
            <a:extLst>
              <a:ext uri="{FF2B5EF4-FFF2-40B4-BE49-F238E27FC236}">
                <a16:creationId xmlns:a16="http://schemas.microsoft.com/office/drawing/2014/main" id="{0D06FBAE-BE0A-3F24-5902-52708EE6F37C}"/>
              </a:ext>
            </a:extLst>
          </p:cNvPr>
          <p:cNvCxnSpPr>
            <a:cxnSpLocks/>
          </p:cNvCxnSpPr>
          <p:nvPr/>
        </p:nvCxnSpPr>
        <p:spPr>
          <a:xfrm flipV="1">
            <a:off x="7240191" y="3003139"/>
            <a:ext cx="334089" cy="1224738"/>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5" name="Title 1">
            <a:extLst>
              <a:ext uri="{FF2B5EF4-FFF2-40B4-BE49-F238E27FC236}">
                <a16:creationId xmlns:a16="http://schemas.microsoft.com/office/drawing/2014/main" id="{11601889-373F-3621-274A-A27917B91813}"/>
              </a:ext>
            </a:extLst>
          </p:cNvPr>
          <p:cNvSpPr>
            <a:spLocks noGrp="1"/>
          </p:cNvSpPr>
          <p:nvPr>
            <p:ph type="title"/>
          </p:nvPr>
        </p:nvSpPr>
        <p:spPr>
          <a:xfrm>
            <a:off x="504825" y="310896"/>
            <a:ext cx="10237156" cy="403247"/>
          </a:xfrm>
        </p:spPr>
        <p:txBody>
          <a:bodyPr/>
          <a:lstStyle/>
          <a:p>
            <a:r>
              <a:rPr lang="en-US" sz="2000" dirty="0">
                <a:cs typeface="Arial" panose="020B0604020202020204" pitchFamily="34" charset="0"/>
              </a:rPr>
              <a:t>US RTPS (RPH) Integration with Transact Boston and NY – Target State Intercompany Approach 1</a:t>
            </a:r>
          </a:p>
        </p:txBody>
      </p:sp>
      <p:sp>
        <p:nvSpPr>
          <p:cNvPr id="3" name="Text Placeholder 7">
            <a:extLst>
              <a:ext uri="{FF2B5EF4-FFF2-40B4-BE49-F238E27FC236}">
                <a16:creationId xmlns:a16="http://schemas.microsoft.com/office/drawing/2014/main" id="{555AFC93-EA68-3127-C20F-9A63AB42312A}"/>
              </a:ext>
            </a:extLst>
          </p:cNvPr>
          <p:cNvSpPr txBox="1">
            <a:spLocks/>
          </p:cNvSpPr>
          <p:nvPr/>
        </p:nvSpPr>
        <p:spPr bwMode="gray">
          <a:xfrm>
            <a:off x="520209" y="699435"/>
            <a:ext cx="10290955" cy="215444"/>
          </a:xfrm>
          <a:prstGeom prst="rect">
            <a:avLst/>
          </a:prstGeom>
        </p:spPr>
        <p:txBody>
          <a:bodyPr vert="horz" wrap="square" lIns="0" tIns="0" rIns="0" bIns="0" rtlCol="0">
            <a:spAutoFit/>
          </a:bodyPr>
          <a:lstStyle>
            <a:lvl1pPr marL="0" indent="0" algn="l" defTabSz="914400" rtl="0" eaLnBrk="1" latinLnBrk="0" hangingPunct="1">
              <a:spcBef>
                <a:spcPts val="1200"/>
              </a:spcBef>
              <a:buSzPct val="100000"/>
              <a:buFont typeface="Arial" panose="020B0604020202020204" pitchFamily="34" charset="0"/>
              <a:buNone/>
              <a:defRPr sz="1800" b="0" kern="1200">
                <a:solidFill>
                  <a:schemeClr val="bg2"/>
                </a:solidFill>
                <a:latin typeface="+mn-lt"/>
                <a:ea typeface="+mn-ea"/>
                <a:cs typeface="+mn-cs"/>
              </a:defRPr>
            </a:lvl1pPr>
            <a:lvl2pPr marL="125413" indent="-125413" algn="l" defTabSz="914400" rtl="0" eaLnBrk="1" latinLnBrk="0" hangingPunct="1">
              <a:spcBef>
                <a:spcPts val="600"/>
              </a:spcBef>
              <a:buClrTx/>
              <a:buSzPct val="100000"/>
              <a:buFont typeface="Arial"/>
              <a:buChar char="•"/>
              <a:defRPr lang="en-US" sz="1800" kern="1200" dirty="0" smtClean="0">
                <a:solidFill>
                  <a:schemeClr val="tx1"/>
                </a:solidFill>
                <a:latin typeface="+mn-lt"/>
                <a:ea typeface="+mn-ea"/>
                <a:cs typeface="+mn-cs"/>
              </a:defRPr>
            </a:lvl2pPr>
            <a:lvl3pPr marL="277813" indent="-123825" algn="l" defTabSz="914400" rtl="0" eaLnBrk="1" latinLnBrk="0" hangingPunct="1">
              <a:spcBef>
                <a:spcPts val="600"/>
              </a:spcBef>
              <a:buClrTx/>
              <a:buSzPct val="100000"/>
              <a:buFont typeface="Arial"/>
              <a:buChar char="−"/>
              <a:defRPr lang="en-US" sz="1600" kern="1200" dirty="0" smtClean="0">
                <a:solidFill>
                  <a:schemeClr val="tx1"/>
                </a:solidFill>
                <a:latin typeface="+mn-lt"/>
                <a:ea typeface="+mn-ea"/>
                <a:cs typeface="+mn-cs"/>
              </a:defRPr>
            </a:lvl3pPr>
            <a:lvl4pPr marL="427038" indent="-123825" algn="l" defTabSz="914400" rtl="0" eaLnBrk="1" latinLnBrk="0" hangingPunct="1">
              <a:spcBef>
                <a:spcPts val="600"/>
              </a:spcBef>
              <a:buClrTx/>
              <a:buSzPct val="100000"/>
              <a:buFont typeface="Arial" panose="020B0604020202020204" pitchFamily="34" charset="0"/>
              <a:buChar char="•"/>
              <a:defRPr lang="en-US" sz="1400" kern="1200" baseline="0" dirty="0" smtClean="0">
                <a:solidFill>
                  <a:schemeClr val="tx1"/>
                </a:solidFill>
                <a:latin typeface="+mn-lt"/>
                <a:ea typeface="+mn-ea"/>
                <a:cs typeface="+mn-cs"/>
              </a:defRPr>
            </a:lvl4pPr>
            <a:lvl5pPr marL="582613" indent="-127000" algn="l" defTabSz="798513" rtl="0" eaLnBrk="1" latinLnBrk="0" hangingPunct="1">
              <a:spcBef>
                <a:spcPts val="600"/>
              </a:spcBef>
              <a:buClrTx/>
              <a:buSzPct val="100000"/>
              <a:buFont typeface="Arial"/>
              <a:buChar char="−"/>
              <a:tabLst/>
              <a:defRPr lang="en-US" sz="1200" kern="1200" baseline="0" dirty="0" smtClean="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400" b="0" i="0" u="none" strike="noStrike" kern="1200" cap="none" spc="0" normalizeH="0" baseline="0" noProof="0" dirty="0">
                <a:ln>
                  <a:noFill/>
                </a:ln>
                <a:solidFill>
                  <a:srgbClr val="001AFF"/>
                </a:solidFill>
                <a:effectLst/>
                <a:uLnTx/>
                <a:uFillTx/>
                <a:latin typeface="Lab Antiqua Small Condensed"/>
                <a:ea typeface="+mn-ea"/>
                <a:cs typeface="Arial"/>
              </a:rPr>
              <a:t>For SSBT client DDAs on Transact Boston (USD), cash reference data will no longer reflect IBS as the processing system (now Transact)</a:t>
            </a:r>
          </a:p>
        </p:txBody>
      </p:sp>
      <p:sp>
        <p:nvSpPr>
          <p:cNvPr id="4" name="TextBox 3">
            <a:extLst>
              <a:ext uri="{FF2B5EF4-FFF2-40B4-BE49-F238E27FC236}">
                <a16:creationId xmlns:a16="http://schemas.microsoft.com/office/drawing/2014/main" id="{BCDA4C10-6AEC-93B2-F6C1-88602A9993C3}"/>
              </a:ext>
            </a:extLst>
          </p:cNvPr>
          <p:cNvSpPr txBox="1"/>
          <p:nvPr/>
        </p:nvSpPr>
        <p:spPr>
          <a:xfrm>
            <a:off x="574535" y="1074045"/>
            <a:ext cx="5953513" cy="1018227"/>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en-US" sz="750" b="1" i="0" u="sng" strike="noStrike" kern="1200" cap="none" spc="0" normalizeH="0" baseline="0" noProof="0" dirty="0">
                <a:ln>
                  <a:noFill/>
                </a:ln>
                <a:solidFill>
                  <a:srgbClr val="020B5B"/>
                </a:solidFill>
                <a:effectLst/>
                <a:uLnTx/>
                <a:uFillTx/>
                <a:latin typeface="Arial"/>
                <a:ea typeface="+mn-ea"/>
                <a:cs typeface="+mn-cs"/>
              </a:rPr>
              <a:t>Option </a:t>
            </a:r>
            <a:r>
              <a:rPr lang="en-US" sz="750" b="1" u="sng" dirty="0">
                <a:solidFill>
                  <a:srgbClr val="020B5B"/>
                </a:solidFill>
                <a:latin typeface="Arial"/>
              </a:rPr>
              <a:t>1 for NY Branch Payments</a:t>
            </a:r>
            <a:r>
              <a:rPr kumimoji="0" lang="en-US" sz="750" b="1" i="0" u="none" strike="noStrike" kern="1200" cap="none" spc="0" normalizeH="0" baseline="0" noProof="0" dirty="0">
                <a:ln>
                  <a:noFill/>
                </a:ln>
                <a:solidFill>
                  <a:srgbClr val="020B5B"/>
                </a:solidFill>
                <a:effectLst/>
                <a:uLnTx/>
                <a:uFillTx/>
                <a:latin typeface="Arial"/>
                <a:ea typeface="+mn-ea"/>
                <a:cs typeface="+mn-cs"/>
              </a:rPr>
              <a:t>:  </a:t>
            </a:r>
            <a:r>
              <a:rPr kumimoji="0" lang="en-US" sz="750" i="0" u="none" strike="noStrike" kern="1200" cap="none" spc="0" normalizeH="0" baseline="0" noProof="0" dirty="0">
                <a:ln>
                  <a:noFill/>
                </a:ln>
                <a:solidFill>
                  <a:srgbClr val="020B5B"/>
                </a:solidFill>
                <a:effectLst/>
                <a:uLnTx/>
                <a:uFillTx/>
                <a:latin typeface="Arial"/>
                <a:ea typeface="+mn-ea"/>
                <a:cs typeface="+mn-cs"/>
              </a:rPr>
              <a:t>For clients with USD DDA on Transact Boston, USD payment instructions are first routed via Gateway to RPH Boston</a:t>
            </a:r>
            <a:r>
              <a:rPr lang="en-US" sz="750" dirty="0">
                <a:solidFill>
                  <a:srgbClr val="020B5B"/>
                </a:solidFill>
                <a:latin typeface="Arial"/>
              </a:rPr>
              <a:t> </a:t>
            </a:r>
            <a:r>
              <a:rPr kumimoji="0" lang="en-US" sz="750" i="0" u="none" strike="noStrike" kern="1200" cap="none" spc="0" normalizeH="0" baseline="0" noProof="0" dirty="0">
                <a:ln>
                  <a:noFill/>
                </a:ln>
                <a:solidFill>
                  <a:srgbClr val="020B5B"/>
                </a:solidFill>
                <a:effectLst/>
                <a:uLnTx/>
                <a:uFillTx/>
                <a:latin typeface="Arial"/>
                <a:ea typeface="+mn-ea"/>
                <a:cs typeface="+mn-cs"/>
              </a:rPr>
              <a:t>as the client payment branch. </a:t>
            </a:r>
          </a:p>
          <a:p>
            <a:pPr marL="171450" marR="0" lvl="0" indent="-171450" algn="l" defTabSz="914400"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lang="en-US" sz="750" dirty="0">
                <a:solidFill>
                  <a:srgbClr val="020B5B"/>
                </a:solidFill>
                <a:latin typeface="Arial"/>
              </a:rPr>
              <a:t>Payments formatted for Fedwire are processed directly from RPH Boston out to the Fed and posted to the client DDA on Transact Boston (not detailed in diagram below).</a:t>
            </a:r>
          </a:p>
          <a:p>
            <a:pPr marL="171450" lvl="0" indent="-171450">
              <a:spcAft>
                <a:spcPts val="100"/>
              </a:spcAft>
              <a:buSzPct val="100000"/>
              <a:buFont typeface="Arial" panose="020B0604020202020204" pitchFamily="34" charset="0"/>
              <a:buChar char="•"/>
              <a:defRPr/>
            </a:pPr>
            <a:r>
              <a:rPr kumimoji="0" lang="en-US" sz="750" i="0" u="none" strike="noStrike" kern="1200" cap="none" spc="0" normalizeH="0" baseline="0" noProof="0" dirty="0">
                <a:ln>
                  <a:noFill/>
                </a:ln>
                <a:solidFill>
                  <a:srgbClr val="020B5B"/>
                </a:solidFill>
                <a:effectLst/>
                <a:uLnTx/>
                <a:uFillTx/>
                <a:latin typeface="Arial"/>
                <a:ea typeface="+mn-ea"/>
                <a:cs typeface="+mn-cs"/>
              </a:rPr>
              <a:t>For payments formatted for</a:t>
            </a:r>
            <a:r>
              <a:rPr lang="en-US" sz="750" dirty="0">
                <a:solidFill>
                  <a:srgbClr val="020B5B"/>
                </a:solidFill>
                <a:latin typeface="Arial"/>
              </a:rPr>
              <a:t> </a:t>
            </a:r>
            <a:r>
              <a:rPr kumimoji="0" lang="en-US" sz="750" i="0" u="none" strike="noStrike" kern="1200" cap="none" spc="0" normalizeH="0" baseline="0" noProof="0" dirty="0">
                <a:ln>
                  <a:noFill/>
                </a:ln>
                <a:solidFill>
                  <a:srgbClr val="020B5B"/>
                </a:solidFill>
                <a:effectLst/>
                <a:uLnTx/>
                <a:uFillTx/>
                <a:latin typeface="Arial"/>
                <a:ea typeface="+mn-ea"/>
                <a:cs typeface="+mn-cs"/>
              </a:rPr>
              <a:t>CHIPS settlement, </a:t>
            </a:r>
            <a:r>
              <a:rPr lang="en-US" sz="750" dirty="0">
                <a:solidFill>
                  <a:srgbClr val="020B5B"/>
                </a:solidFill>
                <a:latin typeface="Arial"/>
              </a:rPr>
              <a:t>after posting to Transact Boston against the client DDA and intercompany nostro, RPH Boston forwards intercompany payment instruction to the RPH NY for processing outbound to CHIPS.  RPH NY drives banking posting via Gateway to Transact NY against the intercompany vostro and CHIPS nostro.</a:t>
            </a:r>
            <a:endParaRPr kumimoji="0" lang="en-US" sz="750" i="0" u="none" strike="noStrike" kern="1200" cap="none" spc="0" normalizeH="0" baseline="0" noProof="0" dirty="0">
              <a:ln>
                <a:noFill/>
              </a:ln>
              <a:solidFill>
                <a:srgbClr val="020B5B"/>
              </a:solidFill>
              <a:effectLst/>
              <a:uLnTx/>
              <a:uFillTx/>
              <a:latin typeface="Arial"/>
              <a:ea typeface="+mn-ea"/>
              <a:cs typeface="+mn-cs"/>
            </a:endParaRPr>
          </a:p>
        </p:txBody>
      </p:sp>
      <p:sp>
        <p:nvSpPr>
          <p:cNvPr id="31" name="TextBox 30">
            <a:extLst>
              <a:ext uri="{FF2B5EF4-FFF2-40B4-BE49-F238E27FC236}">
                <a16:creationId xmlns:a16="http://schemas.microsoft.com/office/drawing/2014/main" id="{4712A0FB-17FB-DE9E-C235-FB79CCFAB5CF}"/>
              </a:ext>
            </a:extLst>
          </p:cNvPr>
          <p:cNvSpPr txBox="1"/>
          <p:nvPr/>
        </p:nvSpPr>
        <p:spPr>
          <a:xfrm>
            <a:off x="3644097" y="2592916"/>
            <a:ext cx="1163329" cy="276999"/>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MX </a:t>
            </a:r>
            <a:r>
              <a:rPr lang="en-US" sz="600" dirty="0">
                <a:solidFill>
                  <a:srgbClr val="020B5B"/>
                </a:solidFill>
                <a:latin typeface="Arial"/>
              </a:rPr>
              <a:t>instructions</a:t>
            </a:r>
          </a:p>
        </p:txBody>
      </p:sp>
      <p:sp>
        <p:nvSpPr>
          <p:cNvPr id="248" name="TextBox 247">
            <a:extLst>
              <a:ext uri="{FF2B5EF4-FFF2-40B4-BE49-F238E27FC236}">
                <a16:creationId xmlns:a16="http://schemas.microsoft.com/office/drawing/2014/main" id="{68263276-1DA3-C50A-341B-FD184B203CA7}"/>
              </a:ext>
            </a:extLst>
          </p:cNvPr>
          <p:cNvSpPr txBox="1"/>
          <p:nvPr/>
        </p:nvSpPr>
        <p:spPr>
          <a:xfrm>
            <a:off x="6068079" y="2464226"/>
            <a:ext cx="964075" cy="276999"/>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Intercompany Payment</a:t>
            </a:r>
          </a:p>
        </p:txBody>
      </p:sp>
      <p:sp>
        <p:nvSpPr>
          <p:cNvPr id="249" name="TextBox 248">
            <a:extLst>
              <a:ext uri="{FF2B5EF4-FFF2-40B4-BE49-F238E27FC236}">
                <a16:creationId xmlns:a16="http://schemas.microsoft.com/office/drawing/2014/main" id="{2B330B4F-F1E9-E9D3-C49C-CD83CF0E8690}"/>
              </a:ext>
            </a:extLst>
          </p:cNvPr>
          <p:cNvSpPr txBox="1"/>
          <p:nvPr/>
        </p:nvSpPr>
        <p:spPr>
          <a:xfrm>
            <a:off x="7011598" y="4224183"/>
            <a:ext cx="2079570" cy="1149033"/>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200"/>
              </a:spcAft>
              <a:buClrTx/>
              <a:buSzPct val="100000"/>
              <a:buFontTx/>
              <a:buNone/>
              <a:tabLst/>
              <a:defRPr/>
            </a:pPr>
            <a:r>
              <a:rPr lang="en-US" sz="700" b="1" i="1" u="sng" dirty="0">
                <a:solidFill>
                  <a:srgbClr val="020B5B"/>
                </a:solidFill>
                <a:latin typeface="Arial"/>
              </a:rPr>
              <a:t>Market Clearing Branch </a:t>
            </a:r>
            <a:r>
              <a:rPr kumimoji="0" lang="en-US" sz="700" b="1" i="1" u="sng" strike="noStrike" kern="1200" cap="none" spc="0" normalizeH="0" baseline="0" noProof="0" dirty="0">
                <a:ln>
                  <a:noFill/>
                </a:ln>
                <a:solidFill>
                  <a:srgbClr val="020B5B"/>
                </a:solidFill>
                <a:effectLst/>
                <a:uLnTx/>
                <a:uFillTx/>
                <a:latin typeface="Arial"/>
                <a:ea typeface="+mn-ea"/>
                <a:cs typeface="+mn-cs"/>
              </a:rPr>
              <a:t>Processing (RPH NY)</a:t>
            </a:r>
            <a:r>
              <a:rPr kumimoji="0" lang="en-US" sz="700" b="1" i="1" u="none" strike="noStrike" kern="1200" cap="none" spc="0" normalizeH="0" baseline="0" noProof="0" dirty="0">
                <a:ln>
                  <a:noFill/>
                </a:ln>
                <a:solidFill>
                  <a:srgbClr val="020B5B"/>
                </a:solidFill>
                <a:effectLst/>
                <a:uLnTx/>
                <a:uFillTx/>
                <a:latin typeface="Arial"/>
                <a:ea typeface="+mn-ea"/>
                <a:cs typeface="+mn-cs"/>
              </a:rPr>
              <a:t>:</a:t>
            </a:r>
          </a:p>
          <a:p>
            <a:pPr lvl="0">
              <a:spcAft>
                <a:spcPts val="200"/>
              </a:spcAft>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RPH NY receives intercompany payment instruction from RPH Boston (for CHIPS settlement) and generates/routes </a:t>
            </a:r>
            <a:r>
              <a:rPr lang="en-US" sz="700" i="1" dirty="0">
                <a:solidFill>
                  <a:srgbClr val="020B5B"/>
                </a:solidFill>
                <a:latin typeface="Arial"/>
              </a:rPr>
              <a:t>a banking posting via Gateway to</a:t>
            </a:r>
            <a:r>
              <a:rPr kumimoji="0" lang="en-US" sz="700" b="0" i="1" u="none" strike="noStrike" kern="1200" cap="none" spc="0" normalizeH="0" baseline="0" noProof="0" dirty="0">
                <a:ln>
                  <a:noFill/>
                </a:ln>
                <a:solidFill>
                  <a:srgbClr val="020B5B"/>
                </a:solidFill>
                <a:effectLst/>
                <a:uLnTx/>
                <a:uFillTx/>
                <a:latin typeface="Arial"/>
                <a:ea typeface="+mn-ea"/>
                <a:cs typeface="+mn-cs"/>
              </a:rPr>
              <a:t> Transact NY between the intercompany vostro and CHIPS nostro. </a:t>
            </a:r>
          </a:p>
          <a:p>
            <a:pPr marL="0" marR="0" lvl="0" indent="0" algn="l" defTabSz="914400" rtl="0" eaLnBrk="1" fontAlgn="auto" latinLnBrk="0" hangingPunct="1">
              <a:lnSpc>
                <a:spcPct val="100000"/>
              </a:lnSpc>
              <a:spcBef>
                <a:spcPts val="40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RPH NY releases the payment outbound to the market (CHIPS).  </a:t>
            </a:r>
          </a:p>
        </p:txBody>
      </p:sp>
      <p:cxnSp>
        <p:nvCxnSpPr>
          <p:cNvPr id="2" name="Straight Connector 1">
            <a:extLst>
              <a:ext uri="{FF2B5EF4-FFF2-40B4-BE49-F238E27FC236}">
                <a16:creationId xmlns:a16="http://schemas.microsoft.com/office/drawing/2014/main" id="{E3FEFD11-976C-6D62-A837-A7E3B509B756}"/>
              </a:ext>
            </a:extLst>
          </p:cNvPr>
          <p:cNvCxnSpPr>
            <a:cxnSpLocks/>
          </p:cNvCxnSpPr>
          <p:nvPr/>
        </p:nvCxnSpPr>
        <p:spPr bwMode="auto">
          <a:xfrm flipH="1">
            <a:off x="540213" y="980728"/>
            <a:ext cx="10380322" cy="0"/>
          </a:xfrm>
          <a:prstGeom prst="line">
            <a:avLst/>
          </a:prstGeom>
          <a:solidFill>
            <a:srgbClr val="65CCE9"/>
          </a:solidFill>
          <a:ln w="9525" cap="flat" cmpd="sng" algn="ctr">
            <a:solidFill>
              <a:schemeClr val="tx2"/>
            </a:solidFill>
            <a:prstDash val="solid"/>
            <a:round/>
            <a:headEnd type="none" w="med" len="med"/>
            <a:tailEnd type="none" w="med" len="med"/>
          </a:ln>
          <a:effectLst/>
        </p:spPr>
      </p:cxnSp>
      <p:sp>
        <p:nvSpPr>
          <p:cNvPr id="15" name="TextBox 14">
            <a:extLst>
              <a:ext uri="{FF2B5EF4-FFF2-40B4-BE49-F238E27FC236}">
                <a16:creationId xmlns:a16="http://schemas.microsoft.com/office/drawing/2014/main" id="{543F4B59-6866-F9EA-D8B1-C5708E0E91F5}"/>
              </a:ext>
            </a:extLst>
          </p:cNvPr>
          <p:cNvSpPr txBox="1"/>
          <p:nvPr/>
        </p:nvSpPr>
        <p:spPr>
          <a:xfrm>
            <a:off x="9004323" y="1268760"/>
            <a:ext cx="1556173" cy="446276"/>
          </a:xfrm>
          <a:prstGeom prst="rect">
            <a:avLst/>
          </a:prstGeom>
          <a:solidFill>
            <a:srgbClr val="FF0000"/>
          </a:solidFill>
          <a:ln>
            <a:noFill/>
          </a:ln>
        </p:spPr>
        <p:txBody>
          <a:bodyPr wrap="square" lIns="45720" tIns="45720" rIns="45720" bIns="4572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srgbClr val="FFFFFF"/>
                </a:solidFill>
                <a:effectLst/>
                <a:uLnTx/>
                <a:uFillTx/>
                <a:latin typeface="Arial"/>
                <a:ea typeface="+mn-ea"/>
                <a:cs typeface="+mn-cs"/>
              </a:rPr>
              <a:t>Not Recommended</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1" i="0" u="none" strike="noStrike" kern="1200" cap="none" spc="0" normalizeH="0" baseline="0" noProof="0" dirty="0">
                <a:ln>
                  <a:noFill/>
                </a:ln>
                <a:solidFill>
                  <a:srgbClr val="FFFFFF"/>
                </a:solidFill>
                <a:effectLst/>
                <a:uLnTx/>
                <a:uFillTx/>
                <a:latin typeface="Arial"/>
                <a:ea typeface="+mn-ea"/>
                <a:cs typeface="+mn-cs"/>
              </a:rPr>
              <a:t>(Replicates IBS Managed Currency Model) </a:t>
            </a:r>
          </a:p>
        </p:txBody>
      </p:sp>
      <p:sp>
        <p:nvSpPr>
          <p:cNvPr id="19" name="TextBox 18">
            <a:extLst>
              <a:ext uri="{FF2B5EF4-FFF2-40B4-BE49-F238E27FC236}">
                <a16:creationId xmlns:a16="http://schemas.microsoft.com/office/drawing/2014/main" id="{C4D4CE48-F9FB-6883-79C6-73B0750D94C5}"/>
              </a:ext>
            </a:extLst>
          </p:cNvPr>
          <p:cNvSpPr txBox="1"/>
          <p:nvPr/>
        </p:nvSpPr>
        <p:spPr>
          <a:xfrm>
            <a:off x="1415480" y="3653388"/>
            <a:ext cx="2046179" cy="1077218"/>
          </a:xfrm>
          <a:prstGeom prst="rect">
            <a:avLst/>
          </a:prstGeom>
          <a:noFill/>
        </p:spPr>
        <p:txBody>
          <a:bodyPr wrap="square" lIns="0" tIns="0" rIns="0" bIns="0" rtlCol="0">
            <a:spAutoFit/>
          </a:bodyPr>
          <a:lstStyle/>
          <a:p>
            <a:pPr lvl="0">
              <a:buSzPct val="100000"/>
              <a:defRPr/>
            </a:pPr>
            <a:r>
              <a:rPr lang="en-US" sz="700" b="1" i="1" u="sng" dirty="0">
                <a:solidFill>
                  <a:srgbClr val="020B5B"/>
                </a:solidFill>
                <a:latin typeface="Arial"/>
              </a:rPr>
              <a:t>Example using MT304 instruction to GTM:</a:t>
            </a:r>
          </a:p>
          <a:p>
            <a:pPr lvl="0">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a:t>
            </a:r>
            <a:r>
              <a:rPr lang="en-US" sz="700" i="1" dirty="0">
                <a:solidFill>
                  <a:srgbClr val="020B5B"/>
                </a:solidFill>
                <a:latin typeface="Arial"/>
              </a:rPr>
              <a:t>GTM splits MT304 to payment and receipt</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MT210 currency EUR</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MT202 currency USD</a:t>
            </a:r>
          </a:p>
          <a:p>
            <a:pPr lvl="0">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a:t>
            </a:r>
            <a:r>
              <a:rPr lang="en-US" sz="700" i="1" dirty="0">
                <a:solidFill>
                  <a:srgbClr val="020B5B"/>
                </a:solidFill>
                <a:latin typeface="Arial"/>
              </a:rPr>
              <a:t>GTM performs reference call for fund 1234, </a:t>
            </a:r>
          </a:p>
          <a:p>
            <a:pPr lvl="0">
              <a:buSzPct val="100000"/>
              <a:defRPr/>
            </a:pPr>
            <a:r>
              <a:rPr lang="en-US" sz="700" i="1" dirty="0">
                <a:solidFill>
                  <a:srgbClr val="020B5B"/>
                </a:solidFill>
                <a:latin typeface="Arial"/>
              </a:rPr>
              <a:t>  currency USD (RNA / RDA / RPN / HDR)</a:t>
            </a:r>
          </a:p>
          <a:p>
            <a:pPr lvl="0">
              <a:buSzPct val="100000"/>
              <a:defRPr/>
            </a:pPr>
            <a:r>
              <a:rPr lang="en-US" sz="700" i="1" dirty="0">
                <a:solidFill>
                  <a:srgbClr val="020B5B"/>
                </a:solidFill>
                <a:latin typeface="Arial"/>
              </a:rPr>
              <a:t>      System on RNA = T24 (Transact)</a:t>
            </a:r>
          </a:p>
          <a:p>
            <a:pPr lvl="0">
              <a:buSzPct val="100000"/>
              <a:defRPr/>
            </a:pPr>
            <a:r>
              <a:rPr lang="en-US" sz="700" i="1" dirty="0">
                <a:solidFill>
                  <a:srgbClr val="020B5B"/>
                </a:solidFill>
                <a:latin typeface="Arial"/>
              </a:rPr>
              <a:t>      Installation / Branch = S1 24 (Transact B01)</a:t>
            </a:r>
          </a:p>
          <a:p>
            <a:pPr lvl="0">
              <a:buSzPct val="100000"/>
              <a:defRPr/>
            </a:pPr>
            <a:r>
              <a:rPr lang="en-US" sz="700" i="1" dirty="0">
                <a:solidFill>
                  <a:srgbClr val="020B5B"/>
                </a:solidFill>
                <a:latin typeface="Arial"/>
              </a:rPr>
              <a:t>      DDA# on RDA = 12345678 </a:t>
            </a:r>
          </a:p>
          <a:p>
            <a:pPr lvl="0">
              <a:buSzPct val="100000"/>
              <a:defRPr/>
            </a:pPr>
            <a:r>
              <a:rPr lang="en-US" sz="700" i="1" dirty="0">
                <a:solidFill>
                  <a:srgbClr val="020B5B"/>
                </a:solidFill>
                <a:latin typeface="Arial"/>
              </a:rPr>
              <a:t>      DDA# on HDR = no longer used</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p:txBody>
      </p:sp>
      <p:cxnSp>
        <p:nvCxnSpPr>
          <p:cNvPr id="20" name="Straight Arrow Connector 137">
            <a:extLst>
              <a:ext uri="{FF2B5EF4-FFF2-40B4-BE49-F238E27FC236}">
                <a16:creationId xmlns:a16="http://schemas.microsoft.com/office/drawing/2014/main" id="{580A044E-239D-E78C-7645-C2A924863EB5}"/>
              </a:ext>
            </a:extLst>
          </p:cNvPr>
          <p:cNvCxnSpPr>
            <a:cxnSpLocks/>
          </p:cNvCxnSpPr>
          <p:nvPr/>
        </p:nvCxnSpPr>
        <p:spPr>
          <a:xfrm flipV="1">
            <a:off x="2011926" y="3140968"/>
            <a:ext cx="165339" cy="407870"/>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18" name="TextBox 17">
            <a:extLst>
              <a:ext uri="{FF2B5EF4-FFF2-40B4-BE49-F238E27FC236}">
                <a16:creationId xmlns:a16="http://schemas.microsoft.com/office/drawing/2014/main" id="{C3BB871A-CE6B-EB2E-8FFB-B5C1B807C9D1}"/>
              </a:ext>
            </a:extLst>
          </p:cNvPr>
          <p:cNvSpPr txBox="1"/>
          <p:nvPr/>
        </p:nvSpPr>
        <p:spPr>
          <a:xfrm>
            <a:off x="9768408" y="2863273"/>
            <a:ext cx="51718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CHIPS</a:t>
            </a:r>
          </a:p>
        </p:txBody>
      </p:sp>
      <p:cxnSp>
        <p:nvCxnSpPr>
          <p:cNvPr id="23" name="Straight Arrow Connector 137">
            <a:extLst>
              <a:ext uri="{FF2B5EF4-FFF2-40B4-BE49-F238E27FC236}">
                <a16:creationId xmlns:a16="http://schemas.microsoft.com/office/drawing/2014/main" id="{7AB538A5-D166-82A0-1FA4-04B7E34DDF8A}"/>
              </a:ext>
            </a:extLst>
          </p:cNvPr>
          <p:cNvCxnSpPr>
            <a:cxnSpLocks/>
            <a:stCxn id="228" idx="3"/>
          </p:cNvCxnSpPr>
          <p:nvPr/>
        </p:nvCxnSpPr>
        <p:spPr>
          <a:xfrm>
            <a:off x="2720808" y="2870039"/>
            <a:ext cx="2079048" cy="0"/>
          </a:xfrm>
          <a:prstGeom prst="straightConnector1">
            <a:avLst/>
          </a:prstGeom>
          <a:noFill/>
          <a:ln w="6350" cap="flat" cmpd="sng" algn="ctr">
            <a:solidFill>
              <a:srgbClr val="000000"/>
            </a:solidFill>
            <a:prstDash val="solid"/>
            <a:headEnd w="med" len="sm"/>
            <a:tailEnd type="triangle" w="sm" len="sm"/>
          </a:ln>
          <a:effectLst/>
        </p:spPr>
      </p:cxnSp>
      <p:grpSp>
        <p:nvGrpSpPr>
          <p:cNvPr id="25" name="Group 24">
            <a:extLst>
              <a:ext uri="{FF2B5EF4-FFF2-40B4-BE49-F238E27FC236}">
                <a16:creationId xmlns:a16="http://schemas.microsoft.com/office/drawing/2014/main" id="{813EBA16-6797-9EDC-9D88-5AC79E4C8D60}"/>
              </a:ext>
            </a:extLst>
          </p:cNvPr>
          <p:cNvGrpSpPr/>
          <p:nvPr/>
        </p:nvGrpSpPr>
        <p:grpSpPr>
          <a:xfrm>
            <a:off x="657653" y="2266088"/>
            <a:ext cx="475312" cy="932314"/>
            <a:chOff x="627173" y="1856952"/>
            <a:chExt cx="475312" cy="932314"/>
          </a:xfrm>
        </p:grpSpPr>
        <p:sp>
          <p:nvSpPr>
            <p:cNvPr id="27" name="Rectangle 26">
              <a:extLst>
                <a:ext uri="{FF2B5EF4-FFF2-40B4-BE49-F238E27FC236}">
                  <a16:creationId xmlns:a16="http://schemas.microsoft.com/office/drawing/2014/main" id="{9D201724-CB98-3EA0-5A48-0233B07560B9}"/>
                </a:ext>
              </a:extLst>
            </p:cNvPr>
            <p:cNvSpPr/>
            <p:nvPr/>
          </p:nvSpPr>
          <p:spPr>
            <a:xfrm>
              <a:off x="627173" y="1856952"/>
              <a:ext cx="475312" cy="932314"/>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Channels</a:t>
              </a:r>
            </a:p>
          </p:txBody>
        </p:sp>
        <p:pic>
          <p:nvPicPr>
            <p:cNvPr id="224" name="Picture 24" descr="Ui Ux outline">
              <a:extLst>
                <a:ext uri="{FF2B5EF4-FFF2-40B4-BE49-F238E27FC236}">
                  <a16:creationId xmlns:a16="http://schemas.microsoft.com/office/drawing/2014/main" id="{4B60CA4C-FD39-627A-E8CF-1E50FC4903DE}"/>
                </a:ext>
              </a:extLst>
            </p:cNvPr>
            <p:cNvPicPr>
              <a:picLocks noChangeAspect="1" noChangeArrowheads="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auto">
            <a:xfrm>
              <a:off x="743409" y="2396182"/>
              <a:ext cx="232535" cy="221021"/>
            </a:xfrm>
            <a:prstGeom prst="rect">
              <a:avLst/>
            </a:prstGeom>
            <a:noFill/>
            <a:extLst>
              <a:ext uri="{909E8E84-426E-40DD-AFC4-6F175D3DCCD1}">
                <a14:hiddenFill xmlns:a14="http://schemas.microsoft.com/office/drawing/2010/main">
                  <a:solidFill>
                    <a:srgbClr val="FFFFFF"/>
                  </a:solidFill>
                </a14:hiddenFill>
              </a:ext>
            </a:extLst>
          </p:spPr>
        </p:pic>
        <p:pic>
          <p:nvPicPr>
            <p:cNvPr id="225" name="Picture 2" descr="Flexible payment in our Middle Ages store ageofcraft.com">
              <a:extLst>
                <a:ext uri="{FF2B5EF4-FFF2-40B4-BE49-F238E27FC236}">
                  <a16:creationId xmlns:a16="http://schemas.microsoft.com/office/drawing/2014/main" id="{48478C41-392B-1CF6-56CA-989BD116872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4839" y="2050124"/>
              <a:ext cx="203911" cy="190046"/>
            </a:xfrm>
            <a:prstGeom prst="rect">
              <a:avLst/>
            </a:prstGeom>
            <a:noFill/>
            <a:extLst>
              <a:ext uri="{909E8E84-426E-40DD-AFC4-6F175D3DCCD1}">
                <a14:hiddenFill xmlns:a14="http://schemas.microsoft.com/office/drawing/2010/main">
                  <a:solidFill>
                    <a:srgbClr val="FFFFFF"/>
                  </a:solidFill>
                </a14:hiddenFill>
              </a:ext>
            </a:extLst>
          </p:spPr>
        </p:pic>
        <p:sp>
          <p:nvSpPr>
            <p:cNvPr id="226" name="TextBox 225">
              <a:extLst>
                <a:ext uri="{FF2B5EF4-FFF2-40B4-BE49-F238E27FC236}">
                  <a16:creationId xmlns:a16="http://schemas.microsoft.com/office/drawing/2014/main" id="{895179FB-6A75-EAC1-3A83-AB2D823F91BF}"/>
                </a:ext>
              </a:extLst>
            </p:cNvPr>
            <p:cNvSpPr txBox="1"/>
            <p:nvPr/>
          </p:nvSpPr>
          <p:spPr>
            <a:xfrm>
              <a:off x="658525" y="2260655"/>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a:t>
              </a:r>
            </a:p>
          </p:txBody>
        </p:sp>
        <p:sp>
          <p:nvSpPr>
            <p:cNvPr id="227" name="TextBox 226">
              <a:extLst>
                <a:ext uri="{FF2B5EF4-FFF2-40B4-BE49-F238E27FC236}">
                  <a16:creationId xmlns:a16="http://schemas.microsoft.com/office/drawing/2014/main" id="{56C2C6A4-56CA-37DF-2BE2-1028DB6D55A1}"/>
                </a:ext>
              </a:extLst>
            </p:cNvPr>
            <p:cNvSpPr txBox="1"/>
            <p:nvPr/>
          </p:nvSpPr>
          <p:spPr>
            <a:xfrm>
              <a:off x="663351" y="2622859"/>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Systems</a:t>
              </a:r>
            </a:p>
          </p:txBody>
        </p:sp>
      </p:grpSp>
      <p:sp>
        <p:nvSpPr>
          <p:cNvPr id="228" name="Rectangle 227">
            <a:extLst>
              <a:ext uri="{FF2B5EF4-FFF2-40B4-BE49-F238E27FC236}">
                <a16:creationId xmlns:a16="http://schemas.microsoft.com/office/drawing/2014/main" id="{586ED599-664F-914C-C81A-5C86210C0544}"/>
              </a:ext>
            </a:extLst>
          </p:cNvPr>
          <p:cNvSpPr/>
          <p:nvPr/>
        </p:nvSpPr>
        <p:spPr bwMode="gray">
          <a:xfrm>
            <a:off x="2234633" y="2713738"/>
            <a:ext cx="486175" cy="312601"/>
          </a:xfrm>
          <a:prstGeom prst="rect">
            <a:avLst/>
          </a:prstGeom>
          <a:solidFill>
            <a:srgbClr val="FFFFFF">
              <a:lumMod val="95000"/>
            </a:srgbClr>
          </a:solidFill>
          <a:ln w="6350" algn="ctr">
            <a:solidFill>
              <a:srgbClr val="000000"/>
            </a:solidFill>
            <a:miter lim="800000"/>
            <a:headEnd/>
            <a:tailEnd/>
          </a:ln>
        </p:spPr>
        <p:txBody>
          <a:bodyPr wrap="square" lIns="9144" tIns="91440" rIns="9144"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GTM</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cxnSp>
        <p:nvCxnSpPr>
          <p:cNvPr id="229" name="Straight Arrow Connector 137">
            <a:extLst>
              <a:ext uri="{FF2B5EF4-FFF2-40B4-BE49-F238E27FC236}">
                <a16:creationId xmlns:a16="http://schemas.microsoft.com/office/drawing/2014/main" id="{9A8EEA77-FA49-7B29-9669-23FE0225ABAD}"/>
              </a:ext>
            </a:extLst>
          </p:cNvPr>
          <p:cNvCxnSpPr>
            <a:cxnSpLocks/>
            <a:endCxn id="228" idx="1"/>
          </p:cNvCxnSpPr>
          <p:nvPr/>
        </p:nvCxnSpPr>
        <p:spPr>
          <a:xfrm flipV="1">
            <a:off x="1127242" y="2870039"/>
            <a:ext cx="1107391" cy="1602"/>
          </a:xfrm>
          <a:prstGeom prst="straightConnector1">
            <a:avLst/>
          </a:prstGeom>
          <a:noFill/>
          <a:ln w="6350" cap="flat" cmpd="sng" algn="ctr">
            <a:solidFill>
              <a:srgbClr val="000000"/>
            </a:solidFill>
            <a:prstDash val="solid"/>
            <a:headEnd w="med" len="sm"/>
            <a:tailEnd type="triangle" w="sm" len="sm"/>
          </a:ln>
          <a:effectLst/>
        </p:spPr>
      </p:cxnSp>
      <p:sp>
        <p:nvSpPr>
          <p:cNvPr id="230" name="TextBox 229">
            <a:extLst>
              <a:ext uri="{FF2B5EF4-FFF2-40B4-BE49-F238E27FC236}">
                <a16:creationId xmlns:a16="http://schemas.microsoft.com/office/drawing/2014/main" id="{099D87B2-41C2-6AA1-39D2-0DB814F78EAB}"/>
              </a:ext>
            </a:extLst>
          </p:cNvPr>
          <p:cNvSpPr txBox="1"/>
          <p:nvPr/>
        </p:nvSpPr>
        <p:spPr>
          <a:xfrm>
            <a:off x="1415480" y="2847328"/>
            <a:ext cx="672166" cy="461665"/>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MT304</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 - Receive EUR</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 - Pay USD</a:t>
            </a:r>
          </a:p>
        </p:txBody>
      </p:sp>
      <p:cxnSp>
        <p:nvCxnSpPr>
          <p:cNvPr id="233" name="Straight Arrow Connector 137">
            <a:extLst>
              <a:ext uri="{FF2B5EF4-FFF2-40B4-BE49-F238E27FC236}">
                <a16:creationId xmlns:a16="http://schemas.microsoft.com/office/drawing/2014/main" id="{98D542D7-485F-F3EB-1D29-F94491541D4A}"/>
              </a:ext>
            </a:extLst>
          </p:cNvPr>
          <p:cNvCxnSpPr>
            <a:cxnSpLocks/>
          </p:cNvCxnSpPr>
          <p:nvPr/>
        </p:nvCxnSpPr>
        <p:spPr>
          <a:xfrm>
            <a:off x="1132965" y="2615986"/>
            <a:ext cx="3666891" cy="0"/>
          </a:xfrm>
          <a:prstGeom prst="straightConnector1">
            <a:avLst/>
          </a:prstGeom>
          <a:noFill/>
          <a:ln w="6350" cap="flat" cmpd="sng" algn="ctr">
            <a:solidFill>
              <a:srgbClr val="000000"/>
            </a:solidFill>
            <a:prstDash val="solid"/>
            <a:headEnd w="med" len="sm"/>
            <a:tailEnd type="triangle" w="sm" len="sm"/>
          </a:ln>
          <a:effectLst/>
        </p:spPr>
      </p:cxnSp>
      <p:sp>
        <p:nvSpPr>
          <p:cNvPr id="235" name="TextBox 234">
            <a:extLst>
              <a:ext uri="{FF2B5EF4-FFF2-40B4-BE49-F238E27FC236}">
                <a16:creationId xmlns:a16="http://schemas.microsoft.com/office/drawing/2014/main" id="{61280A7A-06FA-6DA0-13B6-B5DA51B7F065}"/>
              </a:ext>
            </a:extLst>
          </p:cNvPr>
          <p:cNvSpPr txBox="1"/>
          <p:nvPr/>
        </p:nvSpPr>
        <p:spPr>
          <a:xfrm>
            <a:off x="1343473" y="2374831"/>
            <a:ext cx="1163330" cy="276999"/>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US" sz="600" dirty="0">
                <a:solidFill>
                  <a:srgbClr val="020B5B"/>
                </a:solidFill>
                <a:latin typeface="Arial"/>
              </a:rPr>
              <a:t>USD payment instructions</a:t>
            </a:r>
            <a:endParaRPr kumimoji="0" lang="en-US" sz="600" b="0" i="0" u="none" strike="noStrike" kern="1200" cap="none" spc="0" normalizeH="0" baseline="0" noProof="0" dirty="0">
              <a:ln>
                <a:noFill/>
              </a:ln>
              <a:solidFill>
                <a:srgbClr val="020B5B"/>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CFCBC9FF-508E-FD2E-E92B-1478C1D478AE}"/>
              </a:ext>
            </a:extLst>
          </p:cNvPr>
          <p:cNvSpPr/>
          <p:nvPr/>
        </p:nvSpPr>
        <p:spPr bwMode="gray">
          <a:xfrm>
            <a:off x="3115035" y="2520490"/>
            <a:ext cx="581090" cy="439531"/>
          </a:xfrm>
          <a:prstGeom prst="rect">
            <a:avLst/>
          </a:prstGeom>
          <a:solidFill>
            <a:srgbClr val="F56E00">
              <a:lumMod val="20000"/>
              <a:lumOff val="80000"/>
            </a:srgbClr>
          </a:solidFill>
          <a:ln w="6350" algn="ctr">
            <a:solidFill>
              <a:srgbClr val="000000"/>
            </a:solidFill>
            <a:miter lim="800000"/>
            <a:headEnd/>
            <a:tailEnd/>
          </a:ln>
        </p:spPr>
        <p:txBody>
          <a:bodyPr wrap="square" lIns="0" tIns="27432" rIns="0" bIns="91440" rtlCol="0" anchor="t"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50" b="1" i="0" u="none" strike="noStrike" kern="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50" b="1" i="0" u="none" strike="noStrike" kern="0" cap="none" spc="0" normalizeH="0" baseline="0" noProof="0" dirty="0">
                <a:ln>
                  <a:noFill/>
                </a:ln>
                <a:solidFill>
                  <a:prstClr val="black"/>
                </a:solidFill>
                <a:effectLst/>
                <a:uLnTx/>
                <a:uFillTx/>
                <a:latin typeface="Arial"/>
                <a:ea typeface="+mn-ea"/>
                <a:cs typeface="+mn-cs"/>
              </a:rPr>
              <a:t>Integration Services </a:t>
            </a:r>
            <a:r>
              <a:rPr kumimoji="0" lang="en-US" sz="650" b="0" i="0" u="none" strike="noStrike" kern="0" cap="none" spc="0" normalizeH="0" baseline="0" noProof="0" dirty="0">
                <a:ln>
                  <a:noFill/>
                </a:ln>
                <a:solidFill>
                  <a:prstClr val="black"/>
                </a:solidFill>
                <a:effectLst/>
                <a:uLnTx/>
                <a:uFillTx/>
                <a:latin typeface="Arial"/>
                <a:ea typeface="+mn-ea"/>
                <a:cs typeface="+mn-cs"/>
              </a:rPr>
              <a:t> </a:t>
            </a:r>
          </a:p>
        </p:txBody>
      </p:sp>
    </p:spTree>
    <p:extLst>
      <p:ext uri="{BB962C8B-B14F-4D97-AF65-F5344CB8AC3E}">
        <p14:creationId xmlns:p14="http://schemas.microsoft.com/office/powerpoint/2010/main" val="3253691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290C6-37B1-3090-9819-BBEB1DEA555B}"/>
            </a:ext>
          </a:extLst>
        </p:cNvPr>
        <p:cNvGrpSpPr/>
        <p:nvPr/>
      </p:nvGrpSpPr>
      <p:grpSpPr>
        <a:xfrm>
          <a:off x="0" y="0"/>
          <a:ext cx="0" cy="0"/>
          <a:chOff x="0" y="0"/>
          <a:chExt cx="0" cy="0"/>
        </a:xfrm>
      </p:grpSpPr>
      <p:cxnSp>
        <p:nvCxnSpPr>
          <p:cNvPr id="310" name="Straight Arrow Connector 137">
            <a:extLst>
              <a:ext uri="{FF2B5EF4-FFF2-40B4-BE49-F238E27FC236}">
                <a16:creationId xmlns:a16="http://schemas.microsoft.com/office/drawing/2014/main" id="{9198459F-BF0B-36BE-509F-C9D5B6098A0B}"/>
              </a:ext>
            </a:extLst>
          </p:cNvPr>
          <p:cNvCxnSpPr>
            <a:cxnSpLocks/>
            <a:stCxn id="19" idx="3"/>
            <a:endCxn id="316" idx="1"/>
          </p:cNvCxnSpPr>
          <p:nvPr/>
        </p:nvCxnSpPr>
        <p:spPr>
          <a:xfrm>
            <a:off x="6007353" y="3173477"/>
            <a:ext cx="3596553" cy="5830"/>
          </a:xfrm>
          <a:prstGeom prst="straightConnector1">
            <a:avLst/>
          </a:prstGeom>
          <a:noFill/>
          <a:ln w="6350" cap="flat" cmpd="sng" algn="ctr">
            <a:solidFill>
              <a:srgbClr val="000000"/>
            </a:solidFill>
            <a:prstDash val="solid"/>
            <a:headEnd type="none" w="med" len="sm"/>
            <a:tailEnd type="triangle" w="sm" len="sm"/>
          </a:ln>
          <a:effectLst/>
        </p:spPr>
      </p:cxnSp>
      <p:grpSp>
        <p:nvGrpSpPr>
          <p:cNvPr id="315" name="Group 314">
            <a:extLst>
              <a:ext uri="{FF2B5EF4-FFF2-40B4-BE49-F238E27FC236}">
                <a16:creationId xmlns:a16="http://schemas.microsoft.com/office/drawing/2014/main" id="{FE7B6B57-BB65-92E8-A6FC-61EC974A7367}"/>
              </a:ext>
            </a:extLst>
          </p:cNvPr>
          <p:cNvGrpSpPr/>
          <p:nvPr/>
        </p:nvGrpSpPr>
        <p:grpSpPr>
          <a:xfrm>
            <a:off x="9603906" y="2909288"/>
            <a:ext cx="576449" cy="540037"/>
            <a:chOff x="9709459" y="1894288"/>
            <a:chExt cx="576449" cy="510627"/>
          </a:xfrm>
        </p:grpSpPr>
        <p:sp>
          <p:nvSpPr>
            <p:cNvPr id="316" name="Rectangle 315">
              <a:extLst>
                <a:ext uri="{FF2B5EF4-FFF2-40B4-BE49-F238E27FC236}">
                  <a16:creationId xmlns:a16="http://schemas.microsoft.com/office/drawing/2014/main" id="{1054BA50-BC66-A881-CF15-BD18300B9D87}"/>
                </a:ext>
              </a:extLst>
            </p:cNvPr>
            <p:cNvSpPr/>
            <p:nvPr/>
          </p:nvSpPr>
          <p:spPr>
            <a:xfrm>
              <a:off x="9709459" y="1894288"/>
              <a:ext cx="576449" cy="510627"/>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 Market</a:t>
              </a:r>
            </a:p>
          </p:txBody>
        </p:sp>
        <p:pic>
          <p:nvPicPr>
            <p:cNvPr id="317" name="Picture 143" descr="Bank outline">
              <a:extLst>
                <a:ext uri="{FF2B5EF4-FFF2-40B4-BE49-F238E27FC236}">
                  <a16:creationId xmlns:a16="http://schemas.microsoft.com/office/drawing/2014/main" id="{2453D979-DA7B-41BB-B1A0-B3C2351BDBA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840799" y="2006786"/>
              <a:ext cx="323226" cy="292370"/>
            </a:xfrm>
            <a:prstGeom prst="rect">
              <a:avLst/>
            </a:prstGeom>
          </p:spPr>
        </p:pic>
      </p:grpSp>
      <p:sp>
        <p:nvSpPr>
          <p:cNvPr id="116" name="TextBox 115">
            <a:extLst>
              <a:ext uri="{FF2B5EF4-FFF2-40B4-BE49-F238E27FC236}">
                <a16:creationId xmlns:a16="http://schemas.microsoft.com/office/drawing/2014/main" id="{9297A08B-C091-14E2-5C82-45A6F954740C}"/>
              </a:ext>
            </a:extLst>
          </p:cNvPr>
          <p:cNvSpPr txBox="1"/>
          <p:nvPr/>
        </p:nvSpPr>
        <p:spPr>
          <a:xfrm>
            <a:off x="7394723" y="2909288"/>
            <a:ext cx="1191072" cy="276999"/>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US" sz="600" dirty="0">
                <a:solidFill>
                  <a:srgbClr val="020B5B"/>
                </a:solidFill>
                <a:latin typeface="Arial"/>
              </a:rPr>
              <a:t>Market</a:t>
            </a:r>
            <a:r>
              <a:rPr kumimoji="0" lang="en-US" sz="600" b="0" i="0" u="none" strike="noStrike" kern="1200" cap="none" spc="0" normalizeH="0" baseline="0" noProof="0" dirty="0">
                <a:ln>
                  <a:noFill/>
                </a:ln>
                <a:solidFill>
                  <a:srgbClr val="020B5B"/>
                </a:solidFill>
                <a:effectLst/>
                <a:uLnTx/>
                <a:uFillTx/>
                <a:latin typeface="Arial"/>
                <a:ea typeface="+mn-ea"/>
                <a:cs typeface="+mn-cs"/>
              </a:rPr>
              <a:t> Payment</a:t>
            </a:r>
          </a:p>
        </p:txBody>
      </p:sp>
      <p:sp>
        <p:nvSpPr>
          <p:cNvPr id="4" name="TextBox 3">
            <a:extLst>
              <a:ext uri="{FF2B5EF4-FFF2-40B4-BE49-F238E27FC236}">
                <a16:creationId xmlns:a16="http://schemas.microsoft.com/office/drawing/2014/main" id="{C2EAE8A7-E9B7-3925-1388-1BD9FA492FA8}"/>
              </a:ext>
            </a:extLst>
          </p:cNvPr>
          <p:cNvSpPr txBox="1"/>
          <p:nvPr/>
        </p:nvSpPr>
        <p:spPr>
          <a:xfrm>
            <a:off x="8932315" y="1196752"/>
            <a:ext cx="1556173" cy="477054"/>
          </a:xfrm>
          <a:prstGeom prst="rect">
            <a:avLst/>
          </a:prstGeom>
          <a:solidFill>
            <a:srgbClr val="00B050"/>
          </a:solidFill>
          <a:ln>
            <a:noFill/>
          </a:ln>
        </p:spPr>
        <p:txBody>
          <a:bodyPr wrap="square" lIns="45720" tIns="45720" rIns="45720" bIns="4572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srgbClr val="FFFFFF"/>
                </a:solidFill>
                <a:effectLst/>
                <a:uLnTx/>
                <a:uFillTx/>
                <a:latin typeface="Arial"/>
                <a:ea typeface="+mn-ea"/>
                <a:cs typeface="+mn-cs"/>
              </a:rPr>
              <a:t>Directionally Recommended</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700" b="1" i="0" u="none" strike="noStrike" kern="1200" cap="none" spc="0" normalizeH="0" baseline="0" noProof="0" dirty="0">
                <a:ln>
                  <a:noFill/>
                </a:ln>
                <a:solidFill>
                  <a:srgbClr val="FFFFFF"/>
                </a:solidFill>
                <a:effectLst/>
                <a:uLnTx/>
                <a:uFillTx/>
                <a:latin typeface="Arial"/>
                <a:ea typeface="+mn-ea"/>
                <a:cs typeface="+mn-cs"/>
              </a:rPr>
              <a:t>(as strategic approach)</a:t>
            </a:r>
          </a:p>
        </p:txBody>
      </p:sp>
      <p:sp>
        <p:nvSpPr>
          <p:cNvPr id="7" name="Title 1">
            <a:extLst>
              <a:ext uri="{FF2B5EF4-FFF2-40B4-BE49-F238E27FC236}">
                <a16:creationId xmlns:a16="http://schemas.microsoft.com/office/drawing/2014/main" id="{F79D88FD-BD34-D689-6B47-3B7E8A22596B}"/>
              </a:ext>
            </a:extLst>
          </p:cNvPr>
          <p:cNvSpPr>
            <a:spLocks noGrp="1"/>
          </p:cNvSpPr>
          <p:nvPr>
            <p:ph type="title"/>
          </p:nvPr>
        </p:nvSpPr>
        <p:spPr>
          <a:xfrm>
            <a:off x="504825" y="310896"/>
            <a:ext cx="10237156" cy="403247"/>
          </a:xfrm>
        </p:spPr>
        <p:txBody>
          <a:bodyPr/>
          <a:lstStyle/>
          <a:p>
            <a:r>
              <a:rPr lang="en-US" sz="2000" dirty="0">
                <a:cs typeface="Arial" panose="020B0604020202020204" pitchFamily="34" charset="0"/>
              </a:rPr>
              <a:t>US RTPS (RPH) Integration with Transact Boston and NY – Target State Intercompany Approach 2</a:t>
            </a:r>
          </a:p>
        </p:txBody>
      </p:sp>
      <p:sp>
        <p:nvSpPr>
          <p:cNvPr id="9" name="Text Placeholder 7">
            <a:extLst>
              <a:ext uri="{FF2B5EF4-FFF2-40B4-BE49-F238E27FC236}">
                <a16:creationId xmlns:a16="http://schemas.microsoft.com/office/drawing/2014/main" id="{B3C76D6E-484D-8A49-1CAC-4B6B0FD8AA79}"/>
              </a:ext>
            </a:extLst>
          </p:cNvPr>
          <p:cNvSpPr txBox="1">
            <a:spLocks/>
          </p:cNvSpPr>
          <p:nvPr/>
        </p:nvSpPr>
        <p:spPr bwMode="gray">
          <a:xfrm>
            <a:off x="520209" y="699435"/>
            <a:ext cx="10290955" cy="215444"/>
          </a:xfrm>
          <a:prstGeom prst="rect">
            <a:avLst/>
          </a:prstGeom>
        </p:spPr>
        <p:txBody>
          <a:bodyPr vert="horz" wrap="square" lIns="0" tIns="0" rIns="0" bIns="0" rtlCol="0">
            <a:spAutoFit/>
          </a:bodyPr>
          <a:lstStyle>
            <a:lvl1pPr marL="0" indent="0" algn="l" defTabSz="914400" rtl="0" eaLnBrk="1" latinLnBrk="0" hangingPunct="1">
              <a:spcBef>
                <a:spcPts val="1200"/>
              </a:spcBef>
              <a:buSzPct val="100000"/>
              <a:buFont typeface="Arial" panose="020B0604020202020204" pitchFamily="34" charset="0"/>
              <a:buNone/>
              <a:defRPr sz="1800" b="0" kern="1200">
                <a:solidFill>
                  <a:schemeClr val="bg2"/>
                </a:solidFill>
                <a:latin typeface="+mn-lt"/>
                <a:ea typeface="+mn-ea"/>
                <a:cs typeface="+mn-cs"/>
              </a:defRPr>
            </a:lvl1pPr>
            <a:lvl2pPr marL="125413" indent="-125413" algn="l" defTabSz="914400" rtl="0" eaLnBrk="1" latinLnBrk="0" hangingPunct="1">
              <a:spcBef>
                <a:spcPts val="600"/>
              </a:spcBef>
              <a:buClrTx/>
              <a:buSzPct val="100000"/>
              <a:buFont typeface="Arial"/>
              <a:buChar char="•"/>
              <a:defRPr lang="en-US" sz="1800" kern="1200" dirty="0" smtClean="0">
                <a:solidFill>
                  <a:schemeClr val="tx1"/>
                </a:solidFill>
                <a:latin typeface="+mn-lt"/>
                <a:ea typeface="+mn-ea"/>
                <a:cs typeface="+mn-cs"/>
              </a:defRPr>
            </a:lvl2pPr>
            <a:lvl3pPr marL="277813" indent="-123825" algn="l" defTabSz="914400" rtl="0" eaLnBrk="1" latinLnBrk="0" hangingPunct="1">
              <a:spcBef>
                <a:spcPts val="600"/>
              </a:spcBef>
              <a:buClrTx/>
              <a:buSzPct val="100000"/>
              <a:buFont typeface="Arial"/>
              <a:buChar char="−"/>
              <a:defRPr lang="en-US" sz="1600" kern="1200" dirty="0" smtClean="0">
                <a:solidFill>
                  <a:schemeClr val="tx1"/>
                </a:solidFill>
                <a:latin typeface="+mn-lt"/>
                <a:ea typeface="+mn-ea"/>
                <a:cs typeface="+mn-cs"/>
              </a:defRPr>
            </a:lvl3pPr>
            <a:lvl4pPr marL="427038" indent="-123825" algn="l" defTabSz="914400" rtl="0" eaLnBrk="1" latinLnBrk="0" hangingPunct="1">
              <a:spcBef>
                <a:spcPts val="600"/>
              </a:spcBef>
              <a:buClrTx/>
              <a:buSzPct val="100000"/>
              <a:buFont typeface="Arial" panose="020B0604020202020204" pitchFamily="34" charset="0"/>
              <a:buChar char="•"/>
              <a:defRPr lang="en-US" sz="1400" kern="1200" baseline="0" dirty="0" smtClean="0">
                <a:solidFill>
                  <a:schemeClr val="tx1"/>
                </a:solidFill>
                <a:latin typeface="+mn-lt"/>
                <a:ea typeface="+mn-ea"/>
                <a:cs typeface="+mn-cs"/>
              </a:defRPr>
            </a:lvl4pPr>
            <a:lvl5pPr marL="582613" indent="-127000" algn="l" defTabSz="798513" rtl="0" eaLnBrk="1" latinLnBrk="0" hangingPunct="1">
              <a:spcBef>
                <a:spcPts val="600"/>
              </a:spcBef>
              <a:buClrTx/>
              <a:buSzPct val="100000"/>
              <a:buFont typeface="Arial"/>
              <a:buChar char="−"/>
              <a:tabLst/>
              <a:defRPr lang="en-US" sz="1200" kern="1200" baseline="0" dirty="0" smtClean="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400" b="0" i="0" u="none" strike="noStrike" kern="1200" cap="none" spc="0" normalizeH="0" baseline="0" noProof="0" dirty="0">
                <a:ln>
                  <a:noFill/>
                </a:ln>
                <a:solidFill>
                  <a:srgbClr val="001AFF"/>
                </a:solidFill>
                <a:effectLst/>
                <a:uLnTx/>
                <a:uFillTx/>
                <a:latin typeface="Lab Antiqua Small Condensed"/>
                <a:ea typeface="+mn-ea"/>
                <a:cs typeface="Arial"/>
              </a:rPr>
              <a:t>For SSBT client DDAs on Transact Boston (USD), cash reference data will no longer reflect IBS as the processing system (now Transact)</a:t>
            </a:r>
          </a:p>
        </p:txBody>
      </p:sp>
      <p:cxnSp>
        <p:nvCxnSpPr>
          <p:cNvPr id="10" name="Straight Connector 9">
            <a:extLst>
              <a:ext uri="{FF2B5EF4-FFF2-40B4-BE49-F238E27FC236}">
                <a16:creationId xmlns:a16="http://schemas.microsoft.com/office/drawing/2014/main" id="{8AE5D3AE-F317-5E23-121B-AF77B30589AA}"/>
              </a:ext>
            </a:extLst>
          </p:cNvPr>
          <p:cNvCxnSpPr>
            <a:cxnSpLocks/>
          </p:cNvCxnSpPr>
          <p:nvPr/>
        </p:nvCxnSpPr>
        <p:spPr bwMode="auto">
          <a:xfrm flipH="1">
            <a:off x="540213" y="980728"/>
            <a:ext cx="10452331" cy="0"/>
          </a:xfrm>
          <a:prstGeom prst="line">
            <a:avLst/>
          </a:prstGeom>
          <a:solidFill>
            <a:srgbClr val="65CCE9"/>
          </a:solidFill>
          <a:ln w="9525" cap="flat" cmpd="sng" algn="ctr">
            <a:solidFill>
              <a:schemeClr val="tx2"/>
            </a:solidFill>
            <a:prstDash val="solid"/>
            <a:round/>
            <a:headEnd type="none" w="med" len="med"/>
            <a:tailEnd type="none" w="med" len="med"/>
          </a:ln>
          <a:effectLst/>
        </p:spPr>
      </p:cxnSp>
      <p:sp>
        <p:nvSpPr>
          <p:cNvPr id="2" name="TextBox 1">
            <a:extLst>
              <a:ext uri="{FF2B5EF4-FFF2-40B4-BE49-F238E27FC236}">
                <a16:creationId xmlns:a16="http://schemas.microsoft.com/office/drawing/2014/main" id="{18F1D98E-282E-D3AF-6F31-310AE25DB0F0}"/>
              </a:ext>
            </a:extLst>
          </p:cNvPr>
          <p:cNvSpPr txBox="1"/>
          <p:nvPr/>
        </p:nvSpPr>
        <p:spPr>
          <a:xfrm>
            <a:off x="9624392" y="3336667"/>
            <a:ext cx="51718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CHIPS</a:t>
            </a:r>
          </a:p>
        </p:txBody>
      </p:sp>
      <p:sp>
        <p:nvSpPr>
          <p:cNvPr id="3" name="TextBox 2">
            <a:extLst>
              <a:ext uri="{FF2B5EF4-FFF2-40B4-BE49-F238E27FC236}">
                <a16:creationId xmlns:a16="http://schemas.microsoft.com/office/drawing/2014/main" id="{F1A8C666-3273-F126-A5FA-7B0CB6C86DBB}"/>
              </a:ext>
            </a:extLst>
          </p:cNvPr>
          <p:cNvSpPr txBox="1"/>
          <p:nvPr/>
        </p:nvSpPr>
        <p:spPr>
          <a:xfrm>
            <a:off x="574535" y="1074045"/>
            <a:ext cx="5891871" cy="1402948"/>
          </a:xfrm>
          <a:prstGeom prst="rect">
            <a:avLst/>
          </a:prstGeom>
          <a:noFill/>
        </p:spPr>
        <p:txBody>
          <a:bodyPr wrap="square" lIns="45720" tIns="91440" rIns="45720" bIns="91440" rtlCol="0">
            <a:spAutoFit/>
          </a:bodyPr>
          <a:lstStyle/>
          <a:p>
            <a:pPr lvl="0">
              <a:spcAft>
                <a:spcPts val="100"/>
              </a:spcAft>
              <a:buSzPct val="100000"/>
              <a:defRPr/>
            </a:pPr>
            <a:r>
              <a:rPr kumimoji="0" lang="en-US" sz="750" b="1" i="0" u="sng" strike="noStrike" kern="1200" cap="none" spc="0" normalizeH="0" baseline="0" noProof="0" dirty="0">
                <a:ln>
                  <a:noFill/>
                </a:ln>
                <a:solidFill>
                  <a:srgbClr val="020B5B"/>
                </a:solidFill>
                <a:effectLst/>
                <a:uLnTx/>
                <a:uFillTx/>
                <a:latin typeface="Arial"/>
                <a:ea typeface="+mn-ea"/>
                <a:cs typeface="+mn-cs"/>
              </a:rPr>
              <a:t>Option 2</a:t>
            </a:r>
            <a:r>
              <a:rPr lang="en-US" sz="750" b="1" u="sng" dirty="0">
                <a:solidFill>
                  <a:srgbClr val="020B5B"/>
                </a:solidFill>
                <a:latin typeface="Arial"/>
              </a:rPr>
              <a:t> for NY Branch Payments</a:t>
            </a:r>
            <a:r>
              <a:rPr kumimoji="0" lang="en-US" sz="750" b="1" i="0" strike="noStrike" kern="1200" cap="none" spc="0" normalizeH="0" baseline="0" noProof="0" dirty="0">
                <a:ln>
                  <a:noFill/>
                </a:ln>
                <a:solidFill>
                  <a:srgbClr val="020B5B"/>
                </a:solidFill>
                <a:effectLst/>
                <a:uLnTx/>
                <a:uFillTx/>
                <a:latin typeface="Arial"/>
                <a:ea typeface="+mn-ea"/>
                <a:cs typeface="+mn-cs"/>
              </a:rPr>
              <a:t>:  </a:t>
            </a:r>
            <a:r>
              <a:rPr kumimoji="0" lang="en-US" sz="750" i="0" u="none" strike="noStrike" kern="1200" cap="none" spc="0" normalizeH="0" baseline="0" noProof="0" dirty="0">
                <a:ln>
                  <a:noFill/>
                </a:ln>
                <a:solidFill>
                  <a:srgbClr val="020B5B"/>
                </a:solidFill>
                <a:effectLst/>
                <a:uLnTx/>
                <a:uFillTx/>
                <a:latin typeface="Arial"/>
                <a:ea typeface="+mn-ea"/>
                <a:cs typeface="+mn-cs"/>
              </a:rPr>
              <a:t>For clients with USD DDA on Transact Boston, USD payment </a:t>
            </a:r>
            <a:r>
              <a:rPr lang="en-US" sz="750" dirty="0">
                <a:solidFill>
                  <a:srgbClr val="020B5B"/>
                </a:solidFill>
                <a:latin typeface="Arial"/>
              </a:rPr>
              <a:t>instructions are routed to Gateway to orchestrate the required market payment and banking postings.  Whether facilitated via Gateway and/or RTPS, the following outcomes are required:</a:t>
            </a:r>
          </a:p>
          <a:p>
            <a:pPr marL="171450" indent="-171450">
              <a:spcAft>
                <a:spcPts val="100"/>
              </a:spcAft>
              <a:buSzPct val="100000"/>
              <a:buFont typeface="Arial" panose="020B0604020202020204" pitchFamily="34" charset="0"/>
              <a:buChar char="•"/>
              <a:defRPr/>
            </a:pPr>
            <a:r>
              <a:rPr lang="en-US" sz="750" dirty="0">
                <a:solidFill>
                  <a:srgbClr val="020B5B"/>
                </a:solidFill>
                <a:latin typeface="Arial"/>
              </a:rPr>
              <a:t>Payments formatted for Fedwire are processed directly from RPH Boston out to the Fed and posted to the client DDA on Transact Boston (not detailed in diagram below).</a:t>
            </a:r>
          </a:p>
          <a:p>
            <a:pPr marL="171450" indent="-171450">
              <a:spcAft>
                <a:spcPts val="100"/>
              </a:spcAft>
              <a:buSzPct val="100000"/>
              <a:buFont typeface="Arial" panose="020B0604020202020204" pitchFamily="34" charset="0"/>
              <a:buChar char="•"/>
              <a:defRPr/>
            </a:pPr>
            <a:r>
              <a:rPr lang="en-US" sz="750" dirty="0">
                <a:solidFill>
                  <a:srgbClr val="020B5B"/>
                </a:solidFill>
                <a:latin typeface="Arial"/>
              </a:rPr>
              <a:t>For payments formatted for CHIPS settlement, intercompany orchestration is required.</a:t>
            </a:r>
          </a:p>
          <a:p>
            <a:pPr marL="628650" lvl="1" indent="-171450">
              <a:spcAft>
                <a:spcPts val="100"/>
              </a:spcAft>
              <a:buSzPct val="100000"/>
              <a:buFont typeface="Arial" panose="020B0604020202020204" pitchFamily="34" charset="0"/>
              <a:buChar char="•"/>
              <a:defRPr/>
            </a:pPr>
            <a:r>
              <a:rPr lang="en-US" sz="750" dirty="0">
                <a:solidFill>
                  <a:srgbClr val="020B5B"/>
                </a:solidFill>
                <a:latin typeface="Arial"/>
              </a:rPr>
              <a:t>Banking posting to client DDA on Transact Boston requiring a successful credit/risk check (hold posting completion until market payment ACK)</a:t>
            </a:r>
          </a:p>
          <a:p>
            <a:pPr marL="628650" lvl="1" indent="-171450">
              <a:spcAft>
                <a:spcPts val="100"/>
              </a:spcAft>
              <a:buSzPct val="100000"/>
              <a:buFont typeface="Arial" panose="020B0604020202020204" pitchFamily="34" charset="0"/>
              <a:buChar char="•"/>
              <a:defRPr/>
            </a:pPr>
            <a:r>
              <a:rPr lang="en-US" sz="750" dirty="0">
                <a:solidFill>
                  <a:srgbClr val="020B5B"/>
                </a:solidFill>
                <a:latin typeface="Arial"/>
              </a:rPr>
              <a:t>Banking posting to CHIPS nostro on Transact NY (hold posting completion until market payment ACK)</a:t>
            </a:r>
          </a:p>
          <a:p>
            <a:pPr marL="628650" lvl="1" indent="-171450">
              <a:spcAft>
                <a:spcPts val="100"/>
              </a:spcAft>
              <a:buSzPct val="100000"/>
              <a:buFont typeface="Arial" panose="020B0604020202020204" pitchFamily="34" charset="0"/>
              <a:buChar char="•"/>
              <a:defRPr/>
            </a:pPr>
            <a:r>
              <a:rPr lang="en-US" sz="750" dirty="0">
                <a:solidFill>
                  <a:srgbClr val="020B5B"/>
                </a:solidFill>
                <a:latin typeface="Arial"/>
              </a:rPr>
              <a:t>Payment released from RPH NY to CHIPS (upon receiving payment ACK, complete the banking postings)</a:t>
            </a:r>
          </a:p>
        </p:txBody>
      </p:sp>
      <p:cxnSp>
        <p:nvCxnSpPr>
          <p:cNvPr id="5" name="Straight Arrow Connector 137">
            <a:extLst>
              <a:ext uri="{FF2B5EF4-FFF2-40B4-BE49-F238E27FC236}">
                <a16:creationId xmlns:a16="http://schemas.microsoft.com/office/drawing/2014/main" id="{08DA408A-D8B6-7EE9-205A-5277C747D741}"/>
              </a:ext>
            </a:extLst>
          </p:cNvPr>
          <p:cNvCxnSpPr>
            <a:cxnSpLocks/>
            <a:stCxn id="18" idx="2"/>
            <a:endCxn id="6" idx="0"/>
          </p:cNvCxnSpPr>
          <p:nvPr/>
        </p:nvCxnSpPr>
        <p:spPr>
          <a:xfrm>
            <a:off x="5008867" y="3367058"/>
            <a:ext cx="997" cy="662613"/>
          </a:xfrm>
          <a:prstGeom prst="straightConnector1">
            <a:avLst/>
          </a:prstGeom>
          <a:noFill/>
          <a:ln w="6350" cap="flat" cmpd="sng" algn="ctr">
            <a:solidFill>
              <a:srgbClr val="000000"/>
            </a:solidFill>
            <a:prstDash val="solid"/>
            <a:headEnd w="med" len="sm"/>
            <a:tailEnd type="triangle" w="sm" len="sm"/>
          </a:ln>
          <a:effectLst/>
        </p:spPr>
      </p:cxnSp>
      <p:sp>
        <p:nvSpPr>
          <p:cNvPr id="6" name="Rectangle 5">
            <a:extLst>
              <a:ext uri="{FF2B5EF4-FFF2-40B4-BE49-F238E27FC236}">
                <a16:creationId xmlns:a16="http://schemas.microsoft.com/office/drawing/2014/main" id="{FBA9055E-0863-1FA9-8B6C-6BF30D1E3ED9}"/>
              </a:ext>
            </a:extLst>
          </p:cNvPr>
          <p:cNvSpPr/>
          <p:nvPr/>
        </p:nvSpPr>
        <p:spPr bwMode="gray">
          <a:xfrm>
            <a:off x="4727848" y="4029671"/>
            <a:ext cx="564031"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 </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Bos</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8" name="TextBox 7">
            <a:extLst>
              <a:ext uri="{FF2B5EF4-FFF2-40B4-BE49-F238E27FC236}">
                <a16:creationId xmlns:a16="http://schemas.microsoft.com/office/drawing/2014/main" id="{927A2459-E187-B1D9-40CE-7CE3286C5402}"/>
              </a:ext>
            </a:extLst>
          </p:cNvPr>
          <p:cNvSpPr txBox="1"/>
          <p:nvPr/>
        </p:nvSpPr>
        <p:spPr>
          <a:xfrm>
            <a:off x="3935760" y="4263929"/>
            <a:ext cx="1297005" cy="533223"/>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a:t>
            </a:r>
            <a:r>
              <a:rPr lang="en-US" sz="650" u="sng" dirty="0">
                <a:solidFill>
                  <a:srgbClr val="020B5B"/>
                </a:solidFill>
                <a:latin typeface="Arial"/>
              </a:rPr>
              <a:t>Boston</a:t>
            </a:r>
            <a:r>
              <a:rPr kumimoji="0" lang="en-US" sz="650" b="0" i="0" u="sng" strike="noStrike" kern="1200" cap="none" spc="0" normalizeH="0" baseline="0" noProof="0" dirty="0">
                <a:ln>
                  <a:noFill/>
                </a:ln>
                <a:solidFill>
                  <a:srgbClr val="020B5B"/>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Client DDA</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Interco Nostro (Bos/NY)</a:t>
            </a:r>
          </a:p>
        </p:txBody>
      </p:sp>
      <p:grpSp>
        <p:nvGrpSpPr>
          <p:cNvPr id="15" name="Group 14">
            <a:extLst>
              <a:ext uri="{FF2B5EF4-FFF2-40B4-BE49-F238E27FC236}">
                <a16:creationId xmlns:a16="http://schemas.microsoft.com/office/drawing/2014/main" id="{6C99F63B-5FED-B8E9-CEDB-C4FB52E237EC}"/>
              </a:ext>
            </a:extLst>
          </p:cNvPr>
          <p:cNvGrpSpPr/>
          <p:nvPr/>
        </p:nvGrpSpPr>
        <p:grpSpPr>
          <a:xfrm>
            <a:off x="4852756" y="2956104"/>
            <a:ext cx="1187173" cy="434614"/>
            <a:chOff x="10299231" y="1754936"/>
            <a:chExt cx="795489" cy="434614"/>
          </a:xfrm>
        </p:grpSpPr>
        <p:sp>
          <p:nvSpPr>
            <p:cNvPr id="16" name="Rectangle 15">
              <a:extLst>
                <a:ext uri="{FF2B5EF4-FFF2-40B4-BE49-F238E27FC236}">
                  <a16:creationId xmlns:a16="http://schemas.microsoft.com/office/drawing/2014/main" id="{A5A0DAB6-2935-8AEB-06AA-A99F636A15BA}"/>
                </a:ext>
              </a:extLst>
            </p:cNvPr>
            <p:cNvSpPr/>
            <p:nvPr/>
          </p:nvSpPr>
          <p:spPr bwMode="gray">
            <a:xfrm>
              <a:off x="10299231" y="1754936"/>
              <a:ext cx="795489" cy="434614"/>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9AF95BFE-611D-50DE-B50A-2A00A0BD01B1}"/>
                </a:ext>
              </a:extLst>
            </p:cNvPr>
            <p:cNvSpPr/>
            <p:nvPr/>
          </p:nvSpPr>
          <p:spPr bwMode="gray">
            <a:xfrm>
              <a:off x="10512248" y="1776779"/>
              <a:ext cx="366606" cy="387163"/>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RPH</a:t>
              </a:r>
            </a:p>
          </p:txBody>
        </p:sp>
        <p:sp>
          <p:nvSpPr>
            <p:cNvPr id="18" name="Rectangle 17">
              <a:extLst>
                <a:ext uri="{FF2B5EF4-FFF2-40B4-BE49-F238E27FC236}">
                  <a16:creationId xmlns:a16="http://schemas.microsoft.com/office/drawing/2014/main" id="{3A36998D-61F7-544B-6DD5-2628531CB87D}"/>
                </a:ext>
              </a:extLst>
            </p:cNvPr>
            <p:cNvSpPr/>
            <p:nvPr/>
          </p:nvSpPr>
          <p:spPr bwMode="gray">
            <a:xfrm>
              <a:off x="103189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sp>
          <p:nvSpPr>
            <p:cNvPr id="19" name="Rectangle 18">
              <a:extLst>
                <a:ext uri="{FF2B5EF4-FFF2-40B4-BE49-F238E27FC236}">
                  <a16:creationId xmlns:a16="http://schemas.microsoft.com/office/drawing/2014/main" id="{0085567E-5FF8-240D-8B08-3C88B9C36AAB}"/>
                </a:ext>
              </a:extLst>
            </p:cNvPr>
            <p:cNvSpPr/>
            <p:nvPr/>
          </p:nvSpPr>
          <p:spPr bwMode="gray">
            <a:xfrm>
              <a:off x="109031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grpSp>
      <p:cxnSp>
        <p:nvCxnSpPr>
          <p:cNvPr id="20" name="Straight Arrow Connector 137">
            <a:extLst>
              <a:ext uri="{FF2B5EF4-FFF2-40B4-BE49-F238E27FC236}">
                <a16:creationId xmlns:a16="http://schemas.microsoft.com/office/drawing/2014/main" id="{D8C90C32-49A7-A141-4B65-0A0413CCE716}"/>
              </a:ext>
            </a:extLst>
          </p:cNvPr>
          <p:cNvCxnSpPr>
            <a:cxnSpLocks/>
            <a:stCxn id="19" idx="2"/>
            <a:endCxn id="21" idx="0"/>
          </p:cNvCxnSpPr>
          <p:nvPr/>
        </p:nvCxnSpPr>
        <p:spPr>
          <a:xfrm flipH="1">
            <a:off x="5879976" y="3367058"/>
            <a:ext cx="740" cy="662612"/>
          </a:xfrm>
          <a:prstGeom prst="straightConnector1">
            <a:avLst/>
          </a:prstGeom>
          <a:noFill/>
          <a:ln w="6350" cap="flat" cmpd="sng" algn="ctr">
            <a:solidFill>
              <a:srgbClr val="000000"/>
            </a:solidFill>
            <a:prstDash val="solid"/>
            <a:headEnd w="med" len="sm"/>
            <a:tailEnd type="triangle" w="sm" len="sm"/>
          </a:ln>
          <a:effectLst/>
        </p:spPr>
      </p:cxnSp>
      <p:sp>
        <p:nvSpPr>
          <p:cNvPr id="21" name="Rectangle 20">
            <a:extLst>
              <a:ext uri="{FF2B5EF4-FFF2-40B4-BE49-F238E27FC236}">
                <a16:creationId xmlns:a16="http://schemas.microsoft.com/office/drawing/2014/main" id="{3DE59E87-43E3-1CB4-8D8B-D65E40D36962}"/>
              </a:ext>
            </a:extLst>
          </p:cNvPr>
          <p:cNvSpPr/>
          <p:nvPr/>
        </p:nvSpPr>
        <p:spPr bwMode="gray">
          <a:xfrm>
            <a:off x="5591944" y="4029670"/>
            <a:ext cx="576064"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N</a:t>
            </a:r>
            <a:r>
              <a:rPr lang="en-US" sz="700" b="1" kern="0" dirty="0">
                <a:solidFill>
                  <a:prstClr val="black"/>
                </a:solidFill>
                <a:latin typeface="Arial"/>
              </a:rPr>
              <a:t>Y</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22" name="TextBox 21">
            <a:extLst>
              <a:ext uri="{FF2B5EF4-FFF2-40B4-BE49-F238E27FC236}">
                <a16:creationId xmlns:a16="http://schemas.microsoft.com/office/drawing/2014/main" id="{386DFCD3-5769-C599-E424-78D004EFF4AB}"/>
              </a:ext>
            </a:extLst>
          </p:cNvPr>
          <p:cNvSpPr txBox="1"/>
          <p:nvPr/>
        </p:nvSpPr>
        <p:spPr>
          <a:xfrm>
            <a:off x="5447928" y="4437112"/>
            <a:ext cx="129700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New York:</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Interco Vostro (Bos/NY)</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USD Nostro (CHIPS)</a:t>
            </a:r>
          </a:p>
        </p:txBody>
      </p:sp>
      <p:sp>
        <p:nvSpPr>
          <p:cNvPr id="27" name="TextBox 26">
            <a:extLst>
              <a:ext uri="{FF2B5EF4-FFF2-40B4-BE49-F238E27FC236}">
                <a16:creationId xmlns:a16="http://schemas.microsoft.com/office/drawing/2014/main" id="{DE278229-AE6C-E8C9-733D-CA2B411016CF}"/>
              </a:ext>
            </a:extLst>
          </p:cNvPr>
          <p:cNvSpPr txBox="1"/>
          <p:nvPr/>
        </p:nvSpPr>
        <p:spPr>
          <a:xfrm>
            <a:off x="6872151" y="3753033"/>
            <a:ext cx="4120393" cy="1908215"/>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700" i="1" dirty="0">
                <a:solidFill>
                  <a:srgbClr val="020B5B"/>
                </a:solidFill>
                <a:latin typeface="Arial"/>
              </a:rPr>
              <a:t>If the client DDA is on Transact Boston and instructs a US CHIPS payment (on RPH NY /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700" i="1" dirty="0">
                <a:solidFill>
                  <a:srgbClr val="020B5B"/>
                </a:solidFill>
                <a:latin typeface="Arial"/>
              </a:rPr>
              <a:t>Transact NY), with this approach the intercompany settlement solution must: </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Validate the client DDA has migrated to Transact and return the branch and DDA (Boston).</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Validate and return the market settlement account and banking branch (NY - CHIPS nostro).</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Determine the intercompany settlement offset accounts if the client DDA and market nostro reside on different branches (potentially leverage the Gateway intercompany reference table).</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At payment release date/time, construct and send </a:t>
            </a:r>
            <a:r>
              <a:rPr kumimoji="0" lang="en-US" sz="700" b="0" i="1" u="none" strike="noStrike" kern="1200" cap="none" spc="0" normalizeH="0" baseline="0" noProof="0" dirty="0">
                <a:ln>
                  <a:noFill/>
                </a:ln>
                <a:solidFill>
                  <a:srgbClr val="020B5B"/>
                </a:solidFill>
                <a:effectLst/>
                <a:uLnTx/>
                <a:uFillTx/>
                <a:latin typeface="Arial"/>
                <a:ea typeface="+mn-ea"/>
                <a:cs typeface="+mn-cs"/>
              </a:rPr>
              <a:t>unauthorized posting to Transact Boston </a:t>
            </a:r>
            <a:r>
              <a:rPr lang="en-US" sz="700" i="1" dirty="0">
                <a:solidFill>
                  <a:srgbClr val="020B5B"/>
                </a:solidFill>
                <a:latin typeface="Arial"/>
              </a:rPr>
              <a:t>with credit/risk check of the client DDA (hold payment release until successful credit/risk response).</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Construct and send an unauthorized posting</a:t>
            </a:r>
            <a:r>
              <a:rPr kumimoji="0" lang="en-US" sz="700" b="0" i="1" u="none" strike="noStrike" kern="1200" cap="none" spc="0" normalizeH="0" baseline="0" noProof="0" dirty="0">
                <a:ln>
                  <a:noFill/>
                </a:ln>
                <a:solidFill>
                  <a:srgbClr val="020B5B"/>
                </a:solidFill>
                <a:effectLst/>
                <a:uLnTx/>
                <a:uFillTx/>
                <a:latin typeface="Arial"/>
                <a:ea typeface="+mn-ea"/>
                <a:cs typeface="+mn-cs"/>
              </a:rPr>
              <a:t> to Transact NY against the CHIPS nostro and intercompany offset</a:t>
            </a:r>
            <a:r>
              <a:rPr lang="en-US" sz="700" i="1" dirty="0">
                <a:solidFill>
                  <a:srgbClr val="020B5B"/>
                </a:solidFill>
                <a:latin typeface="Arial"/>
              </a:rPr>
              <a:t>.</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Release the payment to the market (CHIPS) and await network/clearing acknowledgement.</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Upon receiving the </a:t>
            </a:r>
            <a:r>
              <a:rPr lang="en-US" sz="700" i="1" dirty="0">
                <a:solidFill>
                  <a:srgbClr val="020B5B"/>
                </a:solidFill>
                <a:latin typeface="Arial"/>
              </a:rPr>
              <a:t>payment </a:t>
            </a:r>
            <a:r>
              <a:rPr kumimoji="0" lang="en-US" sz="700" b="0" i="1" u="none" strike="noStrike" kern="1200" cap="none" spc="0" normalizeH="0" baseline="0" noProof="0" dirty="0">
                <a:ln>
                  <a:noFill/>
                </a:ln>
                <a:solidFill>
                  <a:srgbClr val="020B5B"/>
                </a:solidFill>
                <a:effectLst/>
                <a:uLnTx/>
                <a:uFillTx/>
                <a:latin typeface="Arial"/>
                <a:ea typeface="+mn-ea"/>
                <a:cs typeface="+mn-cs"/>
              </a:rPr>
              <a:t>acknowledgement, authorize both Transact banking postings (i.e. Gateway sends authorized posting update messages to Transact).</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lang="en-US" sz="700" i="1" dirty="0">
                <a:solidFill>
                  <a:srgbClr val="020B5B"/>
                </a:solidFill>
                <a:latin typeface="Arial"/>
              </a:rPr>
              <a:t>If the payment is formatted to pay via the Cover Method (Advice + Cover), then the solution must generate and send the pacs.008 advice message to the Creditor Agent, in addition to the pacs.009 cover payment for clearing and settlement.  </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p:txBody>
      </p:sp>
      <p:sp>
        <p:nvSpPr>
          <p:cNvPr id="28" name="Left Brace 27">
            <a:extLst>
              <a:ext uri="{FF2B5EF4-FFF2-40B4-BE49-F238E27FC236}">
                <a16:creationId xmlns:a16="http://schemas.microsoft.com/office/drawing/2014/main" id="{21348CCF-B34C-843E-05E3-F438B09685AF}"/>
              </a:ext>
            </a:extLst>
          </p:cNvPr>
          <p:cNvSpPr/>
          <p:nvPr/>
        </p:nvSpPr>
        <p:spPr>
          <a:xfrm>
            <a:off x="6784857" y="3812014"/>
            <a:ext cx="102519" cy="1811637"/>
          </a:xfrm>
          <a:prstGeom prst="leftBrace">
            <a:avLst>
              <a:gd name="adj1" fmla="val 21096"/>
              <a:gd name="adj2" fmla="val 27794"/>
            </a:avLst>
          </a:prstGeom>
          <a:noFill/>
          <a:ln w="6350" cap="flat" cmpd="sng" algn="ctr">
            <a:solidFill>
              <a:srgbClr val="000000">
                <a:lumMod val="50000"/>
                <a:lumOff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cxnSp>
        <p:nvCxnSpPr>
          <p:cNvPr id="29" name="Straight Arrow Connector 137">
            <a:extLst>
              <a:ext uri="{FF2B5EF4-FFF2-40B4-BE49-F238E27FC236}">
                <a16:creationId xmlns:a16="http://schemas.microsoft.com/office/drawing/2014/main" id="{455E1867-6021-3EA0-A12F-33C75CB24A63}"/>
              </a:ext>
            </a:extLst>
          </p:cNvPr>
          <p:cNvCxnSpPr>
            <a:cxnSpLocks/>
          </p:cNvCxnSpPr>
          <p:nvPr/>
        </p:nvCxnSpPr>
        <p:spPr>
          <a:xfrm>
            <a:off x="6023254" y="3638403"/>
            <a:ext cx="761603" cy="636724"/>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23" name="TextBox 22">
            <a:extLst>
              <a:ext uri="{FF2B5EF4-FFF2-40B4-BE49-F238E27FC236}">
                <a16:creationId xmlns:a16="http://schemas.microsoft.com/office/drawing/2014/main" id="{64644D7D-D732-56F8-3FF1-00E222C71B49}"/>
              </a:ext>
            </a:extLst>
          </p:cNvPr>
          <p:cNvSpPr txBox="1"/>
          <p:nvPr/>
        </p:nvSpPr>
        <p:spPr>
          <a:xfrm>
            <a:off x="8760296" y="1743199"/>
            <a:ext cx="1800200" cy="861774"/>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srgbClr val="C00000"/>
                </a:solidFill>
                <a:effectLst/>
                <a:uLnTx/>
                <a:uFillTx/>
                <a:latin typeface="Arial"/>
                <a:ea typeface="+mn-ea"/>
                <a:cs typeface="+mn-cs"/>
              </a:rPr>
              <a:t>Other </a:t>
            </a:r>
            <a:r>
              <a:rPr lang="en-US" sz="900" b="1" dirty="0">
                <a:solidFill>
                  <a:srgbClr val="C00000"/>
                </a:solidFill>
                <a:latin typeface="Arial"/>
              </a:rPr>
              <a:t>options </a:t>
            </a:r>
            <a:r>
              <a:rPr kumimoji="0" lang="en-US" sz="900" b="1" i="0" u="none" strike="noStrike" kern="1200" cap="none" spc="0" normalizeH="0" baseline="0" noProof="0" dirty="0">
                <a:ln>
                  <a:noFill/>
                </a:ln>
                <a:solidFill>
                  <a:srgbClr val="C00000"/>
                </a:solidFill>
                <a:effectLst/>
                <a:uLnTx/>
                <a:uFillTx/>
                <a:latin typeface="Arial"/>
                <a:ea typeface="+mn-ea"/>
                <a:cs typeface="+mn-cs"/>
              </a:rPr>
              <a:t>or variations?</a:t>
            </a:r>
          </a:p>
          <a:p>
            <a:pPr marL="0" marR="0" lvl="0" indent="0" algn="ctr" defTabSz="914400" rtl="0" eaLnBrk="1" fontAlgn="auto" latinLnBrk="0" hangingPunct="1">
              <a:lnSpc>
                <a:spcPct val="100000"/>
              </a:lnSpc>
              <a:spcBef>
                <a:spcPts val="0"/>
              </a:spcBef>
              <a:spcAft>
                <a:spcPts val="0"/>
              </a:spcAft>
              <a:buClrTx/>
              <a:buSzPct val="100000"/>
              <a:buFontTx/>
              <a:buNone/>
              <a:tabLst/>
              <a:defRPr/>
            </a:pPr>
            <a:endParaRPr lang="en-US" sz="700" b="1" dirty="0">
              <a:solidFill>
                <a:srgbClr val="C00000"/>
              </a:solidFill>
              <a:latin typeface="Arial"/>
            </a:endParaRPr>
          </a:p>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US" sz="700" b="1" dirty="0">
                <a:solidFill>
                  <a:srgbClr val="C00000"/>
                </a:solidFill>
                <a:latin typeface="Arial"/>
              </a:rPr>
              <a:t>Add a CHIPS line to RPH Boston for accounts converted to Transact and manage all (Target State) from the Boston Bank?  Larger effort?</a:t>
            </a:r>
            <a:endParaRPr kumimoji="0" lang="en-US" sz="700" b="1" i="0" u="none" strike="noStrike" kern="1200" cap="none" spc="0" normalizeH="0" baseline="0" noProof="0" dirty="0">
              <a:ln>
                <a:noFill/>
              </a:ln>
              <a:solidFill>
                <a:srgbClr val="C00000"/>
              </a:solidFill>
              <a:effectLst/>
              <a:uLnTx/>
              <a:uFillTx/>
              <a:latin typeface="Arial"/>
              <a:ea typeface="+mn-ea"/>
              <a:cs typeface="+mn-cs"/>
            </a:endParaRPr>
          </a:p>
        </p:txBody>
      </p:sp>
      <p:sp>
        <p:nvSpPr>
          <p:cNvPr id="24" name="TextBox 23">
            <a:extLst>
              <a:ext uri="{FF2B5EF4-FFF2-40B4-BE49-F238E27FC236}">
                <a16:creationId xmlns:a16="http://schemas.microsoft.com/office/drawing/2014/main" id="{0627D128-B2F1-1C7F-0B89-A79CEC864D20}"/>
              </a:ext>
            </a:extLst>
          </p:cNvPr>
          <p:cNvSpPr txBox="1"/>
          <p:nvPr/>
        </p:nvSpPr>
        <p:spPr>
          <a:xfrm>
            <a:off x="3708535" y="3035748"/>
            <a:ext cx="1163329" cy="276999"/>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MX </a:t>
            </a:r>
            <a:r>
              <a:rPr lang="en-US" sz="600" dirty="0">
                <a:solidFill>
                  <a:srgbClr val="020B5B"/>
                </a:solidFill>
                <a:latin typeface="Arial"/>
              </a:rPr>
              <a:t>instructions</a:t>
            </a:r>
          </a:p>
        </p:txBody>
      </p:sp>
      <p:sp>
        <p:nvSpPr>
          <p:cNvPr id="25" name="TextBox 24">
            <a:extLst>
              <a:ext uri="{FF2B5EF4-FFF2-40B4-BE49-F238E27FC236}">
                <a16:creationId xmlns:a16="http://schemas.microsoft.com/office/drawing/2014/main" id="{0802B3AF-EC06-8595-4364-1A99EA644D16}"/>
              </a:ext>
            </a:extLst>
          </p:cNvPr>
          <p:cNvSpPr txBox="1"/>
          <p:nvPr/>
        </p:nvSpPr>
        <p:spPr>
          <a:xfrm>
            <a:off x="1415480" y="4096220"/>
            <a:ext cx="2046179" cy="1077218"/>
          </a:xfrm>
          <a:prstGeom prst="rect">
            <a:avLst/>
          </a:prstGeom>
          <a:noFill/>
        </p:spPr>
        <p:txBody>
          <a:bodyPr wrap="square" lIns="0" tIns="0" rIns="0" bIns="0" rtlCol="0">
            <a:spAutoFit/>
          </a:bodyPr>
          <a:lstStyle/>
          <a:p>
            <a:pPr lvl="0">
              <a:buSzPct val="100000"/>
              <a:defRPr/>
            </a:pPr>
            <a:r>
              <a:rPr lang="en-US" sz="700" b="1" i="1" u="sng" dirty="0">
                <a:solidFill>
                  <a:srgbClr val="020B5B"/>
                </a:solidFill>
                <a:latin typeface="Arial"/>
              </a:rPr>
              <a:t>Example using MT304 instruction to GTM:</a:t>
            </a:r>
          </a:p>
          <a:p>
            <a:pPr lvl="0">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a:t>
            </a:r>
            <a:r>
              <a:rPr lang="en-US" sz="700" i="1" dirty="0">
                <a:solidFill>
                  <a:srgbClr val="020B5B"/>
                </a:solidFill>
                <a:latin typeface="Arial"/>
              </a:rPr>
              <a:t>GTM splits MT304 to payment and receipt</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MT210 currency EUR</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MT202 currency USD</a:t>
            </a:r>
          </a:p>
          <a:p>
            <a:pPr lvl="0">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a:t>
            </a:r>
            <a:r>
              <a:rPr lang="en-US" sz="700" i="1" dirty="0">
                <a:solidFill>
                  <a:srgbClr val="020B5B"/>
                </a:solidFill>
                <a:latin typeface="Arial"/>
              </a:rPr>
              <a:t>GTM performs reference call for fund 1234, </a:t>
            </a:r>
          </a:p>
          <a:p>
            <a:pPr lvl="0">
              <a:buSzPct val="100000"/>
              <a:defRPr/>
            </a:pPr>
            <a:r>
              <a:rPr lang="en-US" sz="700" i="1" dirty="0">
                <a:solidFill>
                  <a:srgbClr val="020B5B"/>
                </a:solidFill>
                <a:latin typeface="Arial"/>
              </a:rPr>
              <a:t>  currency USD (RNA / RDA / RPN / HDR)</a:t>
            </a:r>
          </a:p>
          <a:p>
            <a:pPr lvl="0">
              <a:buSzPct val="100000"/>
              <a:defRPr/>
            </a:pPr>
            <a:r>
              <a:rPr lang="en-US" sz="700" i="1" dirty="0">
                <a:solidFill>
                  <a:srgbClr val="020B5B"/>
                </a:solidFill>
                <a:latin typeface="Arial"/>
              </a:rPr>
              <a:t>      System on RNA = T24 (Transact)</a:t>
            </a:r>
          </a:p>
          <a:p>
            <a:pPr lvl="0">
              <a:buSzPct val="100000"/>
              <a:defRPr/>
            </a:pPr>
            <a:r>
              <a:rPr lang="en-US" sz="700" i="1" dirty="0">
                <a:solidFill>
                  <a:srgbClr val="020B5B"/>
                </a:solidFill>
                <a:latin typeface="Arial"/>
              </a:rPr>
              <a:t>      Installation / Branch = S1 24 (Transact B01)</a:t>
            </a:r>
          </a:p>
          <a:p>
            <a:pPr lvl="0">
              <a:buSzPct val="100000"/>
              <a:defRPr/>
            </a:pPr>
            <a:r>
              <a:rPr lang="en-US" sz="700" i="1" dirty="0">
                <a:solidFill>
                  <a:srgbClr val="020B5B"/>
                </a:solidFill>
                <a:latin typeface="Arial"/>
              </a:rPr>
              <a:t>      DDA# on RDA = 12345678 </a:t>
            </a:r>
          </a:p>
          <a:p>
            <a:pPr lvl="0">
              <a:buSzPct val="100000"/>
              <a:defRPr/>
            </a:pPr>
            <a:r>
              <a:rPr lang="en-US" sz="700" i="1" dirty="0">
                <a:solidFill>
                  <a:srgbClr val="020B5B"/>
                </a:solidFill>
                <a:latin typeface="Arial"/>
              </a:rPr>
              <a:t>      DDA# on HDR = no longer used</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p:txBody>
      </p:sp>
      <p:cxnSp>
        <p:nvCxnSpPr>
          <p:cNvPr id="26" name="Straight Arrow Connector 137">
            <a:extLst>
              <a:ext uri="{FF2B5EF4-FFF2-40B4-BE49-F238E27FC236}">
                <a16:creationId xmlns:a16="http://schemas.microsoft.com/office/drawing/2014/main" id="{FE3B11A8-AE3A-03DA-96B7-B2DA2A24A964}"/>
              </a:ext>
            </a:extLst>
          </p:cNvPr>
          <p:cNvCxnSpPr>
            <a:cxnSpLocks/>
          </p:cNvCxnSpPr>
          <p:nvPr/>
        </p:nvCxnSpPr>
        <p:spPr>
          <a:xfrm flipV="1">
            <a:off x="2076364" y="3583800"/>
            <a:ext cx="165339" cy="407870"/>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cxnSp>
        <p:nvCxnSpPr>
          <p:cNvPr id="30" name="Straight Arrow Connector 137">
            <a:extLst>
              <a:ext uri="{FF2B5EF4-FFF2-40B4-BE49-F238E27FC236}">
                <a16:creationId xmlns:a16="http://schemas.microsoft.com/office/drawing/2014/main" id="{7222AB96-4A19-D318-F388-1BFD523B0EA4}"/>
              </a:ext>
            </a:extLst>
          </p:cNvPr>
          <p:cNvCxnSpPr>
            <a:cxnSpLocks/>
            <a:stCxn id="293" idx="3"/>
          </p:cNvCxnSpPr>
          <p:nvPr/>
        </p:nvCxnSpPr>
        <p:spPr>
          <a:xfrm>
            <a:off x="2785246" y="3312871"/>
            <a:ext cx="2079048" cy="0"/>
          </a:xfrm>
          <a:prstGeom prst="straightConnector1">
            <a:avLst/>
          </a:prstGeom>
          <a:noFill/>
          <a:ln w="6350" cap="flat" cmpd="sng" algn="ctr">
            <a:solidFill>
              <a:srgbClr val="000000"/>
            </a:solidFill>
            <a:prstDash val="solid"/>
            <a:headEnd w="med" len="sm"/>
            <a:tailEnd type="triangle" w="sm" len="sm"/>
          </a:ln>
          <a:effectLst/>
        </p:spPr>
      </p:cxnSp>
      <p:grpSp>
        <p:nvGrpSpPr>
          <p:cNvPr id="31" name="Group 30">
            <a:extLst>
              <a:ext uri="{FF2B5EF4-FFF2-40B4-BE49-F238E27FC236}">
                <a16:creationId xmlns:a16="http://schemas.microsoft.com/office/drawing/2014/main" id="{CB94819B-EA08-E44C-7657-4DC9714F9ADE}"/>
              </a:ext>
            </a:extLst>
          </p:cNvPr>
          <p:cNvGrpSpPr/>
          <p:nvPr/>
        </p:nvGrpSpPr>
        <p:grpSpPr>
          <a:xfrm>
            <a:off x="722091" y="2708920"/>
            <a:ext cx="475312" cy="932314"/>
            <a:chOff x="627173" y="1856952"/>
            <a:chExt cx="475312" cy="932314"/>
          </a:xfrm>
        </p:grpSpPr>
        <p:sp>
          <p:nvSpPr>
            <p:cNvPr id="288" name="Rectangle 287">
              <a:extLst>
                <a:ext uri="{FF2B5EF4-FFF2-40B4-BE49-F238E27FC236}">
                  <a16:creationId xmlns:a16="http://schemas.microsoft.com/office/drawing/2014/main" id="{D6F6729A-BAAD-46F6-FE60-A70D0BBE5D71}"/>
                </a:ext>
              </a:extLst>
            </p:cNvPr>
            <p:cNvSpPr/>
            <p:nvPr/>
          </p:nvSpPr>
          <p:spPr>
            <a:xfrm>
              <a:off x="627173" y="1856952"/>
              <a:ext cx="475312" cy="932314"/>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Channels</a:t>
              </a:r>
            </a:p>
          </p:txBody>
        </p:sp>
        <p:pic>
          <p:nvPicPr>
            <p:cNvPr id="289" name="Picture 24" descr="Ui Ux outline">
              <a:extLst>
                <a:ext uri="{FF2B5EF4-FFF2-40B4-BE49-F238E27FC236}">
                  <a16:creationId xmlns:a16="http://schemas.microsoft.com/office/drawing/2014/main" id="{F0537DFD-4763-ABF1-4065-3AF05663AB5D}"/>
                </a:ext>
              </a:extLst>
            </p:cNvPr>
            <p:cNvPicPr>
              <a:picLocks noChangeAspect="1" noChangeArrowheads="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auto">
            <a:xfrm>
              <a:off x="743409" y="2396182"/>
              <a:ext cx="232535" cy="221021"/>
            </a:xfrm>
            <a:prstGeom prst="rect">
              <a:avLst/>
            </a:prstGeom>
            <a:noFill/>
            <a:extLst>
              <a:ext uri="{909E8E84-426E-40DD-AFC4-6F175D3DCCD1}">
                <a14:hiddenFill xmlns:a14="http://schemas.microsoft.com/office/drawing/2010/main">
                  <a:solidFill>
                    <a:srgbClr val="FFFFFF"/>
                  </a:solidFill>
                </a14:hiddenFill>
              </a:ext>
            </a:extLst>
          </p:spPr>
        </p:pic>
        <p:pic>
          <p:nvPicPr>
            <p:cNvPr id="290" name="Picture 2" descr="Flexible payment in our Middle Ages store ageofcraft.com">
              <a:extLst>
                <a:ext uri="{FF2B5EF4-FFF2-40B4-BE49-F238E27FC236}">
                  <a16:creationId xmlns:a16="http://schemas.microsoft.com/office/drawing/2014/main" id="{720593D9-C72A-AB45-E85C-A176EB3D0FC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4839" y="2050124"/>
              <a:ext cx="203911" cy="190046"/>
            </a:xfrm>
            <a:prstGeom prst="rect">
              <a:avLst/>
            </a:prstGeom>
            <a:noFill/>
            <a:extLst>
              <a:ext uri="{909E8E84-426E-40DD-AFC4-6F175D3DCCD1}">
                <a14:hiddenFill xmlns:a14="http://schemas.microsoft.com/office/drawing/2010/main">
                  <a:solidFill>
                    <a:srgbClr val="FFFFFF"/>
                  </a:solidFill>
                </a14:hiddenFill>
              </a:ext>
            </a:extLst>
          </p:spPr>
        </p:pic>
        <p:sp>
          <p:nvSpPr>
            <p:cNvPr id="291" name="TextBox 290">
              <a:extLst>
                <a:ext uri="{FF2B5EF4-FFF2-40B4-BE49-F238E27FC236}">
                  <a16:creationId xmlns:a16="http://schemas.microsoft.com/office/drawing/2014/main" id="{ADD141A6-1807-366F-FEE0-F99850BFBA58}"/>
                </a:ext>
              </a:extLst>
            </p:cNvPr>
            <p:cNvSpPr txBox="1"/>
            <p:nvPr/>
          </p:nvSpPr>
          <p:spPr>
            <a:xfrm>
              <a:off x="658525" y="2260655"/>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a:t>
              </a:r>
            </a:p>
          </p:txBody>
        </p:sp>
        <p:sp>
          <p:nvSpPr>
            <p:cNvPr id="292" name="TextBox 291">
              <a:extLst>
                <a:ext uri="{FF2B5EF4-FFF2-40B4-BE49-F238E27FC236}">
                  <a16:creationId xmlns:a16="http://schemas.microsoft.com/office/drawing/2014/main" id="{45E6C39B-526A-9C3E-578C-9EEABE1786F9}"/>
                </a:ext>
              </a:extLst>
            </p:cNvPr>
            <p:cNvSpPr txBox="1"/>
            <p:nvPr/>
          </p:nvSpPr>
          <p:spPr>
            <a:xfrm>
              <a:off x="663351" y="2622859"/>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Systems</a:t>
              </a:r>
            </a:p>
          </p:txBody>
        </p:sp>
      </p:grpSp>
      <p:sp>
        <p:nvSpPr>
          <p:cNvPr id="293" name="Rectangle 292">
            <a:extLst>
              <a:ext uri="{FF2B5EF4-FFF2-40B4-BE49-F238E27FC236}">
                <a16:creationId xmlns:a16="http://schemas.microsoft.com/office/drawing/2014/main" id="{4616766F-BC6E-96AB-0C93-F3D794D4A509}"/>
              </a:ext>
            </a:extLst>
          </p:cNvPr>
          <p:cNvSpPr/>
          <p:nvPr/>
        </p:nvSpPr>
        <p:spPr bwMode="gray">
          <a:xfrm>
            <a:off x="2299071" y="3156570"/>
            <a:ext cx="486175" cy="312601"/>
          </a:xfrm>
          <a:prstGeom prst="rect">
            <a:avLst/>
          </a:prstGeom>
          <a:solidFill>
            <a:srgbClr val="FFFFFF">
              <a:lumMod val="95000"/>
            </a:srgbClr>
          </a:solidFill>
          <a:ln w="6350" algn="ctr">
            <a:solidFill>
              <a:srgbClr val="000000"/>
            </a:solidFill>
            <a:miter lim="800000"/>
            <a:headEnd/>
            <a:tailEnd/>
          </a:ln>
        </p:spPr>
        <p:txBody>
          <a:bodyPr wrap="square" lIns="9144" tIns="91440" rIns="9144"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GTM</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cxnSp>
        <p:nvCxnSpPr>
          <p:cNvPr id="294" name="Straight Arrow Connector 137">
            <a:extLst>
              <a:ext uri="{FF2B5EF4-FFF2-40B4-BE49-F238E27FC236}">
                <a16:creationId xmlns:a16="http://schemas.microsoft.com/office/drawing/2014/main" id="{C930FC9F-2D92-19CE-FCD7-D744EB1A2ECD}"/>
              </a:ext>
            </a:extLst>
          </p:cNvPr>
          <p:cNvCxnSpPr>
            <a:cxnSpLocks/>
            <a:endCxn id="293" idx="1"/>
          </p:cNvCxnSpPr>
          <p:nvPr/>
        </p:nvCxnSpPr>
        <p:spPr>
          <a:xfrm flipV="1">
            <a:off x="1191680" y="3312871"/>
            <a:ext cx="1107391" cy="1602"/>
          </a:xfrm>
          <a:prstGeom prst="straightConnector1">
            <a:avLst/>
          </a:prstGeom>
          <a:noFill/>
          <a:ln w="6350" cap="flat" cmpd="sng" algn="ctr">
            <a:solidFill>
              <a:srgbClr val="000000"/>
            </a:solidFill>
            <a:prstDash val="solid"/>
            <a:headEnd w="med" len="sm"/>
            <a:tailEnd type="triangle" w="sm" len="sm"/>
          </a:ln>
          <a:effectLst/>
        </p:spPr>
      </p:cxnSp>
      <p:sp>
        <p:nvSpPr>
          <p:cNvPr id="295" name="TextBox 294">
            <a:extLst>
              <a:ext uri="{FF2B5EF4-FFF2-40B4-BE49-F238E27FC236}">
                <a16:creationId xmlns:a16="http://schemas.microsoft.com/office/drawing/2014/main" id="{F7E5E1FA-B105-A504-F2A7-8B61B186F7AE}"/>
              </a:ext>
            </a:extLst>
          </p:cNvPr>
          <p:cNvSpPr txBox="1"/>
          <p:nvPr/>
        </p:nvSpPr>
        <p:spPr>
          <a:xfrm>
            <a:off x="1479918" y="3290160"/>
            <a:ext cx="672166" cy="461665"/>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MT304</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 - Receive EUR</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 - Pay USD</a:t>
            </a:r>
          </a:p>
        </p:txBody>
      </p:sp>
      <p:cxnSp>
        <p:nvCxnSpPr>
          <p:cNvPr id="296" name="Straight Arrow Connector 137">
            <a:extLst>
              <a:ext uri="{FF2B5EF4-FFF2-40B4-BE49-F238E27FC236}">
                <a16:creationId xmlns:a16="http://schemas.microsoft.com/office/drawing/2014/main" id="{10341136-66FE-71B8-6023-CE22280CC9B0}"/>
              </a:ext>
            </a:extLst>
          </p:cNvPr>
          <p:cNvCxnSpPr>
            <a:cxnSpLocks/>
          </p:cNvCxnSpPr>
          <p:nvPr/>
        </p:nvCxnSpPr>
        <p:spPr>
          <a:xfrm>
            <a:off x="1197403" y="3058818"/>
            <a:ext cx="3666891" cy="0"/>
          </a:xfrm>
          <a:prstGeom prst="straightConnector1">
            <a:avLst/>
          </a:prstGeom>
          <a:noFill/>
          <a:ln w="6350" cap="flat" cmpd="sng" algn="ctr">
            <a:solidFill>
              <a:srgbClr val="000000"/>
            </a:solidFill>
            <a:prstDash val="solid"/>
            <a:headEnd w="med" len="sm"/>
            <a:tailEnd type="triangle" w="sm" len="sm"/>
          </a:ln>
          <a:effectLst/>
        </p:spPr>
      </p:cxnSp>
      <p:sp>
        <p:nvSpPr>
          <p:cNvPr id="297" name="TextBox 296">
            <a:extLst>
              <a:ext uri="{FF2B5EF4-FFF2-40B4-BE49-F238E27FC236}">
                <a16:creationId xmlns:a16="http://schemas.microsoft.com/office/drawing/2014/main" id="{722303FB-F3E6-2B08-EF73-CBCD65472095}"/>
              </a:ext>
            </a:extLst>
          </p:cNvPr>
          <p:cNvSpPr txBox="1"/>
          <p:nvPr/>
        </p:nvSpPr>
        <p:spPr>
          <a:xfrm>
            <a:off x="1407911" y="2817663"/>
            <a:ext cx="1163330" cy="276999"/>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US" sz="600" dirty="0">
                <a:solidFill>
                  <a:srgbClr val="020B5B"/>
                </a:solidFill>
                <a:latin typeface="Arial"/>
              </a:rPr>
              <a:t>USD payment instructions</a:t>
            </a:r>
            <a:endParaRPr kumimoji="0" lang="en-US" sz="600" b="0" i="0" u="none" strike="noStrike" kern="1200" cap="none" spc="0" normalizeH="0" baseline="0" noProof="0" dirty="0">
              <a:ln>
                <a:noFill/>
              </a:ln>
              <a:solidFill>
                <a:srgbClr val="020B5B"/>
              </a:solidFill>
              <a:effectLst/>
              <a:uLnTx/>
              <a:uFillTx/>
              <a:latin typeface="Arial"/>
              <a:ea typeface="+mn-ea"/>
              <a:cs typeface="+mn-cs"/>
            </a:endParaRPr>
          </a:p>
        </p:txBody>
      </p:sp>
      <p:sp>
        <p:nvSpPr>
          <p:cNvPr id="298" name="Rectangle 297">
            <a:extLst>
              <a:ext uri="{FF2B5EF4-FFF2-40B4-BE49-F238E27FC236}">
                <a16:creationId xmlns:a16="http://schemas.microsoft.com/office/drawing/2014/main" id="{6D833113-7115-3A9E-16C0-7D11EAE924F3}"/>
              </a:ext>
            </a:extLst>
          </p:cNvPr>
          <p:cNvSpPr/>
          <p:nvPr/>
        </p:nvSpPr>
        <p:spPr bwMode="gray">
          <a:xfrm>
            <a:off x="3179473" y="2963322"/>
            <a:ext cx="581090" cy="439531"/>
          </a:xfrm>
          <a:prstGeom prst="rect">
            <a:avLst/>
          </a:prstGeom>
          <a:solidFill>
            <a:srgbClr val="F56E00">
              <a:lumMod val="20000"/>
              <a:lumOff val="80000"/>
            </a:srgbClr>
          </a:solidFill>
          <a:ln w="6350" algn="ctr">
            <a:solidFill>
              <a:srgbClr val="000000"/>
            </a:solidFill>
            <a:miter lim="800000"/>
            <a:headEnd/>
            <a:tailEnd/>
          </a:ln>
        </p:spPr>
        <p:txBody>
          <a:bodyPr wrap="square" lIns="0" tIns="27432" rIns="0" bIns="91440" rtlCol="0" anchor="t"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50" b="1" i="0" u="none" strike="noStrike" kern="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50" b="1" i="0" u="none" strike="noStrike" kern="0" cap="none" spc="0" normalizeH="0" baseline="0" noProof="0" dirty="0">
                <a:ln>
                  <a:noFill/>
                </a:ln>
                <a:solidFill>
                  <a:prstClr val="black"/>
                </a:solidFill>
                <a:effectLst/>
                <a:uLnTx/>
                <a:uFillTx/>
                <a:latin typeface="Arial"/>
                <a:ea typeface="+mn-ea"/>
                <a:cs typeface="+mn-cs"/>
              </a:rPr>
              <a:t>Integration Services </a:t>
            </a:r>
            <a:r>
              <a:rPr kumimoji="0" lang="en-US" sz="650" b="0" i="0" u="none" strike="noStrike" kern="0" cap="none" spc="0" normalizeH="0" baseline="0" noProof="0" dirty="0">
                <a:ln>
                  <a:noFill/>
                </a:ln>
                <a:solidFill>
                  <a:prstClr val="black"/>
                </a:solidFill>
                <a:effectLst/>
                <a:uLnTx/>
                <a:uFillTx/>
                <a:latin typeface="Arial"/>
                <a:ea typeface="+mn-ea"/>
                <a:cs typeface="+mn-cs"/>
              </a:rPr>
              <a:t> </a:t>
            </a:r>
          </a:p>
        </p:txBody>
      </p:sp>
    </p:spTree>
    <p:extLst>
      <p:ext uri="{BB962C8B-B14F-4D97-AF65-F5344CB8AC3E}">
        <p14:creationId xmlns:p14="http://schemas.microsoft.com/office/powerpoint/2010/main" val="573636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1EE95-9201-D5D8-93E7-E4A13A7C14F2}"/>
            </a:ext>
          </a:extLst>
        </p:cNvPr>
        <p:cNvGrpSpPr/>
        <p:nvPr/>
      </p:nvGrpSpPr>
      <p:grpSpPr>
        <a:xfrm>
          <a:off x="0" y="0"/>
          <a:ext cx="0" cy="0"/>
          <a:chOff x="0" y="0"/>
          <a:chExt cx="0" cy="0"/>
        </a:xfrm>
      </p:grpSpPr>
      <p:cxnSp>
        <p:nvCxnSpPr>
          <p:cNvPr id="22" name="Straight Arrow Connector 137">
            <a:extLst>
              <a:ext uri="{FF2B5EF4-FFF2-40B4-BE49-F238E27FC236}">
                <a16:creationId xmlns:a16="http://schemas.microsoft.com/office/drawing/2014/main" id="{176464BA-8787-3F63-887F-A48A5C80EBB1}"/>
              </a:ext>
            </a:extLst>
          </p:cNvPr>
          <p:cNvCxnSpPr>
            <a:cxnSpLocks/>
            <a:endCxn id="21" idx="1"/>
          </p:cNvCxnSpPr>
          <p:nvPr/>
        </p:nvCxnSpPr>
        <p:spPr>
          <a:xfrm>
            <a:off x="1170228" y="2520783"/>
            <a:ext cx="884030" cy="0"/>
          </a:xfrm>
          <a:prstGeom prst="straightConnector1">
            <a:avLst/>
          </a:prstGeom>
          <a:noFill/>
          <a:ln w="6350" cap="flat" cmpd="sng" algn="ctr">
            <a:solidFill>
              <a:srgbClr val="000000"/>
            </a:solidFill>
            <a:prstDash val="solid"/>
            <a:headEnd w="med" len="sm"/>
            <a:tailEnd type="triangle" w="sm" len="sm"/>
          </a:ln>
          <a:effectLst/>
        </p:spPr>
      </p:cxnSp>
      <p:sp>
        <p:nvSpPr>
          <p:cNvPr id="23" name="TextBox 22">
            <a:extLst>
              <a:ext uri="{FF2B5EF4-FFF2-40B4-BE49-F238E27FC236}">
                <a16:creationId xmlns:a16="http://schemas.microsoft.com/office/drawing/2014/main" id="{A36B9C17-AB3D-33C5-2B04-D33AE21B4B2B}"/>
              </a:ext>
            </a:extLst>
          </p:cNvPr>
          <p:cNvSpPr txBox="1"/>
          <p:nvPr/>
        </p:nvSpPr>
        <p:spPr>
          <a:xfrm>
            <a:off x="1316296" y="2498072"/>
            <a:ext cx="672166" cy="461665"/>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MT304</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 - Receive EUR</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00" b="0" i="0" u="none" strike="noStrike" kern="1200" cap="none" spc="0" normalizeH="0" baseline="0" noProof="0" dirty="0">
                <a:ln>
                  <a:noFill/>
                </a:ln>
                <a:solidFill>
                  <a:srgbClr val="020B5B"/>
                </a:solidFill>
                <a:effectLst/>
                <a:uLnTx/>
                <a:uFillTx/>
                <a:latin typeface="Arial"/>
                <a:ea typeface="+mn-ea"/>
                <a:cs typeface="+mn-cs"/>
              </a:rPr>
              <a:t> - Pay USD</a:t>
            </a:r>
          </a:p>
        </p:txBody>
      </p:sp>
      <p:sp>
        <p:nvSpPr>
          <p:cNvPr id="108" name="Rectangle 107">
            <a:extLst>
              <a:ext uri="{FF2B5EF4-FFF2-40B4-BE49-F238E27FC236}">
                <a16:creationId xmlns:a16="http://schemas.microsoft.com/office/drawing/2014/main" id="{EAC5FDA8-5979-E4BE-5F8D-ABCBD53260EB}"/>
              </a:ext>
            </a:extLst>
          </p:cNvPr>
          <p:cNvSpPr/>
          <p:nvPr/>
        </p:nvSpPr>
        <p:spPr bwMode="gray">
          <a:xfrm>
            <a:off x="4988705" y="2169102"/>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IBS Branch</a:t>
            </a:r>
          </a:p>
        </p:txBody>
      </p:sp>
      <p:cxnSp>
        <p:nvCxnSpPr>
          <p:cNvPr id="110" name="Straight Arrow Connector 137">
            <a:extLst>
              <a:ext uri="{FF2B5EF4-FFF2-40B4-BE49-F238E27FC236}">
                <a16:creationId xmlns:a16="http://schemas.microsoft.com/office/drawing/2014/main" id="{57384B04-959D-E188-C0C6-925B7CE02BC2}"/>
              </a:ext>
            </a:extLst>
          </p:cNvPr>
          <p:cNvCxnSpPr>
            <a:cxnSpLocks/>
            <a:stCxn id="108" idx="3"/>
            <a:endCxn id="204" idx="1"/>
          </p:cNvCxnSpPr>
          <p:nvPr/>
        </p:nvCxnSpPr>
        <p:spPr>
          <a:xfrm flipV="1">
            <a:off x="5608542" y="2385171"/>
            <a:ext cx="1955357" cy="919"/>
          </a:xfrm>
          <a:prstGeom prst="straightConnector1">
            <a:avLst/>
          </a:prstGeom>
          <a:noFill/>
          <a:ln w="6350" cap="flat" cmpd="sng" algn="ctr">
            <a:solidFill>
              <a:srgbClr val="000000"/>
            </a:solidFill>
            <a:prstDash val="solid"/>
            <a:headEnd type="none" w="sm" len="sm"/>
            <a:tailEnd type="triangle" w="sm" len="sm"/>
          </a:ln>
          <a:effectLst/>
        </p:spPr>
      </p:cxnSp>
      <p:cxnSp>
        <p:nvCxnSpPr>
          <p:cNvPr id="130" name="Straight Arrow Connector 137">
            <a:extLst>
              <a:ext uri="{FF2B5EF4-FFF2-40B4-BE49-F238E27FC236}">
                <a16:creationId xmlns:a16="http://schemas.microsoft.com/office/drawing/2014/main" id="{04870C72-21D1-CBE8-8400-4B3BFF70616F}"/>
              </a:ext>
            </a:extLst>
          </p:cNvPr>
          <p:cNvCxnSpPr>
            <a:cxnSpLocks/>
            <a:stCxn id="204" idx="3"/>
            <a:endCxn id="163" idx="1"/>
          </p:cNvCxnSpPr>
          <p:nvPr/>
        </p:nvCxnSpPr>
        <p:spPr>
          <a:xfrm flipV="1">
            <a:off x="8359388" y="2384884"/>
            <a:ext cx="1840683" cy="287"/>
          </a:xfrm>
          <a:prstGeom prst="straightConnector1">
            <a:avLst/>
          </a:prstGeom>
          <a:noFill/>
          <a:ln w="6350" cap="flat" cmpd="sng" algn="ctr">
            <a:solidFill>
              <a:srgbClr val="000000"/>
            </a:solidFill>
            <a:prstDash val="solid"/>
            <a:headEnd type="none" w="med" len="sm"/>
            <a:tailEnd type="triangle" w="sm" len="sm"/>
          </a:ln>
          <a:effectLst/>
        </p:spPr>
      </p:cxnSp>
      <p:sp>
        <p:nvSpPr>
          <p:cNvPr id="135" name="TextBox 134">
            <a:extLst>
              <a:ext uri="{FF2B5EF4-FFF2-40B4-BE49-F238E27FC236}">
                <a16:creationId xmlns:a16="http://schemas.microsoft.com/office/drawing/2014/main" id="{8F7F1F3F-E341-3649-F1C7-52E627FF3628}"/>
              </a:ext>
            </a:extLst>
          </p:cNvPr>
          <p:cNvSpPr txBox="1"/>
          <p:nvPr/>
        </p:nvSpPr>
        <p:spPr>
          <a:xfrm>
            <a:off x="546642" y="1124744"/>
            <a:ext cx="5693374" cy="530915"/>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lang="en-US" sz="750" b="1" u="sng" dirty="0">
                <a:solidFill>
                  <a:srgbClr val="020B5B"/>
                </a:solidFill>
                <a:latin typeface="Arial"/>
              </a:rPr>
              <a:t>Potential Short- Term Tactical Option</a:t>
            </a:r>
            <a:r>
              <a:rPr kumimoji="0" lang="en-US" sz="750" b="1" i="0" u="none" strike="noStrike" kern="1200" cap="none" spc="0" normalizeH="0" baseline="0" noProof="0" dirty="0">
                <a:ln>
                  <a:noFill/>
                </a:ln>
                <a:solidFill>
                  <a:srgbClr val="020B5B"/>
                </a:solidFill>
                <a:effectLst/>
                <a:uLnTx/>
                <a:uFillTx/>
                <a:latin typeface="Arial"/>
                <a:ea typeface="+mn-ea"/>
                <a:cs typeface="+mn-cs"/>
              </a:rPr>
              <a:t>:  </a:t>
            </a:r>
            <a:r>
              <a:rPr kumimoji="0" lang="en-US" sz="750" b="0" i="0" u="none" strike="noStrike" kern="1200" cap="none" spc="0" normalizeH="0" baseline="0" noProof="0" dirty="0">
                <a:ln>
                  <a:noFill/>
                </a:ln>
                <a:solidFill>
                  <a:srgbClr val="020B5B"/>
                </a:solidFill>
                <a:effectLst/>
                <a:uLnTx/>
                <a:uFillTx/>
                <a:latin typeface="Arial"/>
                <a:ea typeface="+mn-ea"/>
                <a:cs typeface="+mn-cs"/>
              </a:rPr>
              <a:t>Retain IBS in the processing flow to facilitate the client DDA banking posting to Transact Boston, leveraging the IBS to Hogan link (Gateway intercepts Hogan interface and redirects posting to Transact).  Also leverage existing IBS capabilities </a:t>
            </a:r>
            <a:r>
              <a:rPr lang="en-US" sz="750" dirty="0">
                <a:solidFill>
                  <a:srgbClr val="020B5B"/>
                </a:solidFill>
                <a:latin typeface="Arial"/>
              </a:rPr>
              <a:t>for </a:t>
            </a:r>
            <a:r>
              <a:rPr kumimoji="0" lang="en-US" sz="750" b="0" i="0" u="none" strike="noStrike" kern="1200" cap="none" spc="0" normalizeH="0" baseline="0" noProof="0" dirty="0">
                <a:ln>
                  <a:noFill/>
                </a:ln>
                <a:solidFill>
                  <a:srgbClr val="020B5B"/>
                </a:solidFill>
                <a:effectLst/>
                <a:uLnTx/>
                <a:uFillTx/>
                <a:latin typeface="Arial"/>
                <a:ea typeface="+mn-ea"/>
                <a:cs typeface="+mn-cs"/>
              </a:rPr>
              <a:t>cover payment processing.</a:t>
            </a:r>
          </a:p>
        </p:txBody>
      </p:sp>
      <p:grpSp>
        <p:nvGrpSpPr>
          <p:cNvPr id="263" name="Group 262">
            <a:extLst>
              <a:ext uri="{FF2B5EF4-FFF2-40B4-BE49-F238E27FC236}">
                <a16:creationId xmlns:a16="http://schemas.microsoft.com/office/drawing/2014/main" id="{A017D819-D0AF-8FF9-4CC6-75FD4CD7B78A}"/>
              </a:ext>
            </a:extLst>
          </p:cNvPr>
          <p:cNvGrpSpPr/>
          <p:nvPr/>
        </p:nvGrpSpPr>
        <p:grpSpPr>
          <a:xfrm>
            <a:off x="10200071" y="2060848"/>
            <a:ext cx="576449" cy="648072"/>
            <a:chOff x="9709459" y="1825670"/>
            <a:chExt cx="576449" cy="579245"/>
          </a:xfrm>
        </p:grpSpPr>
        <p:sp>
          <p:nvSpPr>
            <p:cNvPr id="163" name="Rectangle 162">
              <a:extLst>
                <a:ext uri="{FF2B5EF4-FFF2-40B4-BE49-F238E27FC236}">
                  <a16:creationId xmlns:a16="http://schemas.microsoft.com/office/drawing/2014/main" id="{24AEE73E-0E39-FD6E-A6C4-CF47BFAD2804}"/>
                </a:ext>
              </a:extLst>
            </p:cNvPr>
            <p:cNvSpPr/>
            <p:nvPr/>
          </p:nvSpPr>
          <p:spPr>
            <a:xfrm>
              <a:off x="9709459" y="1825670"/>
              <a:ext cx="576449" cy="579245"/>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 Market</a:t>
              </a:r>
            </a:p>
          </p:txBody>
        </p:sp>
        <p:pic>
          <p:nvPicPr>
            <p:cNvPr id="164" name="Picture 143" descr="Bank outline">
              <a:extLst>
                <a:ext uri="{FF2B5EF4-FFF2-40B4-BE49-F238E27FC236}">
                  <a16:creationId xmlns:a16="http://schemas.microsoft.com/office/drawing/2014/main" id="{40B6535E-D5B6-3DF0-FE2C-7EB038A02FD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840799" y="1968256"/>
              <a:ext cx="323226" cy="292370"/>
            </a:xfrm>
            <a:prstGeom prst="rect">
              <a:avLst/>
            </a:prstGeom>
          </p:spPr>
        </p:pic>
      </p:grpSp>
      <p:grpSp>
        <p:nvGrpSpPr>
          <p:cNvPr id="223" name="Group 222">
            <a:extLst>
              <a:ext uri="{FF2B5EF4-FFF2-40B4-BE49-F238E27FC236}">
                <a16:creationId xmlns:a16="http://schemas.microsoft.com/office/drawing/2014/main" id="{41EC0F9D-C910-4348-342C-D5C9982AF5B6}"/>
              </a:ext>
            </a:extLst>
          </p:cNvPr>
          <p:cNvGrpSpPr/>
          <p:nvPr/>
        </p:nvGrpSpPr>
        <p:grpSpPr>
          <a:xfrm>
            <a:off x="7563899" y="2167864"/>
            <a:ext cx="795489" cy="434614"/>
            <a:chOff x="10299231" y="1754936"/>
            <a:chExt cx="795489" cy="434614"/>
          </a:xfrm>
        </p:grpSpPr>
        <p:sp>
          <p:nvSpPr>
            <p:cNvPr id="204" name="Rectangle 203">
              <a:extLst>
                <a:ext uri="{FF2B5EF4-FFF2-40B4-BE49-F238E27FC236}">
                  <a16:creationId xmlns:a16="http://schemas.microsoft.com/office/drawing/2014/main" id="{DF01972D-6873-4DF1-238B-259CB57A1EB9}"/>
                </a:ext>
              </a:extLst>
            </p:cNvPr>
            <p:cNvSpPr/>
            <p:nvPr/>
          </p:nvSpPr>
          <p:spPr bwMode="gray">
            <a:xfrm>
              <a:off x="10299231" y="1754936"/>
              <a:ext cx="795489" cy="434614"/>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Arial"/>
                <a:ea typeface="+mn-ea"/>
                <a:cs typeface="+mn-cs"/>
              </a:endParaRPr>
            </a:p>
          </p:txBody>
        </p:sp>
        <p:sp>
          <p:nvSpPr>
            <p:cNvPr id="205" name="Rectangle 204">
              <a:extLst>
                <a:ext uri="{FF2B5EF4-FFF2-40B4-BE49-F238E27FC236}">
                  <a16:creationId xmlns:a16="http://schemas.microsoft.com/office/drawing/2014/main" id="{79FBC133-B2C5-5817-5229-3E4701275305}"/>
                </a:ext>
              </a:extLst>
            </p:cNvPr>
            <p:cNvSpPr/>
            <p:nvPr/>
          </p:nvSpPr>
          <p:spPr bwMode="gray">
            <a:xfrm>
              <a:off x="10512248" y="1776779"/>
              <a:ext cx="366606" cy="387163"/>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RPH</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NY</a:t>
              </a:r>
            </a:p>
          </p:txBody>
        </p:sp>
        <p:sp>
          <p:nvSpPr>
            <p:cNvPr id="206" name="Rectangle 205">
              <a:extLst>
                <a:ext uri="{FF2B5EF4-FFF2-40B4-BE49-F238E27FC236}">
                  <a16:creationId xmlns:a16="http://schemas.microsoft.com/office/drawing/2014/main" id="{B56D792D-951F-FDDE-5832-15520F441B1B}"/>
                </a:ext>
              </a:extLst>
            </p:cNvPr>
            <p:cNvSpPr/>
            <p:nvPr/>
          </p:nvSpPr>
          <p:spPr bwMode="gray">
            <a:xfrm>
              <a:off x="103189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sp>
          <p:nvSpPr>
            <p:cNvPr id="207" name="Rectangle 206">
              <a:extLst>
                <a:ext uri="{FF2B5EF4-FFF2-40B4-BE49-F238E27FC236}">
                  <a16:creationId xmlns:a16="http://schemas.microsoft.com/office/drawing/2014/main" id="{F022A9A4-6313-7BB1-6B8B-B1D510CC5123}"/>
                </a:ext>
              </a:extLst>
            </p:cNvPr>
            <p:cNvSpPr/>
            <p:nvPr/>
          </p:nvSpPr>
          <p:spPr bwMode="gray">
            <a:xfrm>
              <a:off x="10903180" y="1778727"/>
              <a:ext cx="169712" cy="387163"/>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ea typeface="+mn-ea"/>
                  <a:cs typeface="+mn-cs"/>
                </a:rPr>
                <a:t>GWH  </a:t>
              </a:r>
            </a:p>
          </p:txBody>
        </p:sp>
      </p:grpSp>
      <p:cxnSp>
        <p:nvCxnSpPr>
          <p:cNvPr id="239" name="Straight Arrow Connector 137">
            <a:extLst>
              <a:ext uri="{FF2B5EF4-FFF2-40B4-BE49-F238E27FC236}">
                <a16:creationId xmlns:a16="http://schemas.microsoft.com/office/drawing/2014/main" id="{2CC1ED6D-8B2F-F057-5929-956979E8FD14}"/>
              </a:ext>
            </a:extLst>
          </p:cNvPr>
          <p:cNvCxnSpPr>
            <a:cxnSpLocks/>
            <a:stCxn id="108" idx="2"/>
            <a:endCxn id="235" idx="0"/>
          </p:cNvCxnSpPr>
          <p:nvPr/>
        </p:nvCxnSpPr>
        <p:spPr>
          <a:xfrm flipH="1">
            <a:off x="5297224" y="2603077"/>
            <a:ext cx="1400" cy="679980"/>
          </a:xfrm>
          <a:prstGeom prst="straightConnector1">
            <a:avLst/>
          </a:prstGeom>
          <a:noFill/>
          <a:ln w="6350" cap="flat" cmpd="sng" algn="ctr">
            <a:solidFill>
              <a:srgbClr val="000000"/>
            </a:solidFill>
            <a:prstDash val="solid"/>
            <a:headEnd w="med" len="sm"/>
            <a:tailEnd type="triangle" w="sm" len="sm"/>
          </a:ln>
          <a:effectLst/>
        </p:spPr>
      </p:cxnSp>
      <p:sp>
        <p:nvSpPr>
          <p:cNvPr id="248" name="TextBox 247">
            <a:extLst>
              <a:ext uri="{FF2B5EF4-FFF2-40B4-BE49-F238E27FC236}">
                <a16:creationId xmlns:a16="http://schemas.microsoft.com/office/drawing/2014/main" id="{1A71877A-70AA-B27F-2F4E-4A6819451315}"/>
              </a:ext>
            </a:extLst>
          </p:cNvPr>
          <p:cNvSpPr txBox="1"/>
          <p:nvPr/>
        </p:nvSpPr>
        <p:spPr>
          <a:xfrm>
            <a:off x="5350057" y="2708920"/>
            <a:ext cx="1364278"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IBS accounting for USD payment: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a:t>
            </a:r>
            <a:r>
              <a:rPr kumimoji="0" lang="en-US" sz="650" b="0" i="0" u="none" strike="noStrike" kern="1200" cap="none" spc="0" normalizeH="0" baseline="0" noProof="0" dirty="0" err="1">
                <a:ln>
                  <a:noFill/>
                </a:ln>
                <a:solidFill>
                  <a:srgbClr val="020B5B"/>
                </a:solidFill>
                <a:effectLst/>
                <a:uLnTx/>
                <a:uFillTx/>
                <a:latin typeface="Arial"/>
                <a:ea typeface="+mn-ea"/>
                <a:cs typeface="+mn-cs"/>
              </a:rPr>
              <a:t>HoganClr</a:t>
            </a:r>
            <a:r>
              <a:rPr kumimoji="0" lang="en-US" sz="650" b="0" i="0" u="none" strike="noStrike" kern="1200" cap="none" spc="0" normalizeH="0" baseline="0" noProof="0" dirty="0">
                <a:ln>
                  <a:noFill/>
                </a:ln>
                <a:solidFill>
                  <a:srgbClr val="020B5B"/>
                </a:solidFill>
                <a:effectLst/>
                <a:uLnTx/>
                <a:uFillTx/>
                <a:latin typeface="Arial"/>
                <a:ea typeface="+mn-ea"/>
                <a:cs typeface="+mn-cs"/>
              </a:rPr>
              <a:t> (Hogan link)</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Interco USD Nostro</a:t>
            </a:r>
          </a:p>
        </p:txBody>
      </p:sp>
      <p:cxnSp>
        <p:nvCxnSpPr>
          <p:cNvPr id="252" name="Straight Arrow Connector 137">
            <a:extLst>
              <a:ext uri="{FF2B5EF4-FFF2-40B4-BE49-F238E27FC236}">
                <a16:creationId xmlns:a16="http://schemas.microsoft.com/office/drawing/2014/main" id="{EF8A553A-EFF8-6DD8-2C5F-77CE13C91C57}"/>
              </a:ext>
            </a:extLst>
          </p:cNvPr>
          <p:cNvCxnSpPr>
            <a:cxnSpLocks/>
            <a:stCxn id="204" idx="2"/>
            <a:endCxn id="256" idx="0"/>
          </p:cNvCxnSpPr>
          <p:nvPr/>
        </p:nvCxnSpPr>
        <p:spPr>
          <a:xfrm flipH="1">
            <a:off x="7960219" y="2602478"/>
            <a:ext cx="1425" cy="821587"/>
          </a:xfrm>
          <a:prstGeom prst="straightConnector1">
            <a:avLst/>
          </a:prstGeom>
          <a:noFill/>
          <a:ln w="6350" cap="flat" cmpd="sng" algn="ctr">
            <a:solidFill>
              <a:srgbClr val="000000"/>
            </a:solidFill>
            <a:prstDash val="solid"/>
            <a:headEnd w="med" len="sm"/>
            <a:tailEnd type="triangle" w="sm" len="sm"/>
          </a:ln>
          <a:effectLst/>
        </p:spPr>
      </p:cxnSp>
      <p:sp>
        <p:nvSpPr>
          <p:cNvPr id="253" name="TextBox 252">
            <a:extLst>
              <a:ext uri="{FF2B5EF4-FFF2-40B4-BE49-F238E27FC236}">
                <a16:creationId xmlns:a16="http://schemas.microsoft.com/office/drawing/2014/main" id="{A65940FA-9D37-2EC9-C742-04086714CFFA}"/>
              </a:ext>
            </a:extLst>
          </p:cNvPr>
          <p:cNvSpPr txBox="1"/>
          <p:nvPr/>
        </p:nvSpPr>
        <p:spPr>
          <a:xfrm>
            <a:off x="8014700" y="2728228"/>
            <a:ext cx="1050867"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RPH NY </a:t>
            </a:r>
            <a:r>
              <a:rPr lang="en-US" sz="650" u="sng" dirty="0">
                <a:solidFill>
                  <a:srgbClr val="020B5B"/>
                </a:solidFill>
                <a:latin typeface="Arial"/>
              </a:rPr>
              <a:t>via GWH</a:t>
            </a:r>
            <a:r>
              <a:rPr kumimoji="0" lang="en-US" sz="650" b="0" i="0" u="sng" strike="noStrike" kern="1200" cap="none" spc="0" normalizeH="0" baseline="0" noProof="0" dirty="0">
                <a:ln>
                  <a:noFill/>
                </a:ln>
                <a:solidFill>
                  <a:srgbClr val="020B5B"/>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Process payment and post to Transact NY</a:t>
            </a:r>
          </a:p>
        </p:txBody>
      </p:sp>
      <p:sp>
        <p:nvSpPr>
          <p:cNvPr id="254" name="TextBox 253">
            <a:extLst>
              <a:ext uri="{FF2B5EF4-FFF2-40B4-BE49-F238E27FC236}">
                <a16:creationId xmlns:a16="http://schemas.microsoft.com/office/drawing/2014/main" id="{4EC57C32-64FC-4506-4A6E-5A91EE86F88C}"/>
              </a:ext>
            </a:extLst>
          </p:cNvPr>
          <p:cNvSpPr txBox="1"/>
          <p:nvPr/>
        </p:nvSpPr>
        <p:spPr>
          <a:xfrm>
            <a:off x="8325596" y="3376299"/>
            <a:ext cx="1573384"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NY accounting:</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Interco Vostro (Bos/NY)</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USD Nostro</a:t>
            </a:r>
          </a:p>
        </p:txBody>
      </p:sp>
      <p:sp>
        <p:nvSpPr>
          <p:cNvPr id="256" name="Rectangle 255">
            <a:extLst>
              <a:ext uri="{FF2B5EF4-FFF2-40B4-BE49-F238E27FC236}">
                <a16:creationId xmlns:a16="http://schemas.microsoft.com/office/drawing/2014/main" id="{785E9FE7-CEED-AFA2-2784-AE9B4582E429}"/>
              </a:ext>
            </a:extLst>
          </p:cNvPr>
          <p:cNvSpPr/>
          <p:nvPr/>
        </p:nvSpPr>
        <p:spPr bwMode="gray">
          <a:xfrm>
            <a:off x="7699370" y="3424065"/>
            <a:ext cx="521697"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NY</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258" name="TextBox 257">
            <a:extLst>
              <a:ext uri="{FF2B5EF4-FFF2-40B4-BE49-F238E27FC236}">
                <a16:creationId xmlns:a16="http://schemas.microsoft.com/office/drawing/2014/main" id="{AC7A92D6-EF98-21FC-8854-23CB40CBC28F}"/>
              </a:ext>
            </a:extLst>
          </p:cNvPr>
          <p:cNvSpPr txBox="1"/>
          <p:nvPr/>
        </p:nvSpPr>
        <p:spPr>
          <a:xfrm>
            <a:off x="8622169" y="2122775"/>
            <a:ext cx="1191072" cy="276999"/>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US" sz="600" dirty="0">
                <a:solidFill>
                  <a:srgbClr val="020B5B"/>
                </a:solidFill>
                <a:latin typeface="Arial"/>
              </a:rPr>
              <a:t>Market </a:t>
            </a:r>
            <a:r>
              <a:rPr kumimoji="0" lang="en-US" sz="600" b="0" i="0" u="none" strike="noStrike" kern="1200" cap="none" spc="0" normalizeH="0" baseline="0" noProof="0" dirty="0">
                <a:ln>
                  <a:noFill/>
                </a:ln>
                <a:solidFill>
                  <a:srgbClr val="020B5B"/>
                </a:solidFill>
                <a:effectLst/>
                <a:uLnTx/>
                <a:uFillTx/>
                <a:latin typeface="Arial"/>
                <a:ea typeface="+mn-ea"/>
                <a:cs typeface="+mn-cs"/>
              </a:rPr>
              <a:t>Payment</a:t>
            </a:r>
          </a:p>
        </p:txBody>
      </p:sp>
      <p:cxnSp>
        <p:nvCxnSpPr>
          <p:cNvPr id="3" name="Straight Connector 2">
            <a:extLst>
              <a:ext uri="{FF2B5EF4-FFF2-40B4-BE49-F238E27FC236}">
                <a16:creationId xmlns:a16="http://schemas.microsoft.com/office/drawing/2014/main" id="{E87243A0-5375-FF3B-3D7A-2448E45A6220}"/>
              </a:ext>
            </a:extLst>
          </p:cNvPr>
          <p:cNvCxnSpPr>
            <a:cxnSpLocks/>
          </p:cNvCxnSpPr>
          <p:nvPr/>
        </p:nvCxnSpPr>
        <p:spPr bwMode="auto">
          <a:xfrm flipH="1">
            <a:off x="540213" y="980728"/>
            <a:ext cx="10380322" cy="0"/>
          </a:xfrm>
          <a:prstGeom prst="line">
            <a:avLst/>
          </a:prstGeom>
          <a:solidFill>
            <a:srgbClr val="65CCE9"/>
          </a:solidFill>
          <a:ln w="9525" cap="flat" cmpd="sng" algn="ctr">
            <a:solidFill>
              <a:schemeClr val="tx2"/>
            </a:solidFill>
            <a:prstDash val="solid"/>
            <a:round/>
            <a:headEnd type="none" w="med" len="med"/>
            <a:tailEnd type="none" w="med" len="med"/>
          </a:ln>
          <a:effectLst/>
        </p:spPr>
      </p:cxnSp>
      <p:cxnSp>
        <p:nvCxnSpPr>
          <p:cNvPr id="13" name="Straight Arrow Connector 137">
            <a:extLst>
              <a:ext uri="{FF2B5EF4-FFF2-40B4-BE49-F238E27FC236}">
                <a16:creationId xmlns:a16="http://schemas.microsoft.com/office/drawing/2014/main" id="{C78C8BD2-D24D-F82D-7AAA-3511D20B5BE2}"/>
              </a:ext>
            </a:extLst>
          </p:cNvPr>
          <p:cNvCxnSpPr>
            <a:cxnSpLocks/>
          </p:cNvCxnSpPr>
          <p:nvPr/>
        </p:nvCxnSpPr>
        <p:spPr>
          <a:xfrm flipV="1">
            <a:off x="3787626" y="2746238"/>
            <a:ext cx="1205407" cy="1676383"/>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6" name="Title 1">
            <a:extLst>
              <a:ext uri="{FF2B5EF4-FFF2-40B4-BE49-F238E27FC236}">
                <a16:creationId xmlns:a16="http://schemas.microsoft.com/office/drawing/2014/main" id="{B6FACCC7-7595-54B5-FC42-23FF96E0FBB4}"/>
              </a:ext>
            </a:extLst>
          </p:cNvPr>
          <p:cNvSpPr>
            <a:spLocks noGrp="1"/>
          </p:cNvSpPr>
          <p:nvPr>
            <p:ph type="title"/>
          </p:nvPr>
        </p:nvSpPr>
        <p:spPr>
          <a:xfrm>
            <a:off x="504825" y="310896"/>
            <a:ext cx="10237156" cy="403247"/>
          </a:xfrm>
        </p:spPr>
        <p:txBody>
          <a:bodyPr/>
          <a:lstStyle/>
          <a:p>
            <a:r>
              <a:rPr lang="en-US" sz="2000" dirty="0">
                <a:cs typeface="Arial" panose="020B0604020202020204" pitchFamily="34" charset="0"/>
              </a:rPr>
              <a:t>US RTPS (RPH) Integration with Transact Boston and NY – Potential Short-Term Approach through IBS</a:t>
            </a:r>
          </a:p>
        </p:txBody>
      </p:sp>
      <p:sp>
        <p:nvSpPr>
          <p:cNvPr id="9" name="Text Placeholder 7">
            <a:extLst>
              <a:ext uri="{FF2B5EF4-FFF2-40B4-BE49-F238E27FC236}">
                <a16:creationId xmlns:a16="http://schemas.microsoft.com/office/drawing/2014/main" id="{2B91EFC2-821B-E500-3DB5-9540BBE2A93D}"/>
              </a:ext>
            </a:extLst>
          </p:cNvPr>
          <p:cNvSpPr txBox="1">
            <a:spLocks/>
          </p:cNvSpPr>
          <p:nvPr/>
        </p:nvSpPr>
        <p:spPr bwMode="gray">
          <a:xfrm>
            <a:off x="520209" y="699435"/>
            <a:ext cx="10290955" cy="215444"/>
          </a:xfrm>
          <a:prstGeom prst="rect">
            <a:avLst/>
          </a:prstGeom>
        </p:spPr>
        <p:txBody>
          <a:bodyPr vert="horz" wrap="square" lIns="0" tIns="0" rIns="0" bIns="0" rtlCol="0">
            <a:spAutoFit/>
          </a:bodyPr>
          <a:lstStyle>
            <a:lvl1pPr marL="0" indent="0" algn="l" defTabSz="914400" rtl="0" eaLnBrk="1" latinLnBrk="0" hangingPunct="1">
              <a:spcBef>
                <a:spcPts val="1200"/>
              </a:spcBef>
              <a:buSzPct val="100000"/>
              <a:buFont typeface="Arial" panose="020B0604020202020204" pitchFamily="34" charset="0"/>
              <a:buNone/>
              <a:defRPr sz="1800" b="0" kern="1200">
                <a:solidFill>
                  <a:schemeClr val="bg2"/>
                </a:solidFill>
                <a:latin typeface="+mn-lt"/>
                <a:ea typeface="+mn-ea"/>
                <a:cs typeface="+mn-cs"/>
              </a:defRPr>
            </a:lvl1pPr>
            <a:lvl2pPr marL="125413" indent="-125413" algn="l" defTabSz="914400" rtl="0" eaLnBrk="1" latinLnBrk="0" hangingPunct="1">
              <a:spcBef>
                <a:spcPts val="600"/>
              </a:spcBef>
              <a:buClrTx/>
              <a:buSzPct val="100000"/>
              <a:buFont typeface="Arial"/>
              <a:buChar char="•"/>
              <a:defRPr lang="en-US" sz="1800" kern="1200" dirty="0" smtClean="0">
                <a:solidFill>
                  <a:schemeClr val="tx1"/>
                </a:solidFill>
                <a:latin typeface="+mn-lt"/>
                <a:ea typeface="+mn-ea"/>
                <a:cs typeface="+mn-cs"/>
              </a:defRPr>
            </a:lvl2pPr>
            <a:lvl3pPr marL="277813" indent="-123825" algn="l" defTabSz="914400" rtl="0" eaLnBrk="1" latinLnBrk="0" hangingPunct="1">
              <a:spcBef>
                <a:spcPts val="600"/>
              </a:spcBef>
              <a:buClrTx/>
              <a:buSzPct val="100000"/>
              <a:buFont typeface="Arial"/>
              <a:buChar char="−"/>
              <a:defRPr lang="en-US" sz="1600" kern="1200" dirty="0" smtClean="0">
                <a:solidFill>
                  <a:schemeClr val="tx1"/>
                </a:solidFill>
                <a:latin typeface="+mn-lt"/>
                <a:ea typeface="+mn-ea"/>
                <a:cs typeface="+mn-cs"/>
              </a:defRPr>
            </a:lvl3pPr>
            <a:lvl4pPr marL="427038" indent="-123825" algn="l" defTabSz="914400" rtl="0" eaLnBrk="1" latinLnBrk="0" hangingPunct="1">
              <a:spcBef>
                <a:spcPts val="600"/>
              </a:spcBef>
              <a:buClrTx/>
              <a:buSzPct val="100000"/>
              <a:buFont typeface="Arial" panose="020B0604020202020204" pitchFamily="34" charset="0"/>
              <a:buChar char="•"/>
              <a:defRPr lang="en-US" sz="1400" kern="1200" baseline="0" dirty="0" smtClean="0">
                <a:solidFill>
                  <a:schemeClr val="tx1"/>
                </a:solidFill>
                <a:latin typeface="+mn-lt"/>
                <a:ea typeface="+mn-ea"/>
                <a:cs typeface="+mn-cs"/>
              </a:defRPr>
            </a:lvl4pPr>
            <a:lvl5pPr marL="582613" indent="-127000" algn="l" defTabSz="798513" rtl="0" eaLnBrk="1" latinLnBrk="0" hangingPunct="1">
              <a:spcBef>
                <a:spcPts val="600"/>
              </a:spcBef>
              <a:buClrTx/>
              <a:buSzPct val="100000"/>
              <a:buFont typeface="Arial"/>
              <a:buChar char="−"/>
              <a:tabLst/>
              <a:defRPr lang="en-US" sz="1200" kern="1200" baseline="0" dirty="0" smtClean="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400" b="0" i="0" u="none" strike="noStrike" kern="1200" cap="none" spc="0" normalizeH="0" baseline="0" noProof="0" dirty="0">
                <a:ln>
                  <a:noFill/>
                </a:ln>
                <a:solidFill>
                  <a:srgbClr val="001AFF"/>
                </a:solidFill>
                <a:effectLst/>
                <a:uLnTx/>
                <a:uFillTx/>
                <a:latin typeface="Lab Antiqua Small Condensed"/>
                <a:ea typeface="+mn-ea"/>
                <a:cs typeface="Arial"/>
              </a:rPr>
              <a:t>For SSBT client DDAs on Transact Boston (USD), cash reference data will no longer reflect IBS as the processing system (now Transact)</a:t>
            </a:r>
          </a:p>
        </p:txBody>
      </p:sp>
      <p:sp>
        <p:nvSpPr>
          <p:cNvPr id="4" name="TextBox 3">
            <a:extLst>
              <a:ext uri="{FF2B5EF4-FFF2-40B4-BE49-F238E27FC236}">
                <a16:creationId xmlns:a16="http://schemas.microsoft.com/office/drawing/2014/main" id="{47F07F52-3F74-5388-6259-7FCEDDECA388}"/>
              </a:ext>
            </a:extLst>
          </p:cNvPr>
          <p:cNvSpPr txBox="1"/>
          <p:nvPr/>
        </p:nvSpPr>
        <p:spPr>
          <a:xfrm>
            <a:off x="1055440" y="3212976"/>
            <a:ext cx="2046179" cy="1077218"/>
          </a:xfrm>
          <a:prstGeom prst="rect">
            <a:avLst/>
          </a:prstGeom>
          <a:noFill/>
        </p:spPr>
        <p:txBody>
          <a:bodyPr wrap="square" lIns="0" tIns="0" rIns="0" bIns="0" rtlCol="0">
            <a:spAutoFit/>
          </a:bodyPr>
          <a:lstStyle/>
          <a:p>
            <a:pPr lvl="0">
              <a:buSzPct val="100000"/>
              <a:defRPr/>
            </a:pPr>
            <a:r>
              <a:rPr lang="en-US" sz="700" b="1" i="1" u="sng" dirty="0">
                <a:solidFill>
                  <a:srgbClr val="020B5B"/>
                </a:solidFill>
                <a:latin typeface="Arial"/>
              </a:rPr>
              <a:t>Example using MT304 instruction to GTM:</a:t>
            </a:r>
          </a:p>
          <a:p>
            <a:pPr lvl="0">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a:t>
            </a:r>
            <a:r>
              <a:rPr lang="en-US" sz="700" i="1" dirty="0">
                <a:solidFill>
                  <a:srgbClr val="020B5B"/>
                </a:solidFill>
                <a:latin typeface="Arial"/>
              </a:rPr>
              <a:t>GTM splits MT304 to payment and receipt</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MT210 currency EUR</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MT202 currency USD</a:t>
            </a:r>
          </a:p>
          <a:p>
            <a:pPr lvl="0">
              <a:buSzPct val="100000"/>
              <a:defRPr/>
            </a:pPr>
            <a:r>
              <a:rPr kumimoji="0" lang="en-US" sz="700" b="0" i="1" u="none" strike="noStrike" kern="1200" cap="none" spc="0" normalizeH="0" baseline="0" noProof="0" dirty="0">
                <a:ln>
                  <a:noFill/>
                </a:ln>
                <a:solidFill>
                  <a:srgbClr val="020B5B"/>
                </a:solidFill>
                <a:effectLst/>
                <a:uLnTx/>
                <a:uFillTx/>
                <a:latin typeface="Arial"/>
                <a:ea typeface="+mn-ea"/>
                <a:cs typeface="+mn-cs"/>
              </a:rPr>
              <a:t> </a:t>
            </a:r>
            <a:r>
              <a:rPr lang="en-US" sz="700" i="1" dirty="0">
                <a:solidFill>
                  <a:srgbClr val="020B5B"/>
                </a:solidFill>
                <a:latin typeface="Arial"/>
              </a:rPr>
              <a:t>GTM performs reference call for fund 1234, </a:t>
            </a:r>
          </a:p>
          <a:p>
            <a:pPr lvl="0">
              <a:buSzPct val="100000"/>
              <a:defRPr/>
            </a:pPr>
            <a:r>
              <a:rPr lang="en-US" sz="700" i="1" dirty="0">
                <a:solidFill>
                  <a:srgbClr val="020B5B"/>
                </a:solidFill>
                <a:latin typeface="Arial"/>
              </a:rPr>
              <a:t>  currency USD (RNA / RDA / RPN / HDR)</a:t>
            </a:r>
          </a:p>
          <a:p>
            <a:pPr lvl="0">
              <a:buSzPct val="100000"/>
              <a:defRPr/>
            </a:pPr>
            <a:r>
              <a:rPr lang="en-US" sz="700" i="1" dirty="0">
                <a:solidFill>
                  <a:srgbClr val="020B5B"/>
                </a:solidFill>
                <a:latin typeface="Arial"/>
              </a:rPr>
              <a:t>      System on RNA = T24 (Transact)</a:t>
            </a:r>
          </a:p>
          <a:p>
            <a:pPr lvl="0">
              <a:buSzPct val="100000"/>
              <a:defRPr/>
            </a:pPr>
            <a:r>
              <a:rPr lang="en-US" sz="700" i="1" dirty="0">
                <a:solidFill>
                  <a:srgbClr val="020B5B"/>
                </a:solidFill>
                <a:latin typeface="Arial"/>
              </a:rPr>
              <a:t>      Installation / Branch = S1 24 (Transact B01)</a:t>
            </a:r>
          </a:p>
          <a:p>
            <a:pPr lvl="0">
              <a:buSzPct val="100000"/>
              <a:defRPr/>
            </a:pPr>
            <a:r>
              <a:rPr lang="en-US" sz="700" i="1" dirty="0">
                <a:solidFill>
                  <a:srgbClr val="020B5B"/>
                </a:solidFill>
                <a:latin typeface="Arial"/>
              </a:rPr>
              <a:t>      DDA# on RDA = 12345678 </a:t>
            </a:r>
          </a:p>
          <a:p>
            <a:pPr lvl="0">
              <a:buSzPct val="100000"/>
              <a:defRPr/>
            </a:pPr>
            <a:r>
              <a:rPr lang="en-US" sz="700" i="1" dirty="0">
                <a:solidFill>
                  <a:srgbClr val="020B5B"/>
                </a:solidFill>
                <a:latin typeface="Arial"/>
              </a:rPr>
              <a:t>      DDA# on HDR = no longer used</a:t>
            </a:r>
            <a:endParaRPr kumimoji="0" lang="en-US" sz="700" b="0" i="1" u="none" strike="noStrike" kern="1200" cap="none" spc="0" normalizeH="0" baseline="0" noProof="0" dirty="0">
              <a:ln>
                <a:noFill/>
              </a:ln>
              <a:solidFill>
                <a:srgbClr val="020B5B"/>
              </a:solidFill>
              <a:effectLst/>
              <a:uLnTx/>
              <a:uFillTx/>
              <a:latin typeface="Arial"/>
              <a:ea typeface="+mn-ea"/>
              <a:cs typeface="+mn-cs"/>
            </a:endParaRPr>
          </a:p>
        </p:txBody>
      </p:sp>
      <p:cxnSp>
        <p:nvCxnSpPr>
          <p:cNvPr id="5" name="Straight Arrow Connector 137">
            <a:extLst>
              <a:ext uri="{FF2B5EF4-FFF2-40B4-BE49-F238E27FC236}">
                <a16:creationId xmlns:a16="http://schemas.microsoft.com/office/drawing/2014/main" id="{C8BF82FB-1B16-707C-C4BA-6FF7750B14B3}"/>
              </a:ext>
            </a:extLst>
          </p:cNvPr>
          <p:cNvCxnSpPr>
            <a:cxnSpLocks/>
          </p:cNvCxnSpPr>
          <p:nvPr/>
        </p:nvCxnSpPr>
        <p:spPr>
          <a:xfrm flipV="1">
            <a:off x="2049189" y="2733098"/>
            <a:ext cx="165339" cy="407870"/>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cxnSp>
        <p:nvCxnSpPr>
          <p:cNvPr id="11" name="Straight Arrow Connector 137">
            <a:extLst>
              <a:ext uri="{FF2B5EF4-FFF2-40B4-BE49-F238E27FC236}">
                <a16:creationId xmlns:a16="http://schemas.microsoft.com/office/drawing/2014/main" id="{9C00DF0C-F578-F3E8-DBA9-B0E520EF6A2F}"/>
              </a:ext>
            </a:extLst>
          </p:cNvPr>
          <p:cNvCxnSpPr>
            <a:cxnSpLocks/>
            <a:stCxn id="21" idx="3"/>
          </p:cNvCxnSpPr>
          <p:nvPr/>
        </p:nvCxnSpPr>
        <p:spPr>
          <a:xfrm>
            <a:off x="2540433" y="2520783"/>
            <a:ext cx="2448272" cy="0"/>
          </a:xfrm>
          <a:prstGeom prst="straightConnector1">
            <a:avLst/>
          </a:prstGeom>
          <a:noFill/>
          <a:ln w="6350" cap="flat" cmpd="sng" algn="ctr">
            <a:solidFill>
              <a:srgbClr val="000000"/>
            </a:solidFill>
            <a:prstDash val="solid"/>
            <a:headEnd w="med" len="sm"/>
            <a:tailEnd type="triangle" w="sm" len="sm"/>
          </a:ln>
          <a:effectLst/>
        </p:spPr>
      </p:cxnSp>
      <p:grpSp>
        <p:nvGrpSpPr>
          <p:cNvPr id="12" name="Group 11">
            <a:extLst>
              <a:ext uri="{FF2B5EF4-FFF2-40B4-BE49-F238E27FC236}">
                <a16:creationId xmlns:a16="http://schemas.microsoft.com/office/drawing/2014/main" id="{9834CFF5-9BD4-FEE5-E01D-FE9C305EC19E}"/>
              </a:ext>
            </a:extLst>
          </p:cNvPr>
          <p:cNvGrpSpPr/>
          <p:nvPr/>
        </p:nvGrpSpPr>
        <p:grpSpPr>
          <a:xfrm>
            <a:off x="694916" y="1916832"/>
            <a:ext cx="475312" cy="932314"/>
            <a:chOff x="627173" y="1856952"/>
            <a:chExt cx="475312" cy="932314"/>
          </a:xfrm>
        </p:grpSpPr>
        <p:sp>
          <p:nvSpPr>
            <p:cNvPr id="15" name="Rectangle 14">
              <a:extLst>
                <a:ext uri="{FF2B5EF4-FFF2-40B4-BE49-F238E27FC236}">
                  <a16:creationId xmlns:a16="http://schemas.microsoft.com/office/drawing/2014/main" id="{98E20ED5-E430-28BF-2B79-2AEDE7ECB96B}"/>
                </a:ext>
              </a:extLst>
            </p:cNvPr>
            <p:cNvSpPr/>
            <p:nvPr/>
          </p:nvSpPr>
          <p:spPr>
            <a:xfrm>
              <a:off x="627173" y="1856952"/>
              <a:ext cx="475312" cy="932314"/>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Channels</a:t>
              </a:r>
            </a:p>
          </p:txBody>
        </p:sp>
        <p:pic>
          <p:nvPicPr>
            <p:cNvPr id="17" name="Picture 24" descr="Ui Ux outline">
              <a:extLst>
                <a:ext uri="{FF2B5EF4-FFF2-40B4-BE49-F238E27FC236}">
                  <a16:creationId xmlns:a16="http://schemas.microsoft.com/office/drawing/2014/main" id="{C6530071-31FF-7DAE-5DCC-A506E74B0784}"/>
                </a:ext>
              </a:extLst>
            </p:cNvPr>
            <p:cNvPicPr>
              <a:picLocks noChangeAspect="1" noChangeArrowheads="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auto">
            <a:xfrm>
              <a:off x="743409" y="2396182"/>
              <a:ext cx="232535" cy="2210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Flexible payment in our Middle Ages store ageofcraft.com">
              <a:extLst>
                <a:ext uri="{FF2B5EF4-FFF2-40B4-BE49-F238E27FC236}">
                  <a16:creationId xmlns:a16="http://schemas.microsoft.com/office/drawing/2014/main" id="{998CE0C5-CC51-BF65-541C-3941CE16772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4839" y="2050124"/>
              <a:ext cx="203911" cy="190046"/>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9D64867D-262D-E8B0-F475-4F199F5A9BA3}"/>
                </a:ext>
              </a:extLst>
            </p:cNvPr>
            <p:cNvSpPr txBox="1"/>
            <p:nvPr/>
          </p:nvSpPr>
          <p:spPr>
            <a:xfrm>
              <a:off x="658525" y="2260655"/>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a:t>
              </a:r>
            </a:p>
          </p:txBody>
        </p:sp>
        <p:sp>
          <p:nvSpPr>
            <p:cNvPr id="20" name="TextBox 19">
              <a:extLst>
                <a:ext uri="{FF2B5EF4-FFF2-40B4-BE49-F238E27FC236}">
                  <a16:creationId xmlns:a16="http://schemas.microsoft.com/office/drawing/2014/main" id="{AE5934AA-FD12-7663-6EDD-F98AE64D1082}"/>
                </a:ext>
              </a:extLst>
            </p:cNvPr>
            <p:cNvSpPr txBox="1"/>
            <p:nvPr/>
          </p:nvSpPr>
          <p:spPr>
            <a:xfrm>
              <a:off x="663351" y="2622859"/>
              <a:ext cx="397331" cy="92333"/>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Systems</a:t>
              </a:r>
            </a:p>
          </p:txBody>
        </p:sp>
      </p:grpSp>
      <p:sp>
        <p:nvSpPr>
          <p:cNvPr id="21" name="Rectangle 20">
            <a:extLst>
              <a:ext uri="{FF2B5EF4-FFF2-40B4-BE49-F238E27FC236}">
                <a16:creationId xmlns:a16="http://schemas.microsoft.com/office/drawing/2014/main" id="{28054B1B-2AFC-1F63-B0C0-7F47FA31B757}"/>
              </a:ext>
            </a:extLst>
          </p:cNvPr>
          <p:cNvSpPr/>
          <p:nvPr/>
        </p:nvSpPr>
        <p:spPr bwMode="gray">
          <a:xfrm>
            <a:off x="2054258" y="2364482"/>
            <a:ext cx="486175" cy="312601"/>
          </a:xfrm>
          <a:prstGeom prst="rect">
            <a:avLst/>
          </a:prstGeom>
          <a:solidFill>
            <a:srgbClr val="FFFFFF">
              <a:lumMod val="95000"/>
            </a:srgbClr>
          </a:solidFill>
          <a:ln w="6350" algn="ctr">
            <a:solidFill>
              <a:srgbClr val="000000"/>
            </a:solidFill>
            <a:miter lim="800000"/>
            <a:headEnd/>
            <a:tailEnd/>
          </a:ln>
        </p:spPr>
        <p:txBody>
          <a:bodyPr wrap="square" lIns="9144" tIns="91440" rIns="9144"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GTM</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cxnSp>
        <p:nvCxnSpPr>
          <p:cNvPr id="24" name="Straight Arrow Connector 137">
            <a:extLst>
              <a:ext uri="{FF2B5EF4-FFF2-40B4-BE49-F238E27FC236}">
                <a16:creationId xmlns:a16="http://schemas.microsoft.com/office/drawing/2014/main" id="{17B319E3-51D1-58CB-0E0F-0F58DC3F0E6C}"/>
              </a:ext>
            </a:extLst>
          </p:cNvPr>
          <p:cNvCxnSpPr>
            <a:cxnSpLocks/>
          </p:cNvCxnSpPr>
          <p:nvPr/>
        </p:nvCxnSpPr>
        <p:spPr>
          <a:xfrm>
            <a:off x="1170228" y="2266730"/>
            <a:ext cx="3818477" cy="0"/>
          </a:xfrm>
          <a:prstGeom prst="straightConnector1">
            <a:avLst/>
          </a:prstGeom>
          <a:noFill/>
          <a:ln w="6350" cap="flat" cmpd="sng" algn="ctr">
            <a:solidFill>
              <a:srgbClr val="000000"/>
            </a:solidFill>
            <a:prstDash val="solid"/>
            <a:headEnd w="med" len="sm"/>
            <a:tailEnd type="triangle" w="sm" len="sm"/>
          </a:ln>
          <a:effectLst/>
        </p:spPr>
      </p:cxnSp>
      <p:sp>
        <p:nvSpPr>
          <p:cNvPr id="25" name="TextBox 24">
            <a:extLst>
              <a:ext uri="{FF2B5EF4-FFF2-40B4-BE49-F238E27FC236}">
                <a16:creationId xmlns:a16="http://schemas.microsoft.com/office/drawing/2014/main" id="{26391819-9B9E-E6CC-A653-9732CA5EE48A}"/>
              </a:ext>
            </a:extLst>
          </p:cNvPr>
          <p:cNvSpPr txBox="1"/>
          <p:nvPr/>
        </p:nvSpPr>
        <p:spPr>
          <a:xfrm>
            <a:off x="1244289" y="2025575"/>
            <a:ext cx="1163330" cy="276999"/>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US" sz="600" dirty="0">
                <a:solidFill>
                  <a:srgbClr val="020B5B"/>
                </a:solidFill>
                <a:latin typeface="Arial"/>
              </a:rPr>
              <a:t>USD payment instructions</a:t>
            </a:r>
            <a:endParaRPr kumimoji="0" lang="en-US" sz="600" b="0" i="0" u="none" strike="noStrike" kern="1200" cap="none" spc="0" normalizeH="0" baseline="0" noProof="0" dirty="0">
              <a:ln>
                <a:noFill/>
              </a:ln>
              <a:solidFill>
                <a:srgbClr val="020B5B"/>
              </a:solidFill>
              <a:effectLst/>
              <a:uLnTx/>
              <a:uFillTx/>
              <a:latin typeface="Arial"/>
              <a:ea typeface="+mn-ea"/>
              <a:cs typeface="+mn-cs"/>
            </a:endParaRPr>
          </a:p>
        </p:txBody>
      </p:sp>
      <p:sp>
        <p:nvSpPr>
          <p:cNvPr id="26" name="Rectangle 25">
            <a:extLst>
              <a:ext uri="{FF2B5EF4-FFF2-40B4-BE49-F238E27FC236}">
                <a16:creationId xmlns:a16="http://schemas.microsoft.com/office/drawing/2014/main" id="{ACD84C43-D878-7EF1-4C55-8F70DBB32A88}"/>
              </a:ext>
            </a:extLst>
          </p:cNvPr>
          <p:cNvSpPr/>
          <p:nvPr/>
        </p:nvSpPr>
        <p:spPr bwMode="gray">
          <a:xfrm>
            <a:off x="2972481" y="2171234"/>
            <a:ext cx="500074" cy="439531"/>
          </a:xfrm>
          <a:prstGeom prst="rect">
            <a:avLst/>
          </a:prstGeom>
          <a:solidFill>
            <a:srgbClr val="F56E00">
              <a:lumMod val="20000"/>
              <a:lumOff val="80000"/>
            </a:srgbClr>
          </a:solidFill>
          <a:ln w="6350" algn="ctr">
            <a:solidFill>
              <a:srgbClr val="000000"/>
            </a:solidFill>
            <a:miter lim="800000"/>
            <a:headEnd/>
            <a:tailEnd/>
          </a:ln>
        </p:spPr>
        <p:txBody>
          <a:bodyPr wrap="square" lIns="0" tIns="27432" rIns="0" bIns="91440" rtlCol="0" anchor="t"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50" i="0" u="none" strike="noStrike" kern="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50" i="0" u="none" strike="noStrike" kern="0" cap="none" spc="0" normalizeH="0" baseline="0" noProof="0" dirty="0">
                <a:ln>
                  <a:noFill/>
                </a:ln>
                <a:solidFill>
                  <a:prstClr val="black"/>
                </a:solidFill>
                <a:effectLst/>
                <a:uLnTx/>
                <a:uFillTx/>
                <a:latin typeface="Arial"/>
                <a:ea typeface="+mn-ea"/>
                <a:cs typeface="+mn-cs"/>
              </a:rPr>
              <a:t>Integration Services  </a:t>
            </a:r>
          </a:p>
        </p:txBody>
      </p:sp>
      <p:sp>
        <p:nvSpPr>
          <p:cNvPr id="16" name="Rectangle 15">
            <a:extLst>
              <a:ext uri="{FF2B5EF4-FFF2-40B4-BE49-F238E27FC236}">
                <a16:creationId xmlns:a16="http://schemas.microsoft.com/office/drawing/2014/main" id="{08FEB798-3367-75E5-D0B5-279F83C2C83F}"/>
              </a:ext>
            </a:extLst>
          </p:cNvPr>
          <p:cNvSpPr/>
          <p:nvPr/>
        </p:nvSpPr>
        <p:spPr bwMode="gray">
          <a:xfrm>
            <a:off x="3969323" y="2175150"/>
            <a:ext cx="515326" cy="433975"/>
          </a:xfrm>
          <a:prstGeom prst="rect">
            <a:avLst/>
          </a:prstGeom>
          <a:solidFill>
            <a:srgbClr val="E4ECF0"/>
          </a:solidFill>
          <a:ln w="6350" algn="ctr">
            <a:no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50" i="0" u="none" strike="noStrike" kern="0" cap="none" spc="0" normalizeH="0" baseline="0" noProof="0" dirty="0">
                <a:ln>
                  <a:noFill/>
                </a:ln>
                <a:solidFill>
                  <a:prstClr val="black"/>
                </a:solidFill>
                <a:effectLst/>
                <a:uLnTx/>
                <a:uFillTx/>
                <a:latin typeface="Arial"/>
              </a:rPr>
              <a:t>Gateway</a:t>
            </a:r>
          </a:p>
          <a:p>
            <a:pPr marL="0" marR="0" lvl="0" indent="0" algn="ctr" defTabSz="91440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(GWH/</a:t>
            </a:r>
            <a:r>
              <a:rPr lang="en-US" sz="600" kern="0" dirty="0" err="1">
                <a:solidFill>
                  <a:prstClr val="black"/>
                </a:solidFill>
                <a:latin typeface="Arial"/>
              </a:rPr>
              <a:t>MTeX</a:t>
            </a:r>
            <a:r>
              <a:rPr lang="en-US" sz="600" kern="0" dirty="0">
                <a:solidFill>
                  <a:prstClr val="black"/>
                </a:solidFill>
                <a:latin typeface="Arial"/>
              </a:rPr>
              <a:t>)</a:t>
            </a:r>
            <a:r>
              <a:rPr kumimoji="0" lang="en-US" sz="600" i="0" u="none" strike="noStrike" kern="0" cap="none" spc="0" normalizeH="0" baseline="0" noProof="0" dirty="0">
                <a:ln>
                  <a:noFill/>
                </a:ln>
                <a:solidFill>
                  <a:prstClr val="black"/>
                </a:solidFill>
                <a:effectLst/>
                <a:uLnTx/>
                <a:uFillTx/>
                <a:latin typeface="Arial"/>
              </a:rPr>
              <a:t> </a:t>
            </a:r>
          </a:p>
        </p:txBody>
      </p:sp>
      <p:sp>
        <p:nvSpPr>
          <p:cNvPr id="30" name="Rectangle 29">
            <a:extLst>
              <a:ext uri="{FF2B5EF4-FFF2-40B4-BE49-F238E27FC236}">
                <a16:creationId xmlns:a16="http://schemas.microsoft.com/office/drawing/2014/main" id="{CD045EA8-6019-F252-597C-65E3C0C8EF8E}"/>
              </a:ext>
            </a:extLst>
          </p:cNvPr>
          <p:cNvSpPr/>
          <p:nvPr/>
        </p:nvSpPr>
        <p:spPr bwMode="gray">
          <a:xfrm>
            <a:off x="6356857" y="2167864"/>
            <a:ext cx="500074" cy="433975"/>
          </a:xfrm>
          <a:prstGeom prst="rect">
            <a:avLst/>
          </a:prstGeom>
          <a:solidFill>
            <a:srgbClr val="F56E00">
              <a:lumMod val="20000"/>
              <a:lumOff val="80000"/>
            </a:srgbClr>
          </a:solidFill>
          <a:ln w="6350" algn="ctr">
            <a:solidFill>
              <a:srgbClr val="000000"/>
            </a:solidFill>
            <a:miter lim="800000"/>
            <a:headEnd/>
            <a:tailEnd/>
          </a:ln>
        </p:spPr>
        <p:txBody>
          <a:bodyPr wrap="square" lIns="0" tIns="27432" rIns="0" bIns="91440" rtlCol="0" anchor="t" anchorCtr="0"/>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650" i="0" u="none" strike="noStrike" kern="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50" i="0" u="none" strike="noStrike" kern="0" cap="none" spc="0" normalizeH="0" baseline="0" noProof="0" dirty="0">
                <a:ln>
                  <a:noFill/>
                </a:ln>
                <a:solidFill>
                  <a:prstClr val="black"/>
                </a:solidFill>
                <a:effectLst/>
                <a:uLnTx/>
                <a:uFillTx/>
                <a:latin typeface="Arial"/>
                <a:ea typeface="+mn-ea"/>
                <a:cs typeface="+mn-cs"/>
              </a:rPr>
              <a:t>Integration Services  </a:t>
            </a:r>
          </a:p>
        </p:txBody>
      </p:sp>
      <p:sp>
        <p:nvSpPr>
          <p:cNvPr id="31" name="Rectangle 30">
            <a:extLst>
              <a:ext uri="{FF2B5EF4-FFF2-40B4-BE49-F238E27FC236}">
                <a16:creationId xmlns:a16="http://schemas.microsoft.com/office/drawing/2014/main" id="{B9E1C4EE-BEEA-1E8E-27EF-EB8AD1BA8F6B}"/>
              </a:ext>
            </a:extLst>
          </p:cNvPr>
          <p:cNvSpPr/>
          <p:nvPr/>
        </p:nvSpPr>
        <p:spPr bwMode="gray">
          <a:xfrm>
            <a:off x="5708785" y="2167864"/>
            <a:ext cx="168480" cy="433975"/>
          </a:xfrm>
          <a:prstGeom prst="rect">
            <a:avLst/>
          </a:prstGeom>
          <a:solidFill>
            <a:srgbClr val="FCFDC7"/>
          </a:solidFill>
          <a:ln w="3175" algn="ctr">
            <a:solidFill>
              <a:srgbClr val="000000"/>
            </a:solidFill>
            <a:miter lim="800000"/>
            <a:headEnd/>
            <a:tailEnd/>
          </a:ln>
        </p:spPr>
        <p:txBody>
          <a:bodyPr vert="eaVert" wrap="square" lIns="9144" tIns="91440" rIns="9144" bIns="91440" rtlCol="0" anchor="ctr" anchorCtr="1"/>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1" i="0" u="none" strike="noStrike" kern="0" cap="none" spc="0" normalizeH="0" baseline="0" noProof="0" dirty="0">
                <a:ln>
                  <a:noFill/>
                </a:ln>
                <a:solidFill>
                  <a:prstClr val="black"/>
                </a:solidFill>
                <a:effectLst/>
                <a:uLnTx/>
                <a:uFillTx/>
                <a:latin typeface="Arial"/>
                <a:ea typeface="+mn-ea"/>
                <a:cs typeface="+mn-cs"/>
              </a:rPr>
              <a:t>BESS</a:t>
            </a:r>
          </a:p>
        </p:txBody>
      </p:sp>
      <p:sp>
        <p:nvSpPr>
          <p:cNvPr id="227" name="TextBox 226">
            <a:extLst>
              <a:ext uri="{FF2B5EF4-FFF2-40B4-BE49-F238E27FC236}">
                <a16:creationId xmlns:a16="http://schemas.microsoft.com/office/drawing/2014/main" id="{88A57442-D245-2A4C-54FF-28E51DFA2E18}"/>
              </a:ext>
            </a:extLst>
          </p:cNvPr>
          <p:cNvSpPr txBox="1"/>
          <p:nvPr/>
        </p:nvSpPr>
        <p:spPr>
          <a:xfrm>
            <a:off x="4577584" y="2252499"/>
            <a:ext cx="339113" cy="284693"/>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MT</a:t>
            </a:r>
            <a:endParaRPr lang="en-US" sz="650" dirty="0">
              <a:solidFill>
                <a:srgbClr val="020B5B"/>
              </a:solidFill>
              <a:latin typeface="Arial"/>
            </a:endParaRPr>
          </a:p>
        </p:txBody>
      </p:sp>
      <p:sp>
        <p:nvSpPr>
          <p:cNvPr id="229" name="TextBox 228">
            <a:extLst>
              <a:ext uri="{FF2B5EF4-FFF2-40B4-BE49-F238E27FC236}">
                <a16:creationId xmlns:a16="http://schemas.microsoft.com/office/drawing/2014/main" id="{24979FEF-1002-CC58-7FD9-00DEB9403C73}"/>
              </a:ext>
            </a:extLst>
          </p:cNvPr>
          <p:cNvSpPr txBox="1"/>
          <p:nvPr/>
        </p:nvSpPr>
        <p:spPr>
          <a:xfrm>
            <a:off x="7017010" y="2106268"/>
            <a:ext cx="367768" cy="284693"/>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M</a:t>
            </a:r>
            <a:r>
              <a:rPr lang="en-US" sz="650" dirty="0">
                <a:solidFill>
                  <a:srgbClr val="020B5B"/>
                </a:solidFill>
                <a:latin typeface="Arial"/>
              </a:rPr>
              <a:t>X</a:t>
            </a:r>
          </a:p>
        </p:txBody>
      </p:sp>
      <p:sp>
        <p:nvSpPr>
          <p:cNvPr id="230" name="TextBox 229">
            <a:extLst>
              <a:ext uri="{FF2B5EF4-FFF2-40B4-BE49-F238E27FC236}">
                <a16:creationId xmlns:a16="http://schemas.microsoft.com/office/drawing/2014/main" id="{3E922AE4-8B0F-8A57-5CEB-8B5F034A99A3}"/>
              </a:ext>
            </a:extLst>
          </p:cNvPr>
          <p:cNvSpPr txBox="1"/>
          <p:nvPr/>
        </p:nvSpPr>
        <p:spPr>
          <a:xfrm>
            <a:off x="5945736" y="2130178"/>
            <a:ext cx="339113" cy="284693"/>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MT</a:t>
            </a:r>
            <a:endParaRPr lang="en-US" sz="650" dirty="0">
              <a:solidFill>
                <a:srgbClr val="020B5B"/>
              </a:solidFill>
              <a:latin typeface="Arial"/>
            </a:endParaRPr>
          </a:p>
        </p:txBody>
      </p:sp>
      <p:sp>
        <p:nvSpPr>
          <p:cNvPr id="232" name="TextBox 231">
            <a:extLst>
              <a:ext uri="{FF2B5EF4-FFF2-40B4-BE49-F238E27FC236}">
                <a16:creationId xmlns:a16="http://schemas.microsoft.com/office/drawing/2014/main" id="{49DC2023-36CD-480E-9397-ABA572AD0029}"/>
              </a:ext>
            </a:extLst>
          </p:cNvPr>
          <p:cNvSpPr txBox="1"/>
          <p:nvPr/>
        </p:nvSpPr>
        <p:spPr>
          <a:xfrm>
            <a:off x="3531682" y="2248615"/>
            <a:ext cx="339113" cy="284693"/>
          </a:xfrm>
          <a:prstGeom prst="rect">
            <a:avLst/>
          </a:prstGeom>
          <a:noFill/>
        </p:spPr>
        <p:txBody>
          <a:bodyPr wrap="square" lIns="45720" tIns="91440" rIns="45720" bIns="9144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MT</a:t>
            </a:r>
            <a:endParaRPr lang="en-US" sz="650" dirty="0">
              <a:solidFill>
                <a:srgbClr val="020B5B"/>
              </a:solidFill>
              <a:latin typeface="Arial"/>
            </a:endParaRPr>
          </a:p>
        </p:txBody>
      </p:sp>
      <p:sp>
        <p:nvSpPr>
          <p:cNvPr id="233" name="TextBox 232">
            <a:extLst>
              <a:ext uri="{FF2B5EF4-FFF2-40B4-BE49-F238E27FC236}">
                <a16:creationId xmlns:a16="http://schemas.microsoft.com/office/drawing/2014/main" id="{CA52130D-25F7-7182-49EE-6035BD90BD4A}"/>
              </a:ext>
            </a:extLst>
          </p:cNvPr>
          <p:cNvSpPr txBox="1"/>
          <p:nvPr/>
        </p:nvSpPr>
        <p:spPr>
          <a:xfrm>
            <a:off x="6992755" y="2348880"/>
            <a:ext cx="516230" cy="384721"/>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Pacs.008</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650" dirty="0">
                <a:solidFill>
                  <a:srgbClr val="020B5B"/>
                </a:solidFill>
                <a:latin typeface="Arial"/>
              </a:rPr>
              <a:t>Pacs.009</a:t>
            </a:r>
          </a:p>
        </p:txBody>
      </p:sp>
      <p:sp>
        <p:nvSpPr>
          <p:cNvPr id="235" name="Rectangle 234">
            <a:extLst>
              <a:ext uri="{FF2B5EF4-FFF2-40B4-BE49-F238E27FC236}">
                <a16:creationId xmlns:a16="http://schemas.microsoft.com/office/drawing/2014/main" id="{AF330F25-2815-1457-0EB7-126663147202}"/>
              </a:ext>
            </a:extLst>
          </p:cNvPr>
          <p:cNvSpPr/>
          <p:nvPr/>
        </p:nvSpPr>
        <p:spPr bwMode="gray">
          <a:xfrm>
            <a:off x="5039561" y="3283057"/>
            <a:ext cx="515326" cy="433975"/>
          </a:xfrm>
          <a:prstGeom prst="rect">
            <a:avLst/>
          </a:prstGeom>
          <a:solidFill>
            <a:srgbClr val="E4ECF0"/>
          </a:solidFill>
          <a:ln w="6350" algn="ctr">
            <a:no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50" i="0" u="none" strike="noStrike" kern="0" cap="none" spc="0" normalizeH="0" baseline="0" noProof="0" dirty="0">
                <a:ln>
                  <a:noFill/>
                </a:ln>
                <a:solidFill>
                  <a:prstClr val="black"/>
                </a:solidFill>
                <a:effectLst/>
                <a:uLnTx/>
                <a:uFillTx/>
                <a:latin typeface="Arial"/>
              </a:rPr>
              <a:t>Gateway</a:t>
            </a:r>
          </a:p>
          <a:p>
            <a:pPr marL="0" marR="0" lvl="0" indent="0" algn="ctr" defTabSz="914400" eaLnBrk="1" fontAlgn="auto" latinLnBrk="0" hangingPunct="1">
              <a:lnSpc>
                <a:spcPct val="106000"/>
              </a:lnSpc>
              <a:spcBef>
                <a:spcPts val="0"/>
              </a:spcBef>
              <a:spcAft>
                <a:spcPts val="0"/>
              </a:spcAft>
              <a:buClrTx/>
              <a:buSzTx/>
              <a:buFontTx/>
              <a:buNone/>
              <a:tabLst/>
              <a:defRPr/>
            </a:pPr>
            <a:r>
              <a:rPr lang="en-US" sz="600" kern="0" dirty="0">
                <a:solidFill>
                  <a:prstClr val="black"/>
                </a:solidFill>
                <a:latin typeface="Arial"/>
              </a:rPr>
              <a:t>(GWH/</a:t>
            </a:r>
            <a:r>
              <a:rPr lang="en-US" sz="600" kern="0" dirty="0" err="1">
                <a:solidFill>
                  <a:prstClr val="black"/>
                </a:solidFill>
                <a:latin typeface="Arial"/>
              </a:rPr>
              <a:t>MTeX</a:t>
            </a:r>
            <a:r>
              <a:rPr lang="en-US" sz="600" kern="0" dirty="0">
                <a:solidFill>
                  <a:prstClr val="black"/>
                </a:solidFill>
                <a:latin typeface="Arial"/>
              </a:rPr>
              <a:t>)</a:t>
            </a:r>
            <a:r>
              <a:rPr kumimoji="0" lang="en-US" sz="600" i="0" u="none" strike="noStrike" kern="0" cap="none" spc="0" normalizeH="0" baseline="0" noProof="0" dirty="0">
                <a:ln>
                  <a:noFill/>
                </a:ln>
                <a:solidFill>
                  <a:prstClr val="black"/>
                </a:solidFill>
                <a:effectLst/>
                <a:uLnTx/>
                <a:uFillTx/>
                <a:latin typeface="Arial"/>
              </a:rPr>
              <a:t> </a:t>
            </a:r>
          </a:p>
        </p:txBody>
      </p:sp>
      <p:sp>
        <p:nvSpPr>
          <p:cNvPr id="240" name="TextBox 239">
            <a:extLst>
              <a:ext uri="{FF2B5EF4-FFF2-40B4-BE49-F238E27FC236}">
                <a16:creationId xmlns:a16="http://schemas.microsoft.com/office/drawing/2014/main" id="{A074D6BF-4FCC-29D7-C408-D0593C802EE1}"/>
              </a:ext>
            </a:extLst>
          </p:cNvPr>
          <p:cNvSpPr txBox="1"/>
          <p:nvPr/>
        </p:nvSpPr>
        <p:spPr>
          <a:xfrm>
            <a:off x="2999656" y="4512602"/>
            <a:ext cx="3751971" cy="16106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700" b="1" i="1" u="sng" strike="noStrike" kern="1200" cap="none" spc="0" normalizeH="0" baseline="0" noProof="0" dirty="0">
                <a:ln>
                  <a:noFill/>
                </a:ln>
                <a:solidFill>
                  <a:srgbClr val="020B5B"/>
                </a:solidFill>
                <a:effectLst/>
                <a:uLnTx/>
                <a:uFillTx/>
                <a:latin typeface="Arial"/>
                <a:ea typeface="+mn-ea"/>
                <a:cs typeface="+mn-cs"/>
              </a:rPr>
              <a:t>IBS and Gateway Processing:</a:t>
            </a:r>
          </a:p>
          <a:p>
            <a:pPr marL="0" marR="0" lvl="0" indent="0" algn="l" defTabSz="914400" rtl="0" eaLnBrk="1" fontAlgn="auto" latinLnBrk="0" hangingPunct="1">
              <a:lnSpc>
                <a:spcPct val="100000"/>
              </a:lnSpc>
              <a:spcBef>
                <a:spcPts val="0"/>
              </a:spcBef>
              <a:spcAft>
                <a:spcPts val="400"/>
              </a:spcAft>
              <a:buClrTx/>
              <a:buSzPct val="100000"/>
              <a:buFontTx/>
              <a:buNone/>
              <a:tabLst/>
              <a:defRPr/>
            </a:pPr>
            <a:r>
              <a:rPr lang="en-US" sz="700" i="1" dirty="0">
                <a:solidFill>
                  <a:srgbClr val="020B5B"/>
                </a:solidFill>
                <a:latin typeface="Arial"/>
              </a:rPr>
              <a:t>Upstream systems will read the cash reference files and send cash instructions to Gateway when Transact (T24) is the banking system.  Gateway will require logic to override reference and continue to send applicable payment instructions to IBS (recommend always Boston IBS).</a:t>
            </a:r>
          </a:p>
          <a:p>
            <a:pPr marL="0" marR="0" lvl="0" indent="0" algn="l" defTabSz="914400" rtl="0" eaLnBrk="1" fontAlgn="auto" latinLnBrk="0" hangingPunct="1">
              <a:lnSpc>
                <a:spcPct val="100000"/>
              </a:lnSpc>
              <a:spcBef>
                <a:spcPts val="0"/>
              </a:spcBef>
              <a:spcAft>
                <a:spcPts val="400"/>
              </a:spcAft>
              <a:buClrTx/>
              <a:buSzPct val="100000"/>
              <a:buFontTx/>
              <a:buNone/>
              <a:tabLst/>
              <a:defRPr/>
            </a:pPr>
            <a:r>
              <a:rPr lang="en-US" sz="700" i="1" dirty="0">
                <a:solidFill>
                  <a:srgbClr val="020B5B"/>
                </a:solidFill>
                <a:latin typeface="Arial"/>
              </a:rPr>
              <a:t>IBS receives the USD payment instruction and follows existing processing, including posting through the Hogan Clearing account with further credit to client DDA (existing Hogan account number will be used on Transact).  Gateway intercepts the IBS to Hogan posting and redirects to Transact Boston to post between the client DDA and intercompany nostro.  </a:t>
            </a:r>
          </a:p>
          <a:p>
            <a:pPr marL="0" marR="0" lvl="0" indent="0" algn="l" defTabSz="914400" rtl="0" eaLnBrk="1" fontAlgn="auto" latinLnBrk="0" hangingPunct="1">
              <a:lnSpc>
                <a:spcPct val="100000"/>
              </a:lnSpc>
              <a:spcBef>
                <a:spcPts val="0"/>
              </a:spcBef>
              <a:buClrTx/>
              <a:buSzPct val="100000"/>
              <a:buFontTx/>
              <a:buNone/>
              <a:tabLst/>
              <a:defRPr/>
            </a:pPr>
            <a:r>
              <a:rPr lang="en-US" sz="700" i="1" dirty="0">
                <a:solidFill>
                  <a:srgbClr val="020B5B"/>
                </a:solidFill>
                <a:latin typeface="Arial"/>
              </a:rPr>
              <a:t>IBS follows existing payment message processing:</a:t>
            </a:r>
          </a:p>
          <a:p>
            <a:pPr marL="171450" marR="0" lvl="0" indent="-171450" algn="l" defTabSz="914400" rtl="0" eaLnBrk="1" fontAlgn="auto" latinLnBrk="0" hangingPunct="1">
              <a:lnSpc>
                <a:spcPct val="100000"/>
              </a:lnSpc>
              <a:spcBef>
                <a:spcPts val="0"/>
              </a:spcBef>
              <a:buClrTx/>
              <a:buSzPct val="100000"/>
              <a:buFont typeface="Arial" panose="020B0604020202020204" pitchFamily="34" charset="0"/>
              <a:buChar char="•"/>
              <a:tabLst/>
              <a:defRPr/>
            </a:pPr>
            <a:r>
              <a:rPr lang="en-US" sz="700" i="1" dirty="0">
                <a:solidFill>
                  <a:srgbClr val="020B5B"/>
                </a:solidFill>
                <a:latin typeface="Arial"/>
              </a:rPr>
              <a:t>Sends the payment clearing and settlement message to RPH NY (now via BESS traffic cop and Integration Services to RPH)</a:t>
            </a:r>
          </a:p>
          <a:p>
            <a:pPr marL="171450" lvl="0" indent="-171450">
              <a:buSzPct val="100000"/>
              <a:buFont typeface="Arial" panose="020B0604020202020204" pitchFamily="34" charset="0"/>
              <a:buChar char="•"/>
              <a:defRPr/>
            </a:pPr>
            <a:r>
              <a:rPr lang="en-US" sz="700" i="1" dirty="0">
                <a:solidFill>
                  <a:srgbClr val="020B5B"/>
                </a:solidFill>
                <a:latin typeface="Arial"/>
              </a:rPr>
              <a:t>If payment is formatted to pay via the Cover Method (Advice + Cover), IBS also generates and sends the advice to the creditor agent</a:t>
            </a:r>
          </a:p>
          <a:p>
            <a:pPr marL="171450" lvl="0" indent="-171450">
              <a:buSzPct val="100000"/>
              <a:buFont typeface="Arial" panose="020B0604020202020204" pitchFamily="34" charset="0"/>
              <a:buChar char="•"/>
              <a:defRPr/>
            </a:pPr>
            <a:endParaRPr lang="en-US" sz="700" i="1" dirty="0">
              <a:solidFill>
                <a:srgbClr val="020B5B"/>
              </a:solidFill>
              <a:latin typeface="Arial"/>
            </a:endParaRPr>
          </a:p>
        </p:txBody>
      </p:sp>
      <p:sp>
        <p:nvSpPr>
          <p:cNvPr id="241" name="Rectangle 240">
            <a:extLst>
              <a:ext uri="{FF2B5EF4-FFF2-40B4-BE49-F238E27FC236}">
                <a16:creationId xmlns:a16="http://schemas.microsoft.com/office/drawing/2014/main" id="{44073C0E-57BC-858F-93BC-D9B1B7AF2B71}"/>
              </a:ext>
            </a:extLst>
          </p:cNvPr>
          <p:cNvSpPr/>
          <p:nvPr/>
        </p:nvSpPr>
        <p:spPr bwMode="gray">
          <a:xfrm>
            <a:off x="5039561" y="3885655"/>
            <a:ext cx="515326" cy="389216"/>
          </a:xfrm>
          <a:prstGeom prst="rect">
            <a:avLst/>
          </a:prstGeom>
          <a:solidFill>
            <a:srgbClr val="E0FAD2"/>
          </a:solidFill>
          <a:ln w="6350" algn="ctr">
            <a:solidFill>
              <a:srgbClr val="000000"/>
            </a:solid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Transact </a:t>
            </a:r>
          </a:p>
          <a:p>
            <a:pPr marL="0" marR="0" lvl="0" indent="0" algn="ctr" defTabSz="914400" rtl="0" eaLnBrk="1" fontAlgn="auto" latinLnBrk="0" hangingPunct="1">
              <a:lnSpc>
                <a:spcPct val="106000"/>
              </a:lnSpc>
              <a:spcBef>
                <a:spcPts val="0"/>
              </a:spcBef>
              <a:spcAft>
                <a:spcPts val="0"/>
              </a:spcAft>
              <a:buClrTx/>
              <a:buSzTx/>
              <a:buFontTx/>
              <a:buNone/>
              <a:tabLst/>
              <a:defRPr/>
            </a:pPr>
            <a:r>
              <a:rPr lang="en-US" sz="700" b="1" kern="0" dirty="0">
                <a:solidFill>
                  <a:prstClr val="black"/>
                </a:solidFill>
                <a:latin typeface="Arial"/>
              </a:rPr>
              <a:t>Bos</a:t>
            </a:r>
            <a:endParaRPr kumimoji="0" lang="en-US" sz="700" b="1" i="0" u="none" strike="noStrike" kern="0" cap="none" spc="0" normalizeH="0" baseline="0" noProof="0" dirty="0">
              <a:ln>
                <a:noFill/>
              </a:ln>
              <a:solidFill>
                <a:prstClr val="black"/>
              </a:solidFill>
              <a:effectLst/>
              <a:uLnTx/>
              <a:uFillTx/>
              <a:latin typeface="Arial"/>
              <a:ea typeface="+mn-ea"/>
              <a:cs typeface="+mn-cs"/>
            </a:endParaRPr>
          </a:p>
        </p:txBody>
      </p:sp>
      <p:sp>
        <p:nvSpPr>
          <p:cNvPr id="242" name="TextBox 241">
            <a:extLst>
              <a:ext uri="{FF2B5EF4-FFF2-40B4-BE49-F238E27FC236}">
                <a16:creationId xmlns:a16="http://schemas.microsoft.com/office/drawing/2014/main" id="{DD557945-2E7F-E3B4-F0A6-599D8939ADCC}"/>
              </a:ext>
            </a:extLst>
          </p:cNvPr>
          <p:cNvSpPr txBox="1"/>
          <p:nvPr/>
        </p:nvSpPr>
        <p:spPr>
          <a:xfrm>
            <a:off x="5635916" y="3861048"/>
            <a:ext cx="1297005" cy="484748"/>
          </a:xfrm>
          <a:prstGeom prst="rect">
            <a:avLst/>
          </a:prstGeom>
          <a:noFill/>
        </p:spPr>
        <p:txBody>
          <a:bodyPr wrap="square" lIns="45720" tIns="91440" rIns="45720" bIns="9144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sng" strike="noStrike" kern="1200" cap="none" spc="0" normalizeH="0" baseline="0" noProof="0" dirty="0">
                <a:ln>
                  <a:noFill/>
                </a:ln>
                <a:solidFill>
                  <a:srgbClr val="020B5B"/>
                </a:solidFill>
                <a:effectLst/>
                <a:uLnTx/>
                <a:uFillTx/>
                <a:latin typeface="Arial"/>
                <a:ea typeface="+mn-ea"/>
                <a:cs typeface="+mn-cs"/>
              </a:rPr>
              <a:t>Transact </a:t>
            </a:r>
            <a:r>
              <a:rPr lang="en-US" sz="650" u="sng" dirty="0">
                <a:solidFill>
                  <a:srgbClr val="020B5B"/>
                </a:solidFill>
                <a:latin typeface="Arial"/>
              </a:rPr>
              <a:t>Boston accounting</a:t>
            </a:r>
            <a:r>
              <a:rPr kumimoji="0" lang="en-US" sz="650" b="0" i="0" u="sng" strike="noStrike" kern="1200" cap="none" spc="0" normalizeH="0" baseline="0" noProof="0" dirty="0">
                <a:ln>
                  <a:noFill/>
                </a:ln>
                <a:solidFill>
                  <a:srgbClr val="020B5B"/>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Db. Client DDA</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650" b="0" i="0" u="none" strike="noStrike" kern="1200" cap="none" spc="0" normalizeH="0" baseline="0" noProof="0" dirty="0">
                <a:ln>
                  <a:noFill/>
                </a:ln>
                <a:solidFill>
                  <a:srgbClr val="020B5B"/>
                </a:solidFill>
                <a:effectLst/>
                <a:uLnTx/>
                <a:uFillTx/>
                <a:latin typeface="Arial"/>
                <a:ea typeface="+mn-ea"/>
                <a:cs typeface="+mn-cs"/>
              </a:rPr>
              <a:t>   Cr. Interco Nostro (Bos/NY)</a:t>
            </a:r>
          </a:p>
        </p:txBody>
      </p:sp>
      <p:cxnSp>
        <p:nvCxnSpPr>
          <p:cNvPr id="243" name="Straight Arrow Connector 137">
            <a:extLst>
              <a:ext uri="{FF2B5EF4-FFF2-40B4-BE49-F238E27FC236}">
                <a16:creationId xmlns:a16="http://schemas.microsoft.com/office/drawing/2014/main" id="{C5F8EEFA-64A2-F773-D2D0-2FFF8A2A94B9}"/>
              </a:ext>
            </a:extLst>
          </p:cNvPr>
          <p:cNvCxnSpPr>
            <a:cxnSpLocks/>
            <a:stCxn id="235" idx="2"/>
            <a:endCxn id="241" idx="0"/>
          </p:cNvCxnSpPr>
          <p:nvPr/>
        </p:nvCxnSpPr>
        <p:spPr>
          <a:xfrm>
            <a:off x="5297224" y="3717032"/>
            <a:ext cx="0" cy="168623"/>
          </a:xfrm>
          <a:prstGeom prst="straightConnector1">
            <a:avLst/>
          </a:prstGeom>
          <a:noFill/>
          <a:ln w="6350" cap="flat" cmpd="sng" algn="ctr">
            <a:solidFill>
              <a:srgbClr val="000000"/>
            </a:solidFill>
            <a:prstDash val="solid"/>
            <a:headEnd w="med" len="sm"/>
            <a:tailEnd type="triangle" w="sm" len="sm"/>
          </a:ln>
          <a:effectLst/>
        </p:spPr>
      </p:cxnSp>
      <p:grpSp>
        <p:nvGrpSpPr>
          <p:cNvPr id="2" name="Group 1">
            <a:extLst>
              <a:ext uri="{FF2B5EF4-FFF2-40B4-BE49-F238E27FC236}">
                <a16:creationId xmlns:a16="http://schemas.microsoft.com/office/drawing/2014/main" id="{824BA781-BE2E-10BB-2E56-0ED702622AF1}"/>
              </a:ext>
            </a:extLst>
          </p:cNvPr>
          <p:cNvGrpSpPr/>
          <p:nvPr/>
        </p:nvGrpSpPr>
        <p:grpSpPr>
          <a:xfrm>
            <a:off x="5763215" y="3210441"/>
            <a:ext cx="621070" cy="599791"/>
            <a:chOff x="5763215" y="3210441"/>
            <a:chExt cx="621070" cy="599791"/>
          </a:xfrm>
        </p:grpSpPr>
        <p:sp>
          <p:nvSpPr>
            <p:cNvPr id="238" name="Rectangle 237">
              <a:extLst>
                <a:ext uri="{FF2B5EF4-FFF2-40B4-BE49-F238E27FC236}">
                  <a16:creationId xmlns:a16="http://schemas.microsoft.com/office/drawing/2014/main" id="{A42681D6-19C0-DEA4-65A8-C266A2E1AC7F}"/>
                </a:ext>
              </a:extLst>
            </p:cNvPr>
            <p:cNvSpPr/>
            <p:nvPr/>
          </p:nvSpPr>
          <p:spPr bwMode="gray">
            <a:xfrm>
              <a:off x="5783939" y="3316354"/>
              <a:ext cx="569771" cy="389216"/>
            </a:xfrm>
            <a:prstGeom prst="rect">
              <a:avLst/>
            </a:prstGeom>
            <a:solidFill>
              <a:schemeClr val="bg1">
                <a:lumMod val="95000"/>
              </a:schemeClr>
            </a:solidFill>
            <a:ln w="6350" algn="ctr">
              <a:solidFill>
                <a:srgbClr val="000000"/>
              </a:solidFill>
              <a:miter lim="800000"/>
              <a:headEnd/>
              <a:tailEnd/>
            </a:ln>
          </p:spPr>
          <p:txBody>
            <a:bodyPr wrap="square" lIns="0" tIns="91440" rIns="0" bIns="91440" rtlCol="0" anchor="ctr" anchorCtr="0"/>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ea typeface="+mn-ea"/>
                  <a:cs typeface="+mn-cs"/>
                </a:rPr>
                <a:t>Hogan 52 </a:t>
              </a: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ea typeface="+mn-ea"/>
                  <a:cs typeface="+mn-cs"/>
                </a:rPr>
                <a:t>Client DDA</a:t>
              </a:r>
            </a:p>
          </p:txBody>
        </p:sp>
        <p:sp>
          <p:nvSpPr>
            <p:cNvPr id="259" name="Multiplication Sign 258">
              <a:extLst>
                <a:ext uri="{FF2B5EF4-FFF2-40B4-BE49-F238E27FC236}">
                  <a16:creationId xmlns:a16="http://schemas.microsoft.com/office/drawing/2014/main" id="{A1F42166-7008-24D0-5017-D2D1A617F9FE}"/>
                </a:ext>
              </a:extLst>
            </p:cNvPr>
            <p:cNvSpPr/>
            <p:nvPr/>
          </p:nvSpPr>
          <p:spPr>
            <a:xfrm>
              <a:off x="5763215" y="3210441"/>
              <a:ext cx="621070" cy="599791"/>
            </a:xfrm>
            <a:prstGeom prst="mathMultiply">
              <a:avLst>
                <a:gd name="adj1" fmla="val 686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cxnSp>
        <p:nvCxnSpPr>
          <p:cNvPr id="264" name="Straight Arrow Connector 137">
            <a:extLst>
              <a:ext uri="{FF2B5EF4-FFF2-40B4-BE49-F238E27FC236}">
                <a16:creationId xmlns:a16="http://schemas.microsoft.com/office/drawing/2014/main" id="{E64DA92C-2CA0-1AB8-E24A-1C9D242C81C1}"/>
              </a:ext>
            </a:extLst>
          </p:cNvPr>
          <p:cNvCxnSpPr>
            <a:cxnSpLocks/>
          </p:cNvCxnSpPr>
          <p:nvPr/>
        </p:nvCxnSpPr>
        <p:spPr>
          <a:xfrm flipV="1">
            <a:off x="3786801" y="2706753"/>
            <a:ext cx="503455" cy="1713029"/>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cxnSp>
        <p:nvCxnSpPr>
          <p:cNvPr id="265" name="Straight Arrow Connector 137">
            <a:extLst>
              <a:ext uri="{FF2B5EF4-FFF2-40B4-BE49-F238E27FC236}">
                <a16:creationId xmlns:a16="http://schemas.microsoft.com/office/drawing/2014/main" id="{C43C8B49-924E-97E1-9B77-010731B24A5D}"/>
              </a:ext>
            </a:extLst>
          </p:cNvPr>
          <p:cNvCxnSpPr>
            <a:cxnSpLocks/>
          </p:cNvCxnSpPr>
          <p:nvPr/>
        </p:nvCxnSpPr>
        <p:spPr>
          <a:xfrm flipV="1">
            <a:off x="3786801" y="3555545"/>
            <a:ext cx="1168818" cy="864237"/>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270" name="TextBox 269">
            <a:extLst>
              <a:ext uri="{FF2B5EF4-FFF2-40B4-BE49-F238E27FC236}">
                <a16:creationId xmlns:a16="http://schemas.microsoft.com/office/drawing/2014/main" id="{DB58FF70-E999-8419-18EA-50195CB9A4C7}"/>
              </a:ext>
            </a:extLst>
          </p:cNvPr>
          <p:cNvSpPr txBox="1"/>
          <p:nvPr/>
        </p:nvSpPr>
        <p:spPr>
          <a:xfrm>
            <a:off x="7464152" y="4509120"/>
            <a:ext cx="3480904" cy="176971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700" b="1" i="1" u="sng" dirty="0">
                <a:solidFill>
                  <a:srgbClr val="020B5B"/>
                </a:solidFill>
                <a:latin typeface="Arial"/>
              </a:rPr>
              <a:t>Considerations / Consequences of this Tactical Model</a:t>
            </a:r>
            <a:r>
              <a:rPr kumimoji="0" lang="en-US" sz="700" b="1" i="1" u="sng" strike="noStrike" kern="1200" cap="none" spc="0" normalizeH="0" baseline="0" noProof="0" dirty="0">
                <a:ln>
                  <a:noFill/>
                </a:ln>
                <a:solidFill>
                  <a:srgbClr val="020B5B"/>
                </a:solidFill>
                <a:effectLst/>
                <a:uLnTx/>
                <a:uFillTx/>
                <a:latin typeface="Arial"/>
                <a:ea typeface="+mn-ea"/>
                <a:cs typeface="+mn-cs"/>
              </a:rPr>
              <a:t>:</a:t>
            </a:r>
          </a:p>
          <a:p>
            <a:pPr marL="228600" marR="0" lvl="0" indent="-228600" algn="l" defTabSz="914400" rtl="0" eaLnBrk="1" fontAlgn="auto" latinLnBrk="0" hangingPunct="1">
              <a:lnSpc>
                <a:spcPct val="100000"/>
              </a:lnSpc>
              <a:spcBef>
                <a:spcPts val="0"/>
              </a:spcBef>
              <a:spcAft>
                <a:spcPts val="400"/>
              </a:spcAft>
              <a:buClrTx/>
              <a:buSzPct val="100000"/>
              <a:buFont typeface="+mj-lt"/>
              <a:buAutoNum type="arabicPeriod"/>
              <a:tabLst/>
              <a:defRPr/>
            </a:pPr>
            <a:r>
              <a:rPr lang="en-US" sz="700" i="1" dirty="0">
                <a:solidFill>
                  <a:srgbClr val="020B5B"/>
                </a:solidFill>
                <a:latin typeface="Arial"/>
              </a:rPr>
              <a:t>From a strategic perspective, IBS should no longer be in the processing flow for this activity.  Both the market settlement account (CHIPS nostro) and client DDA are migrated on branches of Transact in what should be the target state operating model, which does not include IBS.  Issues with the IBS EOD cycle times and other inefficiencies persist in this interim model.  </a:t>
            </a:r>
          </a:p>
          <a:p>
            <a:pPr marL="228600" indent="-228600">
              <a:spcAft>
                <a:spcPts val="400"/>
              </a:spcAft>
              <a:buSzPct val="100000"/>
              <a:buFont typeface="+mj-lt"/>
              <a:buAutoNum type="arabicPeriod"/>
              <a:defRPr/>
            </a:pPr>
            <a:r>
              <a:rPr lang="en-US" sz="700" i="1" dirty="0">
                <a:solidFill>
                  <a:srgbClr val="020B5B"/>
                </a:solidFill>
                <a:latin typeface="Arial"/>
              </a:rPr>
              <a:t>The posting to IBS results in redundant sub-ledger accounting.  The Transact Boston and NY postings complete the required accounting for the payment.  Further evaluation needed, including Finance, to determine if/how to modify the cash sub-ledger accounting and ensure proper GL treatment.</a:t>
            </a:r>
          </a:p>
          <a:p>
            <a:pPr marL="228600" marR="0" lvl="0" indent="-228600" algn="l" defTabSz="914400" rtl="0" eaLnBrk="1" fontAlgn="auto" latinLnBrk="0" hangingPunct="1">
              <a:lnSpc>
                <a:spcPct val="100000"/>
              </a:lnSpc>
              <a:spcBef>
                <a:spcPts val="0"/>
              </a:spcBef>
              <a:spcAft>
                <a:spcPts val="400"/>
              </a:spcAft>
              <a:buClrTx/>
              <a:buSzPct val="100000"/>
              <a:buFont typeface="+mj-lt"/>
              <a:buAutoNum type="arabicPeriod"/>
              <a:tabLst/>
              <a:defRPr/>
            </a:pPr>
            <a:r>
              <a:rPr lang="en-US" sz="700" i="1" dirty="0">
                <a:solidFill>
                  <a:srgbClr val="020B5B"/>
                </a:solidFill>
                <a:latin typeface="Arial"/>
              </a:rPr>
              <a:t>The IBS-based model for inbound payment settlement includes a provision for MT210 contractual settlement, and an exception process for unadvised actual settlement.  Contractual settlement would persist in this model; if that is unacceptable a new tactical requirement and solution must be evaluated.</a:t>
            </a: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lang="en-US" sz="700" i="1" dirty="0">
              <a:solidFill>
                <a:srgbClr val="020B5B"/>
              </a:solidFill>
              <a:latin typeface="Arial"/>
            </a:endParaRPr>
          </a:p>
        </p:txBody>
      </p:sp>
    </p:spTree>
    <p:extLst>
      <p:ext uri="{BB962C8B-B14F-4D97-AF65-F5344CB8AC3E}">
        <p14:creationId xmlns:p14="http://schemas.microsoft.com/office/powerpoint/2010/main" val="379203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24E3A-C013-D952-417E-8A53A0DCC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62935-96C3-0981-F0A2-551756454614}"/>
              </a:ext>
            </a:extLst>
          </p:cNvPr>
          <p:cNvSpPr>
            <a:spLocks noGrp="1"/>
          </p:cNvSpPr>
          <p:nvPr>
            <p:ph type="title"/>
          </p:nvPr>
        </p:nvSpPr>
        <p:spPr>
          <a:xfrm>
            <a:off x="512064" y="0"/>
            <a:ext cx="9747504" cy="3429000"/>
          </a:xfrm>
        </p:spPr>
        <p:txBody>
          <a:bodyPr/>
          <a:lstStyle/>
          <a:p>
            <a:r>
              <a:rPr lang="en" b="0" dirty="0">
                <a:latin typeface="+mj-lt"/>
              </a:rPr>
              <a:t>Appendix</a:t>
            </a:r>
            <a:endParaRPr lang="en-GB" b="0" dirty="0">
              <a:latin typeface="+mj-lt"/>
            </a:endParaRPr>
          </a:p>
        </p:txBody>
      </p:sp>
    </p:spTree>
    <p:extLst>
      <p:ext uri="{BB962C8B-B14F-4D97-AF65-F5344CB8AC3E}">
        <p14:creationId xmlns:p14="http://schemas.microsoft.com/office/powerpoint/2010/main" val="4253790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0948-D9B1-671D-3F53-EAEBFFF0A0E1}"/>
              </a:ext>
            </a:extLst>
          </p:cNvPr>
          <p:cNvSpPr>
            <a:spLocks noGrp="1"/>
          </p:cNvSpPr>
          <p:nvPr>
            <p:ph type="title"/>
          </p:nvPr>
        </p:nvSpPr>
        <p:spPr>
          <a:xfrm>
            <a:off x="549215" y="310896"/>
            <a:ext cx="11183939" cy="403247"/>
          </a:xfrm>
        </p:spPr>
        <p:txBody>
          <a:bodyPr/>
          <a:lstStyle/>
          <a:p>
            <a:r>
              <a:rPr lang="en-US" sz="2400" dirty="0">
                <a:cs typeface="Arial" panose="020B0604020202020204" pitchFamily="34" charset="0"/>
              </a:rPr>
              <a:t>IBS Payment / Banking Branch BIC’s</a:t>
            </a:r>
          </a:p>
        </p:txBody>
      </p:sp>
      <p:cxnSp>
        <p:nvCxnSpPr>
          <p:cNvPr id="79" name="Straight Connector 78">
            <a:extLst>
              <a:ext uri="{FF2B5EF4-FFF2-40B4-BE49-F238E27FC236}">
                <a16:creationId xmlns:a16="http://schemas.microsoft.com/office/drawing/2014/main" id="{D3A74E30-4789-04B9-78DD-BE6C2EBF24F8}"/>
              </a:ext>
            </a:extLst>
          </p:cNvPr>
          <p:cNvCxnSpPr>
            <a:cxnSpLocks/>
          </p:cNvCxnSpPr>
          <p:nvPr/>
        </p:nvCxnSpPr>
        <p:spPr bwMode="auto">
          <a:xfrm flipH="1">
            <a:off x="567880" y="795030"/>
            <a:ext cx="9971608" cy="0"/>
          </a:xfrm>
          <a:prstGeom prst="line">
            <a:avLst/>
          </a:prstGeom>
          <a:solidFill>
            <a:srgbClr val="65CCE9"/>
          </a:solidFill>
          <a:ln w="9525" cap="flat" cmpd="sng" algn="ctr">
            <a:solidFill>
              <a:schemeClr val="tx2"/>
            </a:solidFill>
            <a:prstDash val="solid"/>
            <a:round/>
            <a:headEnd type="none" w="med" len="med"/>
            <a:tailEnd type="none" w="med" len="med"/>
          </a:ln>
          <a:effectLst/>
        </p:spPr>
      </p:cxnSp>
      <p:graphicFrame>
        <p:nvGraphicFramePr>
          <p:cNvPr id="4" name="Table 3">
            <a:extLst>
              <a:ext uri="{FF2B5EF4-FFF2-40B4-BE49-F238E27FC236}">
                <a16:creationId xmlns:a16="http://schemas.microsoft.com/office/drawing/2014/main" id="{BE4B697A-3BAE-2438-1981-7950165A1A0B}"/>
              </a:ext>
            </a:extLst>
          </p:cNvPr>
          <p:cNvGraphicFramePr>
            <a:graphicFrameLocks noGrp="1"/>
          </p:cNvGraphicFramePr>
          <p:nvPr>
            <p:extLst>
              <p:ext uri="{D42A27DB-BD31-4B8C-83A1-F6EECF244321}">
                <p14:modId xmlns:p14="http://schemas.microsoft.com/office/powerpoint/2010/main" val="2032630192"/>
              </p:ext>
            </p:extLst>
          </p:nvPr>
        </p:nvGraphicFramePr>
        <p:xfrm>
          <a:off x="602499" y="1268760"/>
          <a:ext cx="7437718" cy="3744417"/>
        </p:xfrm>
        <a:graphic>
          <a:graphicData uri="http://schemas.openxmlformats.org/drawingml/2006/table">
            <a:tbl>
              <a:tblPr/>
              <a:tblGrid>
                <a:gridCol w="2156898">
                  <a:extLst>
                    <a:ext uri="{9D8B030D-6E8A-4147-A177-3AD203B41FA5}">
                      <a16:colId xmlns:a16="http://schemas.microsoft.com/office/drawing/2014/main" val="2272401490"/>
                    </a:ext>
                  </a:extLst>
                </a:gridCol>
                <a:gridCol w="1418683">
                  <a:extLst>
                    <a:ext uri="{9D8B030D-6E8A-4147-A177-3AD203B41FA5}">
                      <a16:colId xmlns:a16="http://schemas.microsoft.com/office/drawing/2014/main" val="3964895662"/>
                    </a:ext>
                  </a:extLst>
                </a:gridCol>
                <a:gridCol w="1269848">
                  <a:extLst>
                    <a:ext uri="{9D8B030D-6E8A-4147-A177-3AD203B41FA5}">
                      <a16:colId xmlns:a16="http://schemas.microsoft.com/office/drawing/2014/main" val="1421136337"/>
                    </a:ext>
                  </a:extLst>
                </a:gridCol>
                <a:gridCol w="1296144">
                  <a:extLst>
                    <a:ext uri="{9D8B030D-6E8A-4147-A177-3AD203B41FA5}">
                      <a16:colId xmlns:a16="http://schemas.microsoft.com/office/drawing/2014/main" val="3484264942"/>
                    </a:ext>
                  </a:extLst>
                </a:gridCol>
                <a:gridCol w="1296145">
                  <a:extLst>
                    <a:ext uri="{9D8B030D-6E8A-4147-A177-3AD203B41FA5}">
                      <a16:colId xmlns:a16="http://schemas.microsoft.com/office/drawing/2014/main" val="1798961515"/>
                    </a:ext>
                  </a:extLst>
                </a:gridCol>
              </a:tblGrid>
              <a:tr h="275905">
                <a:tc>
                  <a:txBody>
                    <a:bodyPr/>
                    <a:lstStyle/>
                    <a:p>
                      <a:pPr algn="l" fontAlgn="b"/>
                      <a:r>
                        <a:rPr lang="en-US" sz="900" b="1" i="0" u="none" strike="noStrike">
                          <a:solidFill>
                            <a:srgbClr val="000000"/>
                          </a:solidFill>
                          <a:effectLst/>
                          <a:latin typeface="Arial" panose="020B0604020202020204" pitchFamily="34" charset="0"/>
                        </a:rPr>
                        <a:t>IBS Branch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US" sz="900" b="1" i="0" u="none" strike="noStrike">
                          <a:solidFill>
                            <a:srgbClr val="000000"/>
                          </a:solidFill>
                          <a:effectLst/>
                          <a:latin typeface="Arial" panose="020B0604020202020204" pitchFamily="34" charset="0"/>
                        </a:rPr>
                        <a:t>BIC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US" sz="900" b="1" i="0" u="none" strike="noStrike" dirty="0">
                          <a:solidFill>
                            <a:srgbClr val="000000"/>
                          </a:solidFill>
                          <a:effectLst/>
                          <a:latin typeface="Arial" panose="020B0604020202020204" pitchFamily="34" charset="0"/>
                        </a:rPr>
                        <a:t>Managing Branch?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US" sz="900" b="1" i="0" u="none" strike="noStrike" dirty="0">
                          <a:solidFill>
                            <a:srgbClr val="000000"/>
                          </a:solidFill>
                          <a:effectLst/>
                          <a:latin typeface="Arial" panose="020B0604020202020204" pitchFamily="34" charset="0"/>
                        </a:rPr>
                        <a:t>RTGS (via SWIFT)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US" sz="900" b="1" i="0" u="none" strike="noStrike" dirty="0">
                          <a:solidFill>
                            <a:srgbClr val="000000"/>
                          </a:solidFill>
                          <a:effectLst/>
                          <a:latin typeface="Arial" panose="020B0604020202020204" pitchFamily="34" charset="0"/>
                        </a:rPr>
                        <a:t>CBPR+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013792014"/>
                  </a:ext>
                </a:extLst>
              </a:tr>
              <a:tr h="216782">
                <a:tc>
                  <a:txBody>
                    <a:bodyPr/>
                    <a:lstStyle/>
                    <a:p>
                      <a:pPr algn="l" fontAlgn="b"/>
                      <a:r>
                        <a:rPr lang="en-US" sz="900" b="0" i="0" u="none" strike="noStrike">
                          <a:solidFill>
                            <a:srgbClr val="000000"/>
                          </a:solidFill>
                          <a:effectLst/>
                          <a:latin typeface="Arial" panose="020B0604020202020204" pitchFamily="34" charset="0"/>
                        </a:rPr>
                        <a:t>London, United Kingdom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SBOSGB2XXXX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r>
                        <a:rPr lang="en-US" sz="900" b="0" i="0" u="none" strike="noStrike" dirty="0">
                          <a:solidFill>
                            <a:srgbClr val="000000"/>
                          </a:solidFill>
                          <a:effectLst/>
                          <a:latin typeface="Arial" panose="020B0604020202020204" pitchFamily="34" charset="0"/>
                        </a:rPr>
                        <a:t>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UK CHAPS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0120956"/>
                  </a:ext>
                </a:extLst>
              </a:tr>
              <a:tr h="216782">
                <a:tc>
                  <a:txBody>
                    <a:bodyPr/>
                    <a:lstStyle/>
                    <a:p>
                      <a:pPr algn="l" fontAlgn="b"/>
                      <a:r>
                        <a:rPr lang="en-US" sz="900" b="0" i="0" u="none" strike="noStrike">
                          <a:solidFill>
                            <a:srgbClr val="000000"/>
                          </a:solidFill>
                          <a:effectLst/>
                          <a:latin typeface="Arial" panose="020B0604020202020204" pitchFamily="34" charset="0"/>
                        </a:rPr>
                        <a:t>Toronto, Canada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SBOSCATXXXX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r>
                        <a:rPr lang="en-US" sz="900" b="0" i="0" u="none" strike="noStrike" dirty="0">
                          <a:solidFill>
                            <a:srgbClr val="000000"/>
                          </a:solidFill>
                          <a:effectLst/>
                          <a:latin typeface="Arial" panose="020B0604020202020204" pitchFamily="34" charset="0"/>
                        </a:rPr>
                        <a:t>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CA LYNX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8705861"/>
                  </a:ext>
                </a:extLst>
              </a:tr>
              <a:tr h="216782">
                <a:tc>
                  <a:txBody>
                    <a:bodyPr/>
                    <a:lstStyle/>
                    <a:p>
                      <a:pPr algn="l" fontAlgn="b"/>
                      <a:r>
                        <a:rPr lang="en-US" sz="900" b="0" i="0" u="none" strike="noStrike">
                          <a:solidFill>
                            <a:srgbClr val="000000"/>
                          </a:solidFill>
                          <a:effectLst/>
                          <a:latin typeface="Arial" panose="020B0604020202020204" pitchFamily="34" charset="0"/>
                        </a:rPr>
                        <a:t>Sydney, Australia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SBOSAU2XXXX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r>
                        <a:rPr lang="en-US" sz="900" b="0" i="0" u="none" strike="noStrike" dirty="0">
                          <a:solidFill>
                            <a:srgbClr val="000000"/>
                          </a:solidFill>
                          <a:effectLst/>
                          <a:latin typeface="Arial" panose="020B0604020202020204" pitchFamily="34" charset="0"/>
                        </a:rPr>
                        <a:t>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AU RITS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8541237"/>
                  </a:ext>
                </a:extLst>
              </a:tr>
              <a:tr h="216782">
                <a:tc>
                  <a:txBody>
                    <a:bodyPr/>
                    <a:lstStyle/>
                    <a:p>
                      <a:pPr algn="l" fontAlgn="b"/>
                      <a:r>
                        <a:rPr lang="en-US" sz="900" b="0" i="0" u="none" strike="noStrike">
                          <a:solidFill>
                            <a:srgbClr val="000000"/>
                          </a:solidFill>
                          <a:effectLst/>
                          <a:latin typeface="Arial" panose="020B0604020202020204" pitchFamily="34" charset="0"/>
                        </a:rPr>
                        <a:t>Hong Kong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SBOSHKHXXXX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r>
                        <a:rPr lang="en-US" sz="900" b="0" i="0" u="none" strike="noStrike" dirty="0">
                          <a:solidFill>
                            <a:srgbClr val="000000"/>
                          </a:solidFill>
                          <a:effectLst/>
                          <a:latin typeface="Arial" panose="020B0604020202020204" pitchFamily="34" charset="0"/>
                        </a:rPr>
                        <a:t>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HK CHATS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4656637"/>
                  </a:ext>
                </a:extLst>
              </a:tr>
              <a:tr h="216782">
                <a:tc>
                  <a:txBody>
                    <a:bodyPr/>
                    <a:lstStyle/>
                    <a:p>
                      <a:pPr algn="l" fontAlgn="b"/>
                      <a:r>
                        <a:rPr lang="en-US" sz="900" b="0" i="0" u="none" strike="noStrike">
                          <a:solidFill>
                            <a:srgbClr val="000000"/>
                          </a:solidFill>
                          <a:effectLst/>
                          <a:latin typeface="Arial" panose="020B0604020202020204" pitchFamily="34" charset="0"/>
                        </a:rPr>
                        <a:t>Munich, Germany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SBOSDEMXXXX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EU Target2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1396625"/>
                  </a:ext>
                </a:extLst>
              </a:tr>
              <a:tr h="216782">
                <a:tc>
                  <a:txBody>
                    <a:bodyPr/>
                    <a:lstStyle/>
                    <a:p>
                      <a:pPr algn="l" fontAlgn="b"/>
                      <a:r>
                        <a:rPr lang="en-US" sz="900" b="0" i="0" u="none" strike="noStrike">
                          <a:solidFill>
                            <a:srgbClr val="000000"/>
                          </a:solidFill>
                          <a:effectLst/>
                          <a:latin typeface="Arial" panose="020B0604020202020204" pitchFamily="34" charset="0"/>
                        </a:rPr>
                        <a:t>Taipei, Taiwan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SBOSTWTPXXX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TW FISC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2583891"/>
                  </a:ext>
                </a:extLst>
              </a:tr>
              <a:tr h="216782">
                <a:tc>
                  <a:txBody>
                    <a:bodyPr/>
                    <a:lstStyle/>
                    <a:p>
                      <a:pPr algn="l" fontAlgn="b"/>
                      <a:r>
                        <a:rPr lang="en-US" sz="900" b="0" i="0" u="none" strike="noStrike" dirty="0">
                          <a:solidFill>
                            <a:srgbClr val="000000"/>
                          </a:solidFill>
                          <a:effectLst/>
                          <a:latin typeface="Arial" panose="020B0604020202020204" pitchFamily="34" charset="0"/>
                        </a:rPr>
                        <a:t>Boston, USA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SBOSUS3FXXX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r>
                        <a:rPr lang="en-US" sz="900" b="0" i="0" u="none" strike="noStrike" dirty="0">
                          <a:solidFill>
                            <a:srgbClr val="000000"/>
                          </a:solidFill>
                          <a:effectLst/>
                          <a:latin typeface="Arial" panose="020B0604020202020204" pitchFamily="34" charset="0"/>
                        </a:rPr>
                        <a:t>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7857600"/>
                  </a:ext>
                </a:extLst>
              </a:tr>
              <a:tr h="216782">
                <a:tc>
                  <a:txBody>
                    <a:bodyPr/>
                    <a:lstStyle/>
                    <a:p>
                      <a:pPr algn="l" fontAlgn="b"/>
                      <a:r>
                        <a:rPr lang="en-US" sz="900" b="0" i="0" u="none" strike="noStrike" dirty="0">
                          <a:solidFill>
                            <a:srgbClr val="000000"/>
                          </a:solidFill>
                          <a:effectLst/>
                          <a:latin typeface="Arial" panose="020B0604020202020204" pitchFamily="34" charset="0"/>
                        </a:rPr>
                        <a:t>Sao Paulo, Brazil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BCIIBRSPXXX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1696856"/>
                  </a:ext>
                </a:extLst>
              </a:tr>
              <a:tr h="216782">
                <a:tc>
                  <a:txBody>
                    <a:bodyPr/>
                    <a:lstStyle/>
                    <a:p>
                      <a:pPr algn="l" fontAlgn="b"/>
                      <a:r>
                        <a:rPr lang="en-US" sz="900" b="0" i="0" u="none" strike="noStrike">
                          <a:solidFill>
                            <a:srgbClr val="000000"/>
                          </a:solidFill>
                          <a:effectLst/>
                          <a:latin typeface="Arial" panose="020B0604020202020204" pitchFamily="34" charset="0"/>
                        </a:rPr>
                        <a:t>Seoul, South Korea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SBOSKRSEXXX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0104689"/>
                  </a:ext>
                </a:extLst>
              </a:tr>
              <a:tr h="216782">
                <a:tc>
                  <a:txBody>
                    <a:bodyPr/>
                    <a:lstStyle/>
                    <a:p>
                      <a:pPr algn="l" fontAlgn="b"/>
                      <a:r>
                        <a:rPr lang="en-US" sz="900" b="0" i="0" u="none" strike="noStrike">
                          <a:solidFill>
                            <a:srgbClr val="000000"/>
                          </a:solidFill>
                          <a:effectLst/>
                          <a:latin typeface="Arial" panose="020B0604020202020204" pitchFamily="34" charset="0"/>
                        </a:rPr>
                        <a:t>Singapore, Singapore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SBOSSGSXXXX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5840988"/>
                  </a:ext>
                </a:extLst>
              </a:tr>
              <a:tr h="216782">
                <a:tc>
                  <a:txBody>
                    <a:bodyPr/>
                    <a:lstStyle/>
                    <a:p>
                      <a:pPr algn="l" fontAlgn="b"/>
                      <a:r>
                        <a:rPr lang="en-US" sz="900" b="0" i="0" u="none" strike="noStrike">
                          <a:solidFill>
                            <a:srgbClr val="000000"/>
                          </a:solidFill>
                          <a:effectLst/>
                          <a:latin typeface="Arial" panose="020B0604020202020204" pitchFamily="34" charset="0"/>
                        </a:rPr>
                        <a:t>Tokyo, Japan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SBOSJPJXXXX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4163576"/>
                  </a:ext>
                </a:extLst>
              </a:tr>
              <a:tr h="216782">
                <a:tc>
                  <a:txBody>
                    <a:bodyPr/>
                    <a:lstStyle/>
                    <a:p>
                      <a:pPr algn="l" fontAlgn="b"/>
                      <a:r>
                        <a:rPr lang="en-US" sz="900" b="0" i="0" u="none" strike="noStrike">
                          <a:solidFill>
                            <a:srgbClr val="000000"/>
                          </a:solidFill>
                          <a:effectLst/>
                          <a:latin typeface="Arial" panose="020B0604020202020204" pitchFamily="34" charset="0"/>
                        </a:rPr>
                        <a:t>Beijing, China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SBOSCNBJXXX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0267788"/>
                  </a:ext>
                </a:extLst>
              </a:tr>
              <a:tr h="216782">
                <a:tc>
                  <a:txBody>
                    <a:bodyPr/>
                    <a:lstStyle/>
                    <a:p>
                      <a:pPr algn="l" fontAlgn="b"/>
                      <a:r>
                        <a:rPr lang="en-US" sz="900" b="0" i="0" u="none" strike="noStrike">
                          <a:solidFill>
                            <a:srgbClr val="000000"/>
                          </a:solidFill>
                          <a:effectLst/>
                          <a:latin typeface="Arial" panose="020B0604020202020204" pitchFamily="34" charset="0"/>
                        </a:rPr>
                        <a:t>Luxembourg, Luxembourg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SBOSLULXXXX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2573323"/>
                  </a:ext>
                </a:extLst>
              </a:tr>
              <a:tr h="216782">
                <a:tc>
                  <a:txBody>
                    <a:bodyPr/>
                    <a:lstStyle/>
                    <a:p>
                      <a:pPr algn="l" fontAlgn="b"/>
                      <a:r>
                        <a:rPr lang="en-US" sz="900" b="0" i="0" u="none" strike="noStrike">
                          <a:solidFill>
                            <a:srgbClr val="000000"/>
                          </a:solidFill>
                          <a:effectLst/>
                          <a:latin typeface="Arial" panose="020B0604020202020204" pitchFamily="34" charset="0"/>
                        </a:rPr>
                        <a:t>Milan, Italy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SBOSITMLXXX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1783162"/>
                  </a:ext>
                </a:extLst>
              </a:tr>
              <a:tr h="216782">
                <a:tc>
                  <a:txBody>
                    <a:bodyPr/>
                    <a:lstStyle/>
                    <a:p>
                      <a:pPr algn="l" fontAlgn="b"/>
                      <a:r>
                        <a:rPr lang="en-US" sz="900" b="0" i="0" u="none" strike="noStrike">
                          <a:solidFill>
                            <a:srgbClr val="000000"/>
                          </a:solidFill>
                          <a:effectLst/>
                          <a:latin typeface="Arial" panose="020B0604020202020204" pitchFamily="34" charset="0"/>
                        </a:rPr>
                        <a:t>Zurich, Switzerland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SSBECHZZXXX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78758197"/>
                  </a:ext>
                </a:extLst>
              </a:tr>
              <a:tr h="216782">
                <a:tc>
                  <a:txBody>
                    <a:bodyPr/>
                    <a:lstStyle/>
                    <a:p>
                      <a:pPr algn="l" fontAlgn="b"/>
                      <a:r>
                        <a:rPr lang="en-US" sz="900" b="0" i="0" u="none" strike="noStrike">
                          <a:solidFill>
                            <a:srgbClr val="000000"/>
                          </a:solidFill>
                          <a:effectLst/>
                          <a:latin typeface="Arial" panose="020B0604020202020204" pitchFamily="34" charset="0"/>
                        </a:rPr>
                        <a:t>Amsterdam, Netherlands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a:solidFill>
                            <a:srgbClr val="000000"/>
                          </a:solidFill>
                          <a:effectLst/>
                          <a:latin typeface="Arial" panose="020B0604020202020204" pitchFamily="34" charset="0"/>
                        </a:rPr>
                        <a:t>SBOSNL2AXXX</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dist" fontAlgn="b"/>
                      <a:endParaRPr lang="en-US" sz="900" b="0" i="0" u="none" strike="noStrike" dirty="0">
                        <a:solidFill>
                          <a:srgbClr val="000000"/>
                        </a:solidFill>
                        <a:effectLst/>
                        <a:latin typeface="Arial" panose="020B060402020202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n/a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solidFill>
                            <a:srgbClr val="000000"/>
                          </a:solidFill>
                          <a:effectLst/>
                          <a:latin typeface="Arial" panose="020B0604020202020204" pitchFamily="34" charset="0"/>
                        </a:rPr>
                        <a:t>Yes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6737248"/>
                  </a:ext>
                </a:extLst>
              </a:tr>
            </a:tbl>
          </a:graphicData>
        </a:graphic>
      </p:graphicFrame>
    </p:spTree>
    <p:extLst>
      <p:ext uri="{BB962C8B-B14F-4D97-AF65-F5344CB8AC3E}">
        <p14:creationId xmlns:p14="http://schemas.microsoft.com/office/powerpoint/2010/main" val="3563115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0948-D9B1-671D-3F53-EAEBFFF0A0E1}"/>
              </a:ext>
            </a:extLst>
          </p:cNvPr>
          <p:cNvSpPr>
            <a:spLocks noGrp="1"/>
          </p:cNvSpPr>
          <p:nvPr>
            <p:ph type="title"/>
          </p:nvPr>
        </p:nvSpPr>
        <p:spPr>
          <a:xfrm>
            <a:off x="504825" y="310896"/>
            <a:ext cx="11183939" cy="403247"/>
          </a:xfrm>
        </p:spPr>
        <p:txBody>
          <a:bodyPr/>
          <a:lstStyle/>
          <a:p>
            <a:r>
              <a:rPr lang="en-US" sz="2400" dirty="0">
                <a:cs typeface="Arial" panose="020B0604020202020204" pitchFamily="34" charset="0"/>
              </a:rPr>
              <a:t>Interim ISO 20022 Solution: RTPS Conduit Model (Outbound Custody Payment)</a:t>
            </a:r>
          </a:p>
        </p:txBody>
      </p:sp>
      <p:sp>
        <p:nvSpPr>
          <p:cNvPr id="95" name="Text Placeholder 7">
            <a:extLst>
              <a:ext uri="{FF2B5EF4-FFF2-40B4-BE49-F238E27FC236}">
                <a16:creationId xmlns:a16="http://schemas.microsoft.com/office/drawing/2014/main" id="{29392E33-92AF-A50C-F9DD-063FB5399E66}"/>
              </a:ext>
            </a:extLst>
          </p:cNvPr>
          <p:cNvSpPr txBox="1">
            <a:spLocks/>
          </p:cNvSpPr>
          <p:nvPr/>
        </p:nvSpPr>
        <p:spPr bwMode="gray">
          <a:xfrm>
            <a:off x="537966" y="736205"/>
            <a:ext cx="10012404" cy="646331"/>
          </a:xfrm>
          <a:prstGeom prst="rect">
            <a:avLst/>
          </a:prstGeom>
        </p:spPr>
        <p:txBody>
          <a:bodyPr vert="horz" wrap="square" lIns="0" tIns="0" rIns="0" bIns="0" rtlCol="0">
            <a:spAutoFit/>
          </a:bodyPr>
          <a:lstStyle>
            <a:lvl1pPr marL="0" indent="0" algn="l" defTabSz="914400" rtl="0" eaLnBrk="1" latinLnBrk="0" hangingPunct="1">
              <a:spcBef>
                <a:spcPts val="1200"/>
              </a:spcBef>
              <a:buSzPct val="100000"/>
              <a:buFont typeface="Arial" panose="020B0604020202020204" pitchFamily="34" charset="0"/>
              <a:buNone/>
              <a:defRPr sz="1800" b="0" kern="1200">
                <a:solidFill>
                  <a:schemeClr val="bg2"/>
                </a:solidFill>
                <a:latin typeface="+mn-lt"/>
                <a:ea typeface="+mn-ea"/>
                <a:cs typeface="+mn-cs"/>
              </a:defRPr>
            </a:lvl1pPr>
            <a:lvl2pPr marL="125413" indent="-125413" algn="l" defTabSz="914400" rtl="0" eaLnBrk="1" latinLnBrk="0" hangingPunct="1">
              <a:spcBef>
                <a:spcPts val="600"/>
              </a:spcBef>
              <a:buClrTx/>
              <a:buSzPct val="100000"/>
              <a:buFont typeface="Arial"/>
              <a:buChar char="•"/>
              <a:defRPr lang="en-US" sz="1800" kern="1200" dirty="0" smtClean="0">
                <a:solidFill>
                  <a:schemeClr val="tx1"/>
                </a:solidFill>
                <a:latin typeface="+mn-lt"/>
                <a:ea typeface="+mn-ea"/>
                <a:cs typeface="+mn-cs"/>
              </a:defRPr>
            </a:lvl2pPr>
            <a:lvl3pPr marL="277813" indent="-123825" algn="l" defTabSz="914400" rtl="0" eaLnBrk="1" latinLnBrk="0" hangingPunct="1">
              <a:spcBef>
                <a:spcPts val="600"/>
              </a:spcBef>
              <a:buClrTx/>
              <a:buSzPct val="100000"/>
              <a:buFont typeface="Arial"/>
              <a:buChar char="−"/>
              <a:defRPr lang="en-US" sz="1600" kern="1200" dirty="0" smtClean="0">
                <a:solidFill>
                  <a:schemeClr val="tx1"/>
                </a:solidFill>
                <a:latin typeface="+mn-lt"/>
                <a:ea typeface="+mn-ea"/>
                <a:cs typeface="+mn-cs"/>
              </a:defRPr>
            </a:lvl3pPr>
            <a:lvl4pPr marL="427038" indent="-123825" algn="l" defTabSz="914400" rtl="0" eaLnBrk="1" latinLnBrk="0" hangingPunct="1">
              <a:spcBef>
                <a:spcPts val="600"/>
              </a:spcBef>
              <a:buClrTx/>
              <a:buSzPct val="100000"/>
              <a:buFont typeface="Arial" panose="020B0604020202020204" pitchFamily="34" charset="0"/>
              <a:buChar char="•"/>
              <a:defRPr lang="en-US" sz="1400" kern="1200" baseline="0" dirty="0" smtClean="0">
                <a:solidFill>
                  <a:schemeClr val="tx1"/>
                </a:solidFill>
                <a:latin typeface="+mn-lt"/>
                <a:ea typeface="+mn-ea"/>
                <a:cs typeface="+mn-cs"/>
              </a:defRPr>
            </a:lvl4pPr>
            <a:lvl5pPr marL="582613" indent="-127000" algn="l" defTabSz="798513" rtl="0" eaLnBrk="1" latinLnBrk="0" hangingPunct="1">
              <a:spcBef>
                <a:spcPts val="600"/>
              </a:spcBef>
              <a:buClrTx/>
              <a:buSzPct val="100000"/>
              <a:buFont typeface="Arial"/>
              <a:buChar char="−"/>
              <a:tabLst/>
              <a:defRPr lang="en-US" sz="1200" kern="1200" baseline="0" dirty="0" smtClean="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defRPr/>
            </a:pPr>
            <a:r>
              <a:rPr lang="en-US" sz="1400" dirty="0">
                <a:solidFill>
                  <a:schemeClr val="tx2"/>
                </a:solidFill>
                <a:latin typeface="+mj-lt"/>
                <a:cs typeface="Arial"/>
              </a:rPr>
              <a:t>The Conduit Model was developed as an interim ISO 20022 solution for payment clearing &amp; settlement in the direct clearing markets to meet mandatory timelines set by the regulators.  Initiation channels remain in legacy (MT) format and the target state RTPS payment system provides MX translation services.</a:t>
            </a:r>
          </a:p>
          <a:p>
            <a:pPr>
              <a:spcBef>
                <a:spcPts val="0"/>
              </a:spcBef>
              <a:defRPr/>
            </a:pPr>
            <a:endParaRPr lang="en-US" sz="1400" dirty="0">
              <a:solidFill>
                <a:schemeClr val="tx2"/>
              </a:solidFill>
              <a:latin typeface="+mj-lt"/>
              <a:cs typeface="Arial"/>
            </a:endParaRPr>
          </a:p>
        </p:txBody>
      </p:sp>
      <p:cxnSp>
        <p:nvCxnSpPr>
          <p:cNvPr id="96" name="Straight Connector 95">
            <a:extLst>
              <a:ext uri="{FF2B5EF4-FFF2-40B4-BE49-F238E27FC236}">
                <a16:creationId xmlns:a16="http://schemas.microsoft.com/office/drawing/2014/main" id="{EA797227-FB13-1E1A-B727-3E7EB1E997C9}"/>
              </a:ext>
            </a:extLst>
          </p:cNvPr>
          <p:cNvCxnSpPr>
            <a:cxnSpLocks/>
          </p:cNvCxnSpPr>
          <p:nvPr/>
        </p:nvCxnSpPr>
        <p:spPr bwMode="auto">
          <a:xfrm flipH="1">
            <a:off x="530087" y="1234142"/>
            <a:ext cx="10020283" cy="0"/>
          </a:xfrm>
          <a:prstGeom prst="line">
            <a:avLst/>
          </a:prstGeom>
          <a:solidFill>
            <a:srgbClr val="65CCE9"/>
          </a:solidFill>
          <a:ln w="9525" cap="flat" cmpd="sng" algn="ctr">
            <a:solidFill>
              <a:schemeClr val="tx2"/>
            </a:solidFill>
            <a:prstDash val="solid"/>
            <a:round/>
            <a:headEnd type="none" w="med" len="med"/>
            <a:tailEnd type="none" w="med" len="med"/>
          </a:ln>
          <a:effectLst/>
        </p:spPr>
      </p:cxnSp>
      <p:sp>
        <p:nvSpPr>
          <p:cNvPr id="84" name="TextBox 83">
            <a:extLst>
              <a:ext uri="{FF2B5EF4-FFF2-40B4-BE49-F238E27FC236}">
                <a16:creationId xmlns:a16="http://schemas.microsoft.com/office/drawing/2014/main" id="{02715B29-A1C0-FF24-DBCA-E084919C4D2B}"/>
              </a:ext>
            </a:extLst>
          </p:cNvPr>
          <p:cNvSpPr txBox="1"/>
          <p:nvPr/>
        </p:nvSpPr>
        <p:spPr>
          <a:xfrm>
            <a:off x="3136276" y="2174770"/>
            <a:ext cx="490712" cy="276999"/>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Sanctions</a:t>
            </a:r>
          </a:p>
        </p:txBody>
      </p:sp>
      <p:cxnSp>
        <p:nvCxnSpPr>
          <p:cNvPr id="85" name="Straight Arrow Connector 137">
            <a:extLst>
              <a:ext uri="{FF2B5EF4-FFF2-40B4-BE49-F238E27FC236}">
                <a16:creationId xmlns:a16="http://schemas.microsoft.com/office/drawing/2014/main" id="{0C577E22-2DAB-FBED-5F9C-850EFF1C1259}"/>
              </a:ext>
            </a:extLst>
          </p:cNvPr>
          <p:cNvCxnSpPr>
            <a:cxnSpLocks/>
            <a:stCxn id="97" idx="0"/>
            <a:endCxn id="86" idx="2"/>
          </p:cNvCxnSpPr>
          <p:nvPr/>
        </p:nvCxnSpPr>
        <p:spPr>
          <a:xfrm flipV="1">
            <a:off x="2895041" y="2439663"/>
            <a:ext cx="493" cy="541714"/>
          </a:xfrm>
          <a:prstGeom prst="straightConnector1">
            <a:avLst/>
          </a:prstGeom>
          <a:noFill/>
          <a:ln w="6350" cap="flat" cmpd="sng" algn="ctr">
            <a:solidFill>
              <a:srgbClr val="000000"/>
            </a:solidFill>
            <a:prstDash val="solid"/>
            <a:headEnd type="triangle" w="sm" len="sm"/>
            <a:tailEnd type="triangle" w="sm" len="sm"/>
          </a:ln>
          <a:effectLst/>
        </p:spPr>
      </p:cxnSp>
      <p:sp>
        <p:nvSpPr>
          <p:cNvPr id="86" name="Rectangle 85">
            <a:extLst>
              <a:ext uri="{FF2B5EF4-FFF2-40B4-BE49-F238E27FC236}">
                <a16:creationId xmlns:a16="http://schemas.microsoft.com/office/drawing/2014/main" id="{E00C5A15-3056-A4E2-61A9-16E5BD683967}"/>
              </a:ext>
            </a:extLst>
          </p:cNvPr>
          <p:cNvSpPr/>
          <p:nvPr/>
        </p:nvSpPr>
        <p:spPr bwMode="gray">
          <a:xfrm>
            <a:off x="2692668" y="2174489"/>
            <a:ext cx="405731" cy="265174"/>
          </a:xfrm>
          <a:prstGeom prst="rect">
            <a:avLst/>
          </a:prstGeom>
          <a:solidFill>
            <a:srgbClr val="FFFFFF">
              <a:lumMod val="95000"/>
            </a:srgbClr>
          </a:solidFill>
          <a:ln w="6350" algn="ctr">
            <a:solidFill>
              <a:srgbClr val="000000"/>
            </a:solidFill>
            <a:miter lim="800000"/>
            <a:headEnd/>
            <a:tailEnd/>
          </a:ln>
        </p:spPr>
        <p:txBody>
          <a:bodyPr wrap="square" lIns="9144" tIns="91440" rIns="9144"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Firco  </a:t>
            </a:r>
          </a:p>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Continuity</a:t>
            </a:r>
          </a:p>
        </p:txBody>
      </p:sp>
      <p:grpSp>
        <p:nvGrpSpPr>
          <p:cNvPr id="87" name="Group 86">
            <a:extLst>
              <a:ext uri="{FF2B5EF4-FFF2-40B4-BE49-F238E27FC236}">
                <a16:creationId xmlns:a16="http://schemas.microsoft.com/office/drawing/2014/main" id="{06798AC8-721E-A510-188D-3EECF4B82A59}"/>
              </a:ext>
            </a:extLst>
          </p:cNvPr>
          <p:cNvGrpSpPr/>
          <p:nvPr/>
        </p:nvGrpSpPr>
        <p:grpSpPr>
          <a:xfrm>
            <a:off x="1968176" y="2953398"/>
            <a:ext cx="728505" cy="582492"/>
            <a:chOff x="2224237" y="2887238"/>
            <a:chExt cx="698351" cy="510951"/>
          </a:xfrm>
        </p:grpSpPr>
        <p:sp>
          <p:nvSpPr>
            <p:cNvPr id="88" name="Rectangle 87">
              <a:extLst>
                <a:ext uri="{FF2B5EF4-FFF2-40B4-BE49-F238E27FC236}">
                  <a16:creationId xmlns:a16="http://schemas.microsoft.com/office/drawing/2014/main" id="{3F5F46E0-C247-E674-E424-86B31695257F}"/>
                </a:ext>
              </a:extLst>
            </p:cNvPr>
            <p:cNvSpPr/>
            <p:nvPr/>
          </p:nvSpPr>
          <p:spPr bwMode="gray">
            <a:xfrm>
              <a:off x="2224237" y="2964214"/>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en-US" sz="700" b="1" i="0" u="none" strike="noStrike" kern="0" cap="none" spc="0" normalizeH="0" baseline="0" noProof="0" dirty="0">
                <a:ln>
                  <a:noFill/>
                </a:ln>
                <a:solidFill>
                  <a:prstClr val="black"/>
                </a:solidFill>
                <a:effectLst/>
                <a:uLnTx/>
                <a:uFillTx/>
                <a:latin typeface="Arial"/>
              </a:endParaRPr>
            </a:p>
          </p:txBody>
        </p:sp>
        <p:sp>
          <p:nvSpPr>
            <p:cNvPr id="89" name="Rectangle 88">
              <a:extLst>
                <a:ext uri="{FF2B5EF4-FFF2-40B4-BE49-F238E27FC236}">
                  <a16:creationId xmlns:a16="http://schemas.microsoft.com/office/drawing/2014/main" id="{019FFF3A-7FA8-E362-669A-E2ABFD5785E9}"/>
                </a:ext>
              </a:extLst>
            </p:cNvPr>
            <p:cNvSpPr/>
            <p:nvPr/>
          </p:nvSpPr>
          <p:spPr bwMode="gray">
            <a:xfrm>
              <a:off x="2262997" y="2926996"/>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en-US" sz="700" b="1" i="0" u="none" strike="noStrike" kern="0" cap="none" spc="0" normalizeH="0" baseline="0" noProof="0" dirty="0">
                <a:ln>
                  <a:noFill/>
                </a:ln>
                <a:solidFill>
                  <a:prstClr val="black"/>
                </a:solidFill>
                <a:effectLst/>
                <a:uLnTx/>
                <a:uFillTx/>
                <a:latin typeface="Arial"/>
              </a:endParaRPr>
            </a:p>
          </p:txBody>
        </p:sp>
        <p:sp>
          <p:nvSpPr>
            <p:cNvPr id="90" name="Rectangle 89">
              <a:extLst>
                <a:ext uri="{FF2B5EF4-FFF2-40B4-BE49-F238E27FC236}">
                  <a16:creationId xmlns:a16="http://schemas.microsoft.com/office/drawing/2014/main" id="{EBF2EC2C-C8FA-BA43-02C5-C3D3A26AAC09}"/>
                </a:ext>
              </a:extLst>
            </p:cNvPr>
            <p:cNvSpPr/>
            <p:nvPr/>
          </p:nvSpPr>
          <p:spPr bwMode="gray">
            <a:xfrm>
              <a:off x="2302751" y="2887238"/>
              <a:ext cx="619837" cy="433975"/>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rPr>
                <a:t>IBS </a:t>
              </a:r>
            </a:p>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Non-Managing</a:t>
              </a:r>
            </a:p>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Branches</a:t>
              </a:r>
            </a:p>
          </p:txBody>
        </p:sp>
      </p:grpSp>
      <p:cxnSp>
        <p:nvCxnSpPr>
          <p:cNvPr id="91" name="Straight Arrow Connector 137">
            <a:extLst>
              <a:ext uri="{FF2B5EF4-FFF2-40B4-BE49-F238E27FC236}">
                <a16:creationId xmlns:a16="http://schemas.microsoft.com/office/drawing/2014/main" id="{6C91E3C0-C8F9-651E-292B-0B925B8F86E6}"/>
              </a:ext>
            </a:extLst>
          </p:cNvPr>
          <p:cNvCxnSpPr>
            <a:cxnSpLocks/>
            <a:endCxn id="90" idx="1"/>
          </p:cNvCxnSpPr>
          <p:nvPr/>
        </p:nvCxnSpPr>
        <p:spPr>
          <a:xfrm flipV="1">
            <a:off x="1283376" y="3200767"/>
            <a:ext cx="766704" cy="2504"/>
          </a:xfrm>
          <a:prstGeom prst="straightConnector1">
            <a:avLst/>
          </a:prstGeom>
          <a:noFill/>
          <a:ln w="6350" cap="flat" cmpd="sng" algn="ctr">
            <a:solidFill>
              <a:srgbClr val="000000"/>
            </a:solidFill>
            <a:prstDash val="solid"/>
            <a:headEnd w="med" len="sm"/>
            <a:tailEnd type="triangle" w="sm" len="sm"/>
          </a:ln>
          <a:effectLst/>
        </p:spPr>
      </p:cxnSp>
      <p:cxnSp>
        <p:nvCxnSpPr>
          <p:cNvPr id="92" name="Straight Arrow Connector 137">
            <a:extLst>
              <a:ext uri="{FF2B5EF4-FFF2-40B4-BE49-F238E27FC236}">
                <a16:creationId xmlns:a16="http://schemas.microsoft.com/office/drawing/2014/main" id="{5461D57F-14B7-5A58-0FB3-D3F7D0276B01}"/>
              </a:ext>
            </a:extLst>
          </p:cNvPr>
          <p:cNvCxnSpPr>
            <a:cxnSpLocks/>
            <a:stCxn id="90" idx="3"/>
            <a:endCxn id="99" idx="1"/>
          </p:cNvCxnSpPr>
          <p:nvPr/>
        </p:nvCxnSpPr>
        <p:spPr>
          <a:xfrm>
            <a:off x="2696681" y="3200767"/>
            <a:ext cx="1471136" cy="6095"/>
          </a:xfrm>
          <a:prstGeom prst="straightConnector1">
            <a:avLst/>
          </a:prstGeom>
          <a:noFill/>
          <a:ln w="6350" cap="flat" cmpd="sng" algn="ctr">
            <a:solidFill>
              <a:srgbClr val="000000"/>
            </a:solidFill>
            <a:prstDash val="solid"/>
            <a:headEnd type="triangle" w="sm" len="sm"/>
            <a:tailEnd type="triangle" w="sm" len="sm"/>
          </a:ln>
          <a:effectLst/>
        </p:spPr>
      </p:cxnSp>
      <p:sp>
        <p:nvSpPr>
          <p:cNvPr id="97" name="Rectangle 96">
            <a:extLst>
              <a:ext uri="{FF2B5EF4-FFF2-40B4-BE49-F238E27FC236}">
                <a16:creationId xmlns:a16="http://schemas.microsoft.com/office/drawing/2014/main" id="{67380510-2DC3-A476-0065-3970F731F5E6}"/>
              </a:ext>
            </a:extLst>
          </p:cNvPr>
          <p:cNvSpPr/>
          <p:nvPr/>
        </p:nvSpPr>
        <p:spPr bwMode="gray">
          <a:xfrm>
            <a:off x="2814591" y="2981377"/>
            <a:ext cx="160900" cy="433972"/>
          </a:xfrm>
          <a:prstGeom prst="rect">
            <a:avLst/>
          </a:prstGeom>
          <a:solidFill>
            <a:srgbClr val="FCFDC7"/>
          </a:solidFill>
          <a:ln w="3175" algn="ctr">
            <a:solidFill>
              <a:srgbClr val="000000"/>
            </a:solidFill>
            <a:miter lim="800000"/>
            <a:headEnd/>
            <a:tailEnd/>
          </a:ln>
        </p:spPr>
        <p:txBody>
          <a:bodyPr vert="eaVert" wrap="square" lIns="9144" tIns="91440" rIns="9144" bIns="91440" rtlCol="0" anchor="ctr" anchorCtr="1"/>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1" i="0" u="none" strike="noStrike" kern="0" cap="none" spc="0" normalizeH="0" baseline="0" noProof="0" dirty="0">
                <a:ln>
                  <a:noFill/>
                </a:ln>
                <a:solidFill>
                  <a:prstClr val="black"/>
                </a:solidFill>
                <a:effectLst/>
                <a:uLnTx/>
                <a:uFillTx/>
                <a:latin typeface="Arial"/>
              </a:rPr>
              <a:t>BESS</a:t>
            </a:r>
          </a:p>
        </p:txBody>
      </p:sp>
      <p:sp>
        <p:nvSpPr>
          <p:cNvPr id="98" name="Rectangle 97">
            <a:extLst>
              <a:ext uri="{FF2B5EF4-FFF2-40B4-BE49-F238E27FC236}">
                <a16:creationId xmlns:a16="http://schemas.microsoft.com/office/drawing/2014/main" id="{4B3F061D-ED12-863F-0D21-79870E8C8248}"/>
              </a:ext>
            </a:extLst>
          </p:cNvPr>
          <p:cNvSpPr/>
          <p:nvPr/>
        </p:nvSpPr>
        <p:spPr bwMode="gray">
          <a:xfrm>
            <a:off x="3891805" y="2988997"/>
            <a:ext cx="160900" cy="433972"/>
          </a:xfrm>
          <a:prstGeom prst="rect">
            <a:avLst/>
          </a:prstGeom>
          <a:solidFill>
            <a:srgbClr val="FCFDC7"/>
          </a:solidFill>
          <a:ln w="3175" algn="ctr">
            <a:solidFill>
              <a:srgbClr val="000000"/>
            </a:solidFill>
            <a:miter lim="800000"/>
            <a:headEnd/>
            <a:tailEnd/>
          </a:ln>
        </p:spPr>
        <p:txBody>
          <a:bodyPr vert="eaVert" wrap="square" lIns="9144" tIns="91440" rIns="9144" bIns="91440" rtlCol="0" anchor="ctr" anchorCtr="1"/>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1" i="0" u="none" strike="noStrike" kern="0" cap="none" spc="0" normalizeH="0" baseline="0" noProof="0" dirty="0">
                <a:ln>
                  <a:noFill/>
                </a:ln>
                <a:solidFill>
                  <a:prstClr val="black"/>
                </a:solidFill>
                <a:effectLst/>
                <a:uLnTx/>
                <a:uFillTx/>
                <a:latin typeface="Arial"/>
              </a:rPr>
              <a:t>BESS</a:t>
            </a:r>
          </a:p>
        </p:txBody>
      </p:sp>
      <p:sp>
        <p:nvSpPr>
          <p:cNvPr id="99" name="Rectangle 98">
            <a:extLst>
              <a:ext uri="{FF2B5EF4-FFF2-40B4-BE49-F238E27FC236}">
                <a16:creationId xmlns:a16="http://schemas.microsoft.com/office/drawing/2014/main" id="{E2357B69-6A03-8ED1-7D90-278587312543}"/>
              </a:ext>
            </a:extLst>
          </p:cNvPr>
          <p:cNvSpPr/>
          <p:nvPr/>
        </p:nvSpPr>
        <p:spPr bwMode="gray">
          <a:xfrm>
            <a:off x="4167817" y="2959493"/>
            <a:ext cx="580031" cy="494738"/>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rPr>
              <a:t>IBS </a:t>
            </a:r>
          </a:p>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Managing</a:t>
            </a:r>
          </a:p>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Branch</a:t>
            </a:r>
          </a:p>
        </p:txBody>
      </p:sp>
      <p:pic>
        <p:nvPicPr>
          <p:cNvPr id="100" name="Picture 2" descr="Flexible payment in our Middle Ages store ageofcraft.com">
            <a:extLst>
              <a:ext uri="{FF2B5EF4-FFF2-40B4-BE49-F238E27FC236}">
                <a16:creationId xmlns:a16="http://schemas.microsoft.com/office/drawing/2014/main" id="{A6EE9773-0486-01AD-F164-A642B1D5DE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732" y="3234097"/>
            <a:ext cx="227892" cy="212396"/>
          </a:xfrm>
          <a:prstGeom prst="rect">
            <a:avLst/>
          </a:prstGeom>
          <a:noFill/>
          <a:extLst>
            <a:ext uri="{909E8E84-426E-40DD-AFC4-6F175D3DCCD1}">
              <a14:hiddenFill xmlns:a14="http://schemas.microsoft.com/office/drawing/2010/main">
                <a:solidFill>
                  <a:srgbClr val="FFFFFF"/>
                </a:solidFill>
              </a14:hiddenFill>
            </a:ext>
          </a:extLst>
        </p:spPr>
      </p:pic>
      <p:sp>
        <p:nvSpPr>
          <p:cNvPr id="101" name="TextBox 100">
            <a:extLst>
              <a:ext uri="{FF2B5EF4-FFF2-40B4-BE49-F238E27FC236}">
                <a16:creationId xmlns:a16="http://schemas.microsoft.com/office/drawing/2014/main" id="{147505AE-7F00-CB6F-0DC7-79FC08B0BA64}"/>
              </a:ext>
            </a:extLst>
          </p:cNvPr>
          <p:cNvSpPr txBox="1"/>
          <p:nvPr/>
        </p:nvSpPr>
        <p:spPr>
          <a:xfrm>
            <a:off x="3189707" y="3479566"/>
            <a:ext cx="534547" cy="92333"/>
          </a:xfrm>
          <a:prstGeom prst="rect">
            <a:avLst/>
          </a:prstGeom>
          <a:noFill/>
        </p:spPr>
        <p:txBody>
          <a:bodyPr wrap="square" lIns="0" tIns="0" rIns="0" bIns="0" rtlCol="0" anchor="ctr">
            <a:spAutoFit/>
          </a:bodyPr>
          <a:lstStyle/>
          <a:p>
            <a:pPr algn="ctr"/>
            <a:r>
              <a:rPr lang="en-US" sz="600" i="1" kern="0" dirty="0">
                <a:solidFill>
                  <a:srgbClr val="000000"/>
                </a:solidFill>
                <a:latin typeface="Arial"/>
                <a:ea typeface="Calibri Light" charset="0"/>
                <a:cs typeface="Segoe UI" panose="020B0502040204020203" pitchFamily="34" charset="0"/>
              </a:rPr>
              <a:t>SWIFT FIN</a:t>
            </a:r>
            <a:endParaRPr lang="en-US" sz="600" i="1" dirty="0">
              <a:solidFill>
                <a:srgbClr val="000000"/>
              </a:solidFill>
              <a:latin typeface="Arial"/>
              <a:ea typeface="Calibri Light" charset="0"/>
              <a:cs typeface="Segoe UI" panose="020B0502040204020203" pitchFamily="34" charset="0"/>
            </a:endParaRPr>
          </a:p>
        </p:txBody>
      </p:sp>
      <p:sp>
        <p:nvSpPr>
          <p:cNvPr id="102" name="TextBox 101">
            <a:extLst>
              <a:ext uri="{FF2B5EF4-FFF2-40B4-BE49-F238E27FC236}">
                <a16:creationId xmlns:a16="http://schemas.microsoft.com/office/drawing/2014/main" id="{C0DF4275-EE30-0961-768B-3B977220ED34}"/>
              </a:ext>
            </a:extLst>
          </p:cNvPr>
          <p:cNvSpPr txBox="1"/>
          <p:nvPr/>
        </p:nvSpPr>
        <p:spPr>
          <a:xfrm>
            <a:off x="4215345" y="2174295"/>
            <a:ext cx="490712" cy="276999"/>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Sanctions</a:t>
            </a:r>
          </a:p>
        </p:txBody>
      </p:sp>
      <p:cxnSp>
        <p:nvCxnSpPr>
          <p:cNvPr id="103" name="Straight Arrow Connector 137">
            <a:extLst>
              <a:ext uri="{FF2B5EF4-FFF2-40B4-BE49-F238E27FC236}">
                <a16:creationId xmlns:a16="http://schemas.microsoft.com/office/drawing/2014/main" id="{41C68513-5A65-5FD5-71D0-F495A598E84C}"/>
              </a:ext>
            </a:extLst>
          </p:cNvPr>
          <p:cNvCxnSpPr>
            <a:cxnSpLocks/>
            <a:stCxn id="98" idx="0"/>
            <a:endCxn id="104" idx="2"/>
          </p:cNvCxnSpPr>
          <p:nvPr/>
        </p:nvCxnSpPr>
        <p:spPr>
          <a:xfrm flipV="1">
            <a:off x="3972255" y="2439663"/>
            <a:ext cx="239" cy="549334"/>
          </a:xfrm>
          <a:prstGeom prst="straightConnector1">
            <a:avLst/>
          </a:prstGeom>
          <a:noFill/>
          <a:ln w="6350" cap="flat" cmpd="sng" algn="ctr">
            <a:solidFill>
              <a:srgbClr val="000000"/>
            </a:solidFill>
            <a:prstDash val="solid"/>
            <a:headEnd type="triangle" w="sm" len="sm"/>
            <a:tailEnd type="triangle" w="sm" len="sm"/>
          </a:ln>
          <a:effectLst/>
        </p:spPr>
      </p:cxnSp>
      <p:sp>
        <p:nvSpPr>
          <p:cNvPr id="104" name="Rectangle 103">
            <a:extLst>
              <a:ext uri="{FF2B5EF4-FFF2-40B4-BE49-F238E27FC236}">
                <a16:creationId xmlns:a16="http://schemas.microsoft.com/office/drawing/2014/main" id="{1B582525-EDBA-3E7E-F178-FE554B852ECE}"/>
              </a:ext>
            </a:extLst>
          </p:cNvPr>
          <p:cNvSpPr/>
          <p:nvPr/>
        </p:nvSpPr>
        <p:spPr bwMode="gray">
          <a:xfrm>
            <a:off x="3769628" y="2174489"/>
            <a:ext cx="405731" cy="265174"/>
          </a:xfrm>
          <a:prstGeom prst="rect">
            <a:avLst/>
          </a:prstGeom>
          <a:solidFill>
            <a:srgbClr val="FFFFFF">
              <a:lumMod val="95000"/>
            </a:srgbClr>
          </a:solidFill>
          <a:ln w="6350" algn="ctr">
            <a:solidFill>
              <a:srgbClr val="000000"/>
            </a:solidFill>
            <a:miter lim="800000"/>
            <a:headEnd/>
            <a:tailEnd/>
          </a:ln>
        </p:spPr>
        <p:txBody>
          <a:bodyPr wrap="square" lIns="9144" tIns="91440" rIns="9144"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Firco  </a:t>
            </a:r>
          </a:p>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Continuity</a:t>
            </a:r>
          </a:p>
        </p:txBody>
      </p:sp>
      <p:sp>
        <p:nvSpPr>
          <p:cNvPr id="105" name="TextBox 104">
            <a:extLst>
              <a:ext uri="{FF2B5EF4-FFF2-40B4-BE49-F238E27FC236}">
                <a16:creationId xmlns:a16="http://schemas.microsoft.com/office/drawing/2014/main" id="{3C3653C5-1A5F-A251-3F38-B04CF5D273DC}"/>
              </a:ext>
            </a:extLst>
          </p:cNvPr>
          <p:cNvSpPr txBox="1"/>
          <p:nvPr/>
        </p:nvSpPr>
        <p:spPr>
          <a:xfrm>
            <a:off x="615588" y="1316496"/>
            <a:ext cx="2163143" cy="415498"/>
          </a:xfrm>
          <a:prstGeom prst="rect">
            <a:avLst/>
          </a:prstGeom>
          <a:noFill/>
        </p:spPr>
        <p:txBody>
          <a:bodyPr wrap="square" lIns="45720" tIns="91440" rIns="45720" bIns="91440" rtlCol="0">
            <a:spAutoFit/>
          </a:bodyPr>
          <a:lstStyle/>
          <a:p>
            <a:pPr>
              <a:buSzPct val="100000"/>
            </a:pPr>
            <a:r>
              <a:rPr lang="en-US" sz="800" b="1" dirty="0">
                <a:solidFill>
                  <a:prstClr val="black"/>
                </a:solidFill>
                <a:latin typeface="Arial"/>
              </a:rPr>
              <a:t>RTGS Conduit Model - Outbound</a:t>
            </a:r>
          </a:p>
          <a:p>
            <a:pPr>
              <a:buSzPct val="100000"/>
            </a:pPr>
            <a:r>
              <a:rPr lang="en-US" sz="700" dirty="0">
                <a:solidFill>
                  <a:prstClr val="black"/>
                </a:solidFill>
                <a:latin typeface="Arial"/>
              </a:rPr>
              <a:t>(MX messaging outbound to Network)</a:t>
            </a:r>
          </a:p>
        </p:txBody>
      </p:sp>
      <p:sp>
        <p:nvSpPr>
          <p:cNvPr id="106" name="Rectangle 105">
            <a:extLst>
              <a:ext uri="{FF2B5EF4-FFF2-40B4-BE49-F238E27FC236}">
                <a16:creationId xmlns:a16="http://schemas.microsoft.com/office/drawing/2014/main" id="{41AA76F6-AABC-484F-7D78-A7FE446D387D}"/>
              </a:ext>
            </a:extLst>
          </p:cNvPr>
          <p:cNvSpPr/>
          <p:nvPr/>
        </p:nvSpPr>
        <p:spPr>
          <a:xfrm>
            <a:off x="8333090" y="2928908"/>
            <a:ext cx="567939" cy="548725"/>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 Market</a:t>
            </a:r>
          </a:p>
        </p:txBody>
      </p:sp>
      <p:pic>
        <p:nvPicPr>
          <p:cNvPr id="107" name="Picture 143" descr="Bank outline">
            <a:extLst>
              <a:ext uri="{FF2B5EF4-FFF2-40B4-BE49-F238E27FC236}">
                <a16:creationId xmlns:a16="http://schemas.microsoft.com/office/drawing/2014/main" id="{1819A0ED-E096-537D-A13D-ABB1A37AD87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439030" y="3089396"/>
            <a:ext cx="373251" cy="317364"/>
          </a:xfrm>
          <a:prstGeom prst="rect">
            <a:avLst/>
          </a:prstGeom>
        </p:spPr>
      </p:pic>
      <p:sp>
        <p:nvSpPr>
          <p:cNvPr id="108" name="TextBox 107">
            <a:extLst>
              <a:ext uri="{FF2B5EF4-FFF2-40B4-BE49-F238E27FC236}">
                <a16:creationId xmlns:a16="http://schemas.microsoft.com/office/drawing/2014/main" id="{F8BC7994-B6D4-8BD6-AAEF-EE8E347D84DF}"/>
              </a:ext>
            </a:extLst>
          </p:cNvPr>
          <p:cNvSpPr txBox="1"/>
          <p:nvPr/>
        </p:nvSpPr>
        <p:spPr>
          <a:xfrm>
            <a:off x="8383215" y="3352630"/>
            <a:ext cx="479546" cy="94320"/>
          </a:xfrm>
          <a:prstGeom prst="rect">
            <a:avLst/>
          </a:prstGeom>
          <a:noFill/>
        </p:spPr>
        <p:txBody>
          <a:bodyPr wrap="square" lIns="0" tIns="0" rIns="0" bIns="0" rtlCol="0" anchor="ctr">
            <a:spAutoFit/>
          </a:bodyPr>
          <a:lstStyle/>
          <a:p>
            <a:pPr algn="ctr"/>
            <a:endParaRPr lang="en-US" sz="600" i="1" kern="0" dirty="0">
              <a:solidFill>
                <a:srgbClr val="000000"/>
              </a:solidFill>
              <a:latin typeface="Arial"/>
              <a:ea typeface="Calibri Light" charset="0"/>
              <a:cs typeface="Segoe UI" panose="020B0502040204020203" pitchFamily="34" charset="0"/>
            </a:endParaRPr>
          </a:p>
        </p:txBody>
      </p:sp>
      <p:cxnSp>
        <p:nvCxnSpPr>
          <p:cNvPr id="109" name="Straight Arrow Connector 137">
            <a:extLst>
              <a:ext uri="{FF2B5EF4-FFF2-40B4-BE49-F238E27FC236}">
                <a16:creationId xmlns:a16="http://schemas.microsoft.com/office/drawing/2014/main" id="{1B6EA313-C80C-A513-1B87-20C327ABA12B}"/>
              </a:ext>
            </a:extLst>
          </p:cNvPr>
          <p:cNvCxnSpPr>
            <a:cxnSpLocks/>
            <a:stCxn id="99" idx="3"/>
            <a:endCxn id="367" idx="1"/>
          </p:cNvCxnSpPr>
          <p:nvPr/>
        </p:nvCxnSpPr>
        <p:spPr>
          <a:xfrm flipV="1">
            <a:off x="4747848" y="3206558"/>
            <a:ext cx="777550" cy="304"/>
          </a:xfrm>
          <a:prstGeom prst="straightConnector1">
            <a:avLst/>
          </a:prstGeom>
          <a:noFill/>
          <a:ln w="6350" cap="flat" cmpd="sng" algn="ctr">
            <a:solidFill>
              <a:srgbClr val="000000"/>
            </a:solidFill>
            <a:prstDash val="solid"/>
            <a:headEnd type="triangle" w="sm" len="sm"/>
            <a:tailEnd type="triangle" w="sm" len="sm"/>
          </a:ln>
          <a:effectLst/>
        </p:spPr>
      </p:cxnSp>
      <p:pic>
        <p:nvPicPr>
          <p:cNvPr id="110" name="Picture 2" descr="Flexible payment in our Middle Ages store ageofcraft.com">
            <a:extLst>
              <a:ext uri="{FF2B5EF4-FFF2-40B4-BE49-F238E27FC236}">
                <a16:creationId xmlns:a16="http://schemas.microsoft.com/office/drawing/2014/main" id="{528946D5-39AD-7BA6-9A52-6A1C253CE20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89134" y="3223564"/>
            <a:ext cx="227892" cy="212396"/>
          </a:xfrm>
          <a:prstGeom prst="rect">
            <a:avLst/>
          </a:prstGeom>
          <a:noFill/>
          <a:extLst>
            <a:ext uri="{909E8E84-426E-40DD-AFC4-6F175D3DCCD1}">
              <a14:hiddenFill xmlns:a14="http://schemas.microsoft.com/office/drawing/2010/main">
                <a:solidFill>
                  <a:srgbClr val="FFFFFF"/>
                </a:solidFill>
              </a14:hiddenFill>
            </a:ext>
          </a:extLst>
        </p:spPr>
      </p:pic>
      <p:sp>
        <p:nvSpPr>
          <p:cNvPr id="111" name="TextBox 110">
            <a:extLst>
              <a:ext uri="{FF2B5EF4-FFF2-40B4-BE49-F238E27FC236}">
                <a16:creationId xmlns:a16="http://schemas.microsoft.com/office/drawing/2014/main" id="{31EB08AD-14AA-B8CA-3224-FB068BA49EA9}"/>
              </a:ext>
            </a:extLst>
          </p:cNvPr>
          <p:cNvSpPr txBox="1"/>
          <p:nvPr/>
        </p:nvSpPr>
        <p:spPr>
          <a:xfrm>
            <a:off x="7659681" y="3448174"/>
            <a:ext cx="701955" cy="184666"/>
          </a:xfrm>
          <a:prstGeom prst="rect">
            <a:avLst/>
          </a:prstGeom>
          <a:noFill/>
        </p:spPr>
        <p:txBody>
          <a:bodyPr wrap="square" lIns="0" tIns="0" rIns="0" bIns="0" rtlCol="0" anchor="ctr">
            <a:spAutoFit/>
          </a:bodyPr>
          <a:lstStyle/>
          <a:p>
            <a:pPr algn="ctr"/>
            <a:r>
              <a:rPr lang="en-US" sz="600" i="1" kern="0" dirty="0">
                <a:solidFill>
                  <a:srgbClr val="000000"/>
                </a:solidFill>
                <a:latin typeface="Arial"/>
                <a:ea typeface="Calibri Light" charset="0"/>
                <a:cs typeface="Segoe UI" panose="020B0502040204020203" pitchFamily="34" charset="0"/>
              </a:rPr>
              <a:t>SWIFT </a:t>
            </a:r>
          </a:p>
          <a:p>
            <a:pPr algn="ctr"/>
            <a:r>
              <a:rPr lang="en-US" sz="600" i="1" kern="0" dirty="0" err="1">
                <a:solidFill>
                  <a:srgbClr val="000000"/>
                </a:solidFill>
                <a:latin typeface="Arial"/>
                <a:ea typeface="Calibri Light" charset="0"/>
                <a:cs typeface="Segoe UI" panose="020B0502040204020203" pitchFamily="34" charset="0"/>
              </a:rPr>
              <a:t>InterAct</a:t>
            </a:r>
            <a:endParaRPr lang="en-US" sz="600" i="1" dirty="0">
              <a:solidFill>
                <a:srgbClr val="000000"/>
              </a:solidFill>
              <a:latin typeface="Arial"/>
              <a:ea typeface="Calibri Light" charset="0"/>
              <a:cs typeface="Segoe UI" panose="020B0502040204020203" pitchFamily="34" charset="0"/>
            </a:endParaRPr>
          </a:p>
        </p:txBody>
      </p:sp>
      <p:cxnSp>
        <p:nvCxnSpPr>
          <p:cNvPr id="113" name="Straight Arrow Connector 137">
            <a:extLst>
              <a:ext uri="{FF2B5EF4-FFF2-40B4-BE49-F238E27FC236}">
                <a16:creationId xmlns:a16="http://schemas.microsoft.com/office/drawing/2014/main" id="{B1276C82-FC8F-CA00-746E-A9E793244F14}"/>
              </a:ext>
            </a:extLst>
          </p:cNvPr>
          <p:cNvCxnSpPr>
            <a:cxnSpLocks/>
            <a:stCxn id="367" idx="3"/>
            <a:endCxn id="106" idx="1"/>
          </p:cNvCxnSpPr>
          <p:nvPr/>
        </p:nvCxnSpPr>
        <p:spPr>
          <a:xfrm flipV="1">
            <a:off x="6461734" y="3203271"/>
            <a:ext cx="1871356" cy="3287"/>
          </a:xfrm>
          <a:prstGeom prst="straightConnector1">
            <a:avLst/>
          </a:prstGeom>
          <a:noFill/>
          <a:ln w="6350" cap="flat" cmpd="sng" algn="ctr">
            <a:solidFill>
              <a:srgbClr val="000000"/>
            </a:solidFill>
            <a:prstDash val="solid"/>
            <a:headEnd type="triangle" w="sm" len="sm"/>
            <a:tailEnd type="triangle" w="sm" len="sm"/>
          </a:ln>
          <a:effectLst/>
        </p:spPr>
      </p:cxnSp>
      <p:cxnSp>
        <p:nvCxnSpPr>
          <p:cNvPr id="114" name="Straight Arrow Connector 137">
            <a:extLst>
              <a:ext uri="{FF2B5EF4-FFF2-40B4-BE49-F238E27FC236}">
                <a16:creationId xmlns:a16="http://schemas.microsoft.com/office/drawing/2014/main" id="{7EAE5970-9F40-005C-E301-C7C584085523}"/>
              </a:ext>
            </a:extLst>
          </p:cNvPr>
          <p:cNvCxnSpPr>
            <a:cxnSpLocks/>
            <a:stCxn id="368" idx="0"/>
            <a:endCxn id="115" idx="2"/>
          </p:cNvCxnSpPr>
          <p:nvPr/>
        </p:nvCxnSpPr>
        <p:spPr>
          <a:xfrm flipH="1" flipV="1">
            <a:off x="5989037" y="2434896"/>
            <a:ext cx="2030" cy="534038"/>
          </a:xfrm>
          <a:prstGeom prst="straightConnector1">
            <a:avLst/>
          </a:prstGeom>
          <a:noFill/>
          <a:ln w="6350" cap="flat" cmpd="sng" algn="ctr">
            <a:solidFill>
              <a:srgbClr val="000000"/>
            </a:solidFill>
            <a:prstDash val="solid"/>
            <a:headEnd type="triangle" w="sm" len="sm"/>
            <a:tailEnd type="triangle" w="sm" len="sm"/>
          </a:ln>
          <a:effectLst/>
        </p:spPr>
      </p:cxnSp>
      <p:sp>
        <p:nvSpPr>
          <p:cNvPr id="115" name="Rectangle 114">
            <a:extLst>
              <a:ext uri="{FF2B5EF4-FFF2-40B4-BE49-F238E27FC236}">
                <a16:creationId xmlns:a16="http://schemas.microsoft.com/office/drawing/2014/main" id="{8DA277A7-06F0-6D48-495C-1A06AD4787EF}"/>
              </a:ext>
            </a:extLst>
          </p:cNvPr>
          <p:cNvSpPr/>
          <p:nvPr/>
        </p:nvSpPr>
        <p:spPr bwMode="gray">
          <a:xfrm>
            <a:off x="5786171" y="2174490"/>
            <a:ext cx="405731" cy="260406"/>
          </a:xfrm>
          <a:prstGeom prst="rect">
            <a:avLst/>
          </a:prstGeom>
          <a:solidFill>
            <a:srgbClr val="FFFFFF">
              <a:lumMod val="95000"/>
            </a:srgbClr>
          </a:solidFill>
          <a:ln w="6350" algn="ctr">
            <a:solidFill>
              <a:srgbClr val="000000"/>
            </a:solidFill>
            <a:miter lim="800000"/>
            <a:headEnd/>
            <a:tailEnd/>
          </a:ln>
        </p:spPr>
        <p:txBody>
          <a:bodyPr wrap="square" lIns="9144" tIns="91440" rIns="9144"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Firco  </a:t>
            </a:r>
          </a:p>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Continuity</a:t>
            </a:r>
          </a:p>
        </p:txBody>
      </p:sp>
      <p:sp>
        <p:nvSpPr>
          <p:cNvPr id="116" name="Rectangle 115">
            <a:extLst>
              <a:ext uri="{FF2B5EF4-FFF2-40B4-BE49-F238E27FC236}">
                <a16:creationId xmlns:a16="http://schemas.microsoft.com/office/drawing/2014/main" id="{AFEF471F-094C-77C4-1EDF-A84A45EEE360}"/>
              </a:ext>
            </a:extLst>
          </p:cNvPr>
          <p:cNvSpPr/>
          <p:nvPr/>
        </p:nvSpPr>
        <p:spPr bwMode="gray">
          <a:xfrm>
            <a:off x="7548061" y="2984281"/>
            <a:ext cx="160900" cy="433972"/>
          </a:xfrm>
          <a:prstGeom prst="rect">
            <a:avLst/>
          </a:prstGeom>
          <a:solidFill>
            <a:srgbClr val="FCFDC7"/>
          </a:solidFill>
          <a:ln w="3175" algn="ctr">
            <a:solidFill>
              <a:srgbClr val="000000"/>
            </a:solidFill>
            <a:miter lim="800000"/>
            <a:headEnd/>
            <a:tailEnd/>
          </a:ln>
        </p:spPr>
        <p:txBody>
          <a:bodyPr vert="eaVert" wrap="square" lIns="9144" tIns="91440" rIns="9144" bIns="91440" rtlCol="0" anchor="ctr" anchorCtr="1"/>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1" i="0" u="none" strike="noStrike" kern="0" cap="none" spc="0" normalizeH="0" baseline="0" noProof="0" dirty="0">
                <a:ln>
                  <a:noFill/>
                </a:ln>
                <a:solidFill>
                  <a:prstClr val="black"/>
                </a:solidFill>
                <a:effectLst/>
                <a:uLnTx/>
                <a:uFillTx/>
                <a:latin typeface="Arial"/>
              </a:rPr>
              <a:t>SAA</a:t>
            </a:r>
          </a:p>
        </p:txBody>
      </p:sp>
      <p:sp>
        <p:nvSpPr>
          <p:cNvPr id="118" name="TextBox 117">
            <a:extLst>
              <a:ext uri="{FF2B5EF4-FFF2-40B4-BE49-F238E27FC236}">
                <a16:creationId xmlns:a16="http://schemas.microsoft.com/office/drawing/2014/main" id="{88E0ABC6-A9C5-5A7B-3DC0-CAE09DFC81EB}"/>
              </a:ext>
            </a:extLst>
          </p:cNvPr>
          <p:cNvSpPr txBox="1"/>
          <p:nvPr/>
        </p:nvSpPr>
        <p:spPr>
          <a:xfrm>
            <a:off x="6732575" y="3726172"/>
            <a:ext cx="220981" cy="200055"/>
          </a:xfrm>
          <a:prstGeom prst="rect">
            <a:avLst/>
          </a:prstGeom>
          <a:noFill/>
        </p:spPr>
        <p:txBody>
          <a:bodyPr wrap="square">
            <a:spAutoFit/>
          </a:bodyPr>
          <a:lstStyle/>
          <a:p>
            <a:r>
              <a:rPr lang="en-US" sz="700" dirty="0">
                <a:solidFill>
                  <a:srgbClr val="000000"/>
                </a:solidFill>
                <a:latin typeface="Arial"/>
                <a:sym typeface="Wingdings" panose="05000000000000000000" pitchFamily="2" charset="2"/>
              </a:rPr>
              <a:t></a:t>
            </a:r>
            <a:endParaRPr lang="en-US" sz="700" dirty="0">
              <a:solidFill>
                <a:srgbClr val="000000"/>
              </a:solidFill>
              <a:latin typeface="Arial"/>
            </a:endParaRPr>
          </a:p>
        </p:txBody>
      </p:sp>
      <p:sp>
        <p:nvSpPr>
          <p:cNvPr id="119" name="Rectangle 118">
            <a:extLst>
              <a:ext uri="{FF2B5EF4-FFF2-40B4-BE49-F238E27FC236}">
                <a16:creationId xmlns:a16="http://schemas.microsoft.com/office/drawing/2014/main" id="{AE75CFD4-16AC-7FF4-D2C2-0E88C2D1582C}"/>
              </a:ext>
            </a:extLst>
          </p:cNvPr>
          <p:cNvSpPr/>
          <p:nvPr/>
        </p:nvSpPr>
        <p:spPr bwMode="gray">
          <a:xfrm>
            <a:off x="6948609" y="3759221"/>
            <a:ext cx="237931" cy="160475"/>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MX</a:t>
            </a:r>
          </a:p>
        </p:txBody>
      </p:sp>
      <p:sp>
        <p:nvSpPr>
          <p:cNvPr id="120" name="TextBox 119">
            <a:extLst>
              <a:ext uri="{FF2B5EF4-FFF2-40B4-BE49-F238E27FC236}">
                <a16:creationId xmlns:a16="http://schemas.microsoft.com/office/drawing/2014/main" id="{DD51C06F-7C6A-BD01-523A-098BE1F9B3E5}"/>
              </a:ext>
            </a:extLst>
          </p:cNvPr>
          <p:cNvSpPr txBox="1"/>
          <p:nvPr/>
        </p:nvSpPr>
        <p:spPr>
          <a:xfrm>
            <a:off x="1444565" y="2802735"/>
            <a:ext cx="382643" cy="461665"/>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MT103</a:t>
            </a:r>
          </a:p>
          <a:p>
            <a:pPr>
              <a:buSzPct val="100000"/>
            </a:pPr>
            <a:r>
              <a:rPr lang="en-US" sz="600" dirty="0">
                <a:solidFill>
                  <a:srgbClr val="000000"/>
                </a:solidFill>
                <a:latin typeface="Arial"/>
              </a:rPr>
              <a:t>MT202</a:t>
            </a:r>
          </a:p>
          <a:p>
            <a:pPr>
              <a:buSzPct val="100000"/>
            </a:pPr>
            <a:r>
              <a:rPr lang="en-US" sz="600" dirty="0">
                <a:solidFill>
                  <a:srgbClr val="000000"/>
                </a:solidFill>
                <a:latin typeface="Arial"/>
              </a:rPr>
              <a:t>MT210</a:t>
            </a:r>
          </a:p>
        </p:txBody>
      </p:sp>
      <p:sp>
        <p:nvSpPr>
          <p:cNvPr id="121" name="Rectangle 120">
            <a:extLst>
              <a:ext uri="{FF2B5EF4-FFF2-40B4-BE49-F238E27FC236}">
                <a16:creationId xmlns:a16="http://schemas.microsoft.com/office/drawing/2014/main" id="{AF330AEE-F846-7FC1-11B6-B55EB278505F}"/>
              </a:ext>
            </a:extLst>
          </p:cNvPr>
          <p:cNvSpPr/>
          <p:nvPr/>
        </p:nvSpPr>
        <p:spPr bwMode="gray">
          <a:xfrm>
            <a:off x="6570774" y="3761701"/>
            <a:ext cx="225695" cy="151021"/>
          </a:xfrm>
          <a:prstGeom prst="rect">
            <a:avLst/>
          </a:prstGeom>
          <a:no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MT</a:t>
            </a:r>
          </a:p>
        </p:txBody>
      </p:sp>
      <p:sp>
        <p:nvSpPr>
          <p:cNvPr id="122" name="TextBox 121">
            <a:extLst>
              <a:ext uri="{FF2B5EF4-FFF2-40B4-BE49-F238E27FC236}">
                <a16:creationId xmlns:a16="http://schemas.microsoft.com/office/drawing/2014/main" id="{4240D5C4-9C46-C892-BB0C-87820CC8AD9C}"/>
              </a:ext>
            </a:extLst>
          </p:cNvPr>
          <p:cNvSpPr txBox="1"/>
          <p:nvPr/>
        </p:nvSpPr>
        <p:spPr>
          <a:xfrm>
            <a:off x="2913701" y="2492371"/>
            <a:ext cx="382643" cy="369332"/>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MT103</a:t>
            </a:r>
          </a:p>
          <a:p>
            <a:pPr>
              <a:buSzPct val="100000"/>
            </a:pPr>
            <a:r>
              <a:rPr lang="en-US" sz="600" dirty="0">
                <a:solidFill>
                  <a:srgbClr val="000000"/>
                </a:solidFill>
                <a:latin typeface="Arial"/>
              </a:rPr>
              <a:t>MT202</a:t>
            </a:r>
          </a:p>
        </p:txBody>
      </p:sp>
      <p:sp>
        <p:nvSpPr>
          <p:cNvPr id="123" name="TextBox 122">
            <a:extLst>
              <a:ext uri="{FF2B5EF4-FFF2-40B4-BE49-F238E27FC236}">
                <a16:creationId xmlns:a16="http://schemas.microsoft.com/office/drawing/2014/main" id="{9D540416-C6C1-D076-3E9F-07933C0E0160}"/>
              </a:ext>
            </a:extLst>
          </p:cNvPr>
          <p:cNvSpPr txBox="1"/>
          <p:nvPr/>
        </p:nvSpPr>
        <p:spPr>
          <a:xfrm>
            <a:off x="4001837" y="2504563"/>
            <a:ext cx="382643" cy="369332"/>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MT103</a:t>
            </a:r>
          </a:p>
          <a:p>
            <a:pPr>
              <a:buSzPct val="100000"/>
            </a:pPr>
            <a:r>
              <a:rPr lang="en-US" sz="600" dirty="0">
                <a:solidFill>
                  <a:srgbClr val="000000"/>
                </a:solidFill>
                <a:latin typeface="Arial"/>
              </a:rPr>
              <a:t>MT202</a:t>
            </a:r>
          </a:p>
        </p:txBody>
      </p:sp>
      <p:sp>
        <p:nvSpPr>
          <p:cNvPr id="124" name="TextBox 123">
            <a:extLst>
              <a:ext uri="{FF2B5EF4-FFF2-40B4-BE49-F238E27FC236}">
                <a16:creationId xmlns:a16="http://schemas.microsoft.com/office/drawing/2014/main" id="{29943C72-0488-BC1B-90D9-86D95B2A3ABE}"/>
              </a:ext>
            </a:extLst>
          </p:cNvPr>
          <p:cNvSpPr txBox="1"/>
          <p:nvPr/>
        </p:nvSpPr>
        <p:spPr>
          <a:xfrm>
            <a:off x="3296225" y="2784979"/>
            <a:ext cx="382643" cy="461665"/>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MT103</a:t>
            </a:r>
          </a:p>
          <a:p>
            <a:pPr>
              <a:buSzPct val="100000"/>
            </a:pPr>
            <a:r>
              <a:rPr lang="en-US" sz="600" dirty="0">
                <a:solidFill>
                  <a:srgbClr val="000000"/>
                </a:solidFill>
                <a:latin typeface="Arial"/>
              </a:rPr>
              <a:t>MT202</a:t>
            </a:r>
          </a:p>
          <a:p>
            <a:pPr>
              <a:buSzPct val="100000"/>
            </a:pPr>
            <a:r>
              <a:rPr lang="en-US" sz="600" dirty="0">
                <a:solidFill>
                  <a:srgbClr val="000000"/>
                </a:solidFill>
                <a:latin typeface="Arial"/>
              </a:rPr>
              <a:t>MT210</a:t>
            </a:r>
          </a:p>
        </p:txBody>
      </p:sp>
      <p:sp>
        <p:nvSpPr>
          <p:cNvPr id="125" name="TextBox 124">
            <a:extLst>
              <a:ext uri="{FF2B5EF4-FFF2-40B4-BE49-F238E27FC236}">
                <a16:creationId xmlns:a16="http://schemas.microsoft.com/office/drawing/2014/main" id="{6E5C7879-DCB1-461E-D8D1-80A9D50606CA}"/>
              </a:ext>
            </a:extLst>
          </p:cNvPr>
          <p:cNvSpPr txBox="1"/>
          <p:nvPr/>
        </p:nvSpPr>
        <p:spPr>
          <a:xfrm>
            <a:off x="6208942" y="2175772"/>
            <a:ext cx="490712" cy="276999"/>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Sanctions</a:t>
            </a:r>
          </a:p>
        </p:txBody>
      </p:sp>
      <p:sp>
        <p:nvSpPr>
          <p:cNvPr id="126" name="TextBox 125">
            <a:extLst>
              <a:ext uri="{FF2B5EF4-FFF2-40B4-BE49-F238E27FC236}">
                <a16:creationId xmlns:a16="http://schemas.microsoft.com/office/drawing/2014/main" id="{BF544968-F55D-96A9-7E34-00F5C742002B}"/>
              </a:ext>
            </a:extLst>
          </p:cNvPr>
          <p:cNvSpPr txBox="1"/>
          <p:nvPr/>
        </p:nvSpPr>
        <p:spPr>
          <a:xfrm>
            <a:off x="6021000" y="2442567"/>
            <a:ext cx="572501" cy="461665"/>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pacs.008</a:t>
            </a:r>
          </a:p>
          <a:p>
            <a:pPr>
              <a:buSzPct val="100000"/>
            </a:pPr>
            <a:r>
              <a:rPr lang="en-US" sz="600" dirty="0">
                <a:solidFill>
                  <a:srgbClr val="000000"/>
                </a:solidFill>
                <a:latin typeface="Arial"/>
              </a:rPr>
              <a:t>pacs.009</a:t>
            </a:r>
          </a:p>
          <a:p>
            <a:pPr>
              <a:buSzPct val="100000"/>
            </a:pPr>
            <a:r>
              <a:rPr lang="en-US" sz="600" dirty="0">
                <a:solidFill>
                  <a:srgbClr val="000000"/>
                </a:solidFill>
                <a:latin typeface="Arial"/>
              </a:rPr>
              <a:t>pacs.004</a:t>
            </a:r>
          </a:p>
        </p:txBody>
      </p:sp>
      <p:sp>
        <p:nvSpPr>
          <p:cNvPr id="325" name="TextBox 324">
            <a:extLst>
              <a:ext uri="{FF2B5EF4-FFF2-40B4-BE49-F238E27FC236}">
                <a16:creationId xmlns:a16="http://schemas.microsoft.com/office/drawing/2014/main" id="{00B46A95-3CFF-8282-8F61-DF56BE1DFA6E}"/>
              </a:ext>
            </a:extLst>
          </p:cNvPr>
          <p:cNvSpPr txBox="1"/>
          <p:nvPr/>
        </p:nvSpPr>
        <p:spPr>
          <a:xfrm>
            <a:off x="4824860" y="2765220"/>
            <a:ext cx="607984" cy="461665"/>
          </a:xfrm>
          <a:prstGeom prst="rect">
            <a:avLst/>
          </a:prstGeom>
          <a:noFill/>
        </p:spPr>
        <p:txBody>
          <a:bodyPr wrap="square" lIns="45720" tIns="91440" rIns="45720" bIns="91440" rtlCol="0">
            <a:spAutoFit/>
          </a:bodyPr>
          <a:lstStyle/>
          <a:p>
            <a:pPr algn="ctr">
              <a:buSzPct val="100000"/>
            </a:pPr>
            <a:r>
              <a:rPr lang="en-US" sz="600" dirty="0">
                <a:solidFill>
                  <a:srgbClr val="000000"/>
                </a:solidFill>
                <a:latin typeface="Arial"/>
              </a:rPr>
              <a:t>MT103 </a:t>
            </a:r>
            <a:r>
              <a:rPr lang="en-US" sz="600" dirty="0">
                <a:solidFill>
                  <a:srgbClr val="000000"/>
                </a:solidFill>
                <a:latin typeface="Arial"/>
                <a:sym typeface="Wingdings" panose="05000000000000000000" pitchFamily="2" charset="2"/>
              </a:rPr>
              <a:t></a:t>
            </a:r>
            <a:endParaRPr lang="en-US" sz="600" dirty="0">
              <a:solidFill>
                <a:srgbClr val="000000"/>
              </a:solidFill>
              <a:latin typeface="Arial"/>
            </a:endParaRPr>
          </a:p>
          <a:p>
            <a:pPr algn="ctr">
              <a:buSzPct val="100000"/>
            </a:pPr>
            <a:r>
              <a:rPr lang="en-US" sz="600" dirty="0">
                <a:solidFill>
                  <a:srgbClr val="000000"/>
                </a:solidFill>
                <a:latin typeface="Arial"/>
              </a:rPr>
              <a:t>MT202 </a:t>
            </a:r>
            <a:r>
              <a:rPr lang="en-US" sz="600" dirty="0">
                <a:solidFill>
                  <a:srgbClr val="000000"/>
                </a:solidFill>
                <a:latin typeface="Arial"/>
                <a:sym typeface="Wingdings" panose="05000000000000000000" pitchFamily="2" charset="2"/>
              </a:rPr>
              <a:t></a:t>
            </a:r>
          </a:p>
          <a:p>
            <a:pPr algn="ctr">
              <a:buSzPct val="100000"/>
            </a:pPr>
            <a:r>
              <a:rPr lang="en-US" sz="600" dirty="0">
                <a:solidFill>
                  <a:srgbClr val="000000"/>
                </a:solidFill>
                <a:latin typeface="Arial"/>
                <a:sym typeface="Wingdings" panose="05000000000000000000" pitchFamily="2" charset="2"/>
              </a:rPr>
              <a:t> ACK/NAK</a:t>
            </a:r>
            <a:endParaRPr lang="en-US" sz="600" dirty="0">
              <a:solidFill>
                <a:srgbClr val="000000"/>
              </a:solidFill>
              <a:latin typeface="Arial"/>
            </a:endParaRPr>
          </a:p>
        </p:txBody>
      </p:sp>
      <p:cxnSp>
        <p:nvCxnSpPr>
          <p:cNvPr id="326" name="Straight Arrow Connector 137">
            <a:extLst>
              <a:ext uri="{FF2B5EF4-FFF2-40B4-BE49-F238E27FC236}">
                <a16:creationId xmlns:a16="http://schemas.microsoft.com/office/drawing/2014/main" id="{EFCE12B9-DC22-A8F3-6189-2C71C89A60AC}"/>
              </a:ext>
            </a:extLst>
          </p:cNvPr>
          <p:cNvCxnSpPr>
            <a:cxnSpLocks/>
          </p:cNvCxnSpPr>
          <p:nvPr/>
        </p:nvCxnSpPr>
        <p:spPr>
          <a:xfrm flipH="1">
            <a:off x="8985143" y="2204124"/>
            <a:ext cx="962871" cy="643618"/>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cxnSp>
        <p:nvCxnSpPr>
          <p:cNvPr id="327" name="Straight Arrow Connector 137">
            <a:extLst>
              <a:ext uri="{FF2B5EF4-FFF2-40B4-BE49-F238E27FC236}">
                <a16:creationId xmlns:a16="http://schemas.microsoft.com/office/drawing/2014/main" id="{ACB0CD9B-9262-C083-8560-DE3489D091BD}"/>
              </a:ext>
            </a:extLst>
          </p:cNvPr>
          <p:cNvCxnSpPr>
            <a:cxnSpLocks/>
          </p:cNvCxnSpPr>
          <p:nvPr/>
        </p:nvCxnSpPr>
        <p:spPr>
          <a:xfrm>
            <a:off x="7077095" y="2197026"/>
            <a:ext cx="1162169" cy="650716"/>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grpSp>
        <p:nvGrpSpPr>
          <p:cNvPr id="328" name="Group 327">
            <a:extLst>
              <a:ext uri="{FF2B5EF4-FFF2-40B4-BE49-F238E27FC236}">
                <a16:creationId xmlns:a16="http://schemas.microsoft.com/office/drawing/2014/main" id="{6DFC839C-C483-FD27-E11E-D25C9E35380A}"/>
              </a:ext>
            </a:extLst>
          </p:cNvPr>
          <p:cNvGrpSpPr/>
          <p:nvPr/>
        </p:nvGrpSpPr>
        <p:grpSpPr>
          <a:xfrm>
            <a:off x="6825496" y="1565529"/>
            <a:ext cx="3376509" cy="733128"/>
            <a:chOff x="2217281" y="2686565"/>
            <a:chExt cx="3376509" cy="733128"/>
          </a:xfrm>
        </p:grpSpPr>
        <p:grpSp>
          <p:nvGrpSpPr>
            <p:cNvPr id="329" name="Group 328">
              <a:extLst>
                <a:ext uri="{FF2B5EF4-FFF2-40B4-BE49-F238E27FC236}">
                  <a16:creationId xmlns:a16="http://schemas.microsoft.com/office/drawing/2014/main" id="{ED626477-7077-B125-078C-FF733029F40D}"/>
                </a:ext>
              </a:extLst>
            </p:cNvPr>
            <p:cNvGrpSpPr/>
            <p:nvPr/>
          </p:nvGrpSpPr>
          <p:grpSpPr>
            <a:xfrm>
              <a:off x="3788055" y="2887103"/>
              <a:ext cx="401353" cy="387630"/>
              <a:chOff x="5369204" y="2761372"/>
              <a:chExt cx="994319" cy="937656"/>
            </a:xfrm>
          </p:grpSpPr>
          <p:sp>
            <p:nvSpPr>
              <p:cNvPr id="341" name="Oval 340">
                <a:extLst>
                  <a:ext uri="{FF2B5EF4-FFF2-40B4-BE49-F238E27FC236}">
                    <a16:creationId xmlns:a16="http://schemas.microsoft.com/office/drawing/2014/main" id="{89313C56-C8EB-2B7D-B8EC-7A4E9CA9E1AE}"/>
                  </a:ext>
                </a:extLst>
              </p:cNvPr>
              <p:cNvSpPr/>
              <p:nvPr/>
            </p:nvSpPr>
            <p:spPr>
              <a:xfrm>
                <a:off x="5369204" y="2780151"/>
                <a:ext cx="994319" cy="918877"/>
              </a:xfrm>
              <a:prstGeom prst="ellipse">
                <a:avLst/>
              </a:prstGeom>
              <a:solidFill>
                <a:srgbClr val="FFFFFF">
                  <a:lumMod val="8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endParaRPr>
              </a:p>
            </p:txBody>
          </p:sp>
          <p:pic>
            <p:nvPicPr>
              <p:cNvPr id="342" name="Graphic 341" descr="Greek Temple outline">
                <a:extLst>
                  <a:ext uri="{FF2B5EF4-FFF2-40B4-BE49-F238E27FC236}">
                    <a16:creationId xmlns:a16="http://schemas.microsoft.com/office/drawing/2014/main" id="{1BC56B54-EA21-4E64-1850-65678390798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70455" y="2761372"/>
                <a:ext cx="789856" cy="847564"/>
              </a:xfrm>
              <a:prstGeom prst="rect">
                <a:avLst/>
              </a:prstGeom>
            </p:spPr>
          </p:pic>
        </p:grpSp>
        <p:sp>
          <p:nvSpPr>
            <p:cNvPr id="330" name="TextBox 329">
              <a:extLst>
                <a:ext uri="{FF2B5EF4-FFF2-40B4-BE49-F238E27FC236}">
                  <a16:creationId xmlns:a16="http://schemas.microsoft.com/office/drawing/2014/main" id="{466D8699-790F-8AAC-D731-CA00023A4B40}"/>
                </a:ext>
              </a:extLst>
            </p:cNvPr>
            <p:cNvSpPr txBox="1"/>
            <p:nvPr/>
          </p:nvSpPr>
          <p:spPr>
            <a:xfrm>
              <a:off x="5010987" y="2701804"/>
              <a:ext cx="582803" cy="230832"/>
            </a:xfrm>
            <a:prstGeom prst="rect">
              <a:avLst/>
            </a:prstGeom>
            <a:noFill/>
          </p:spPr>
          <p:txBody>
            <a:bodyPr wrap="square" lIns="0" tIns="0" rIns="0" bIns="4572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 b="1" i="0" u="none" strike="noStrike" kern="0" cap="none" spc="0" normalizeH="0" baseline="0" noProof="0" dirty="0">
                  <a:ln>
                    <a:noFill/>
                  </a:ln>
                  <a:solidFill>
                    <a:srgbClr val="000000"/>
                  </a:solidFill>
                  <a:effectLst/>
                  <a:uLnTx/>
                  <a:uFillTx/>
                  <a:latin typeface="Arial"/>
                </a:rPr>
                <a:t>Counterparty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 b="1" i="0" u="none" strike="noStrike" kern="0" cap="none" spc="0" normalizeH="0" baseline="0" noProof="0" dirty="0">
                  <a:ln>
                    <a:noFill/>
                  </a:ln>
                  <a:solidFill>
                    <a:srgbClr val="000000"/>
                  </a:solidFill>
                  <a:effectLst/>
                  <a:uLnTx/>
                  <a:uFillTx/>
                  <a:latin typeface="Arial"/>
                </a:rPr>
                <a:t>Participant</a:t>
              </a:r>
            </a:p>
          </p:txBody>
        </p:sp>
        <p:sp>
          <p:nvSpPr>
            <p:cNvPr id="331" name="TextBox 330">
              <a:extLst>
                <a:ext uri="{FF2B5EF4-FFF2-40B4-BE49-F238E27FC236}">
                  <a16:creationId xmlns:a16="http://schemas.microsoft.com/office/drawing/2014/main" id="{27B600A9-E857-96B9-A28B-CC6C2F49995D}"/>
                </a:ext>
              </a:extLst>
            </p:cNvPr>
            <p:cNvSpPr txBox="1"/>
            <p:nvPr/>
          </p:nvSpPr>
          <p:spPr>
            <a:xfrm>
              <a:off x="3784184" y="2686565"/>
              <a:ext cx="423824" cy="230832"/>
            </a:xfrm>
            <a:prstGeom prst="rect">
              <a:avLst/>
            </a:prstGeom>
            <a:noFill/>
          </p:spPr>
          <p:txBody>
            <a:bodyPr wrap="square" lIns="0" tIns="0" rIns="0" bIns="4572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 b="1" i="0" u="none" strike="noStrike" kern="0" cap="none" spc="0" normalizeH="0" baseline="0" noProof="0" dirty="0">
                  <a:ln>
                    <a:noFill/>
                  </a:ln>
                  <a:solidFill>
                    <a:srgbClr val="000000"/>
                  </a:solidFill>
                  <a:effectLst/>
                  <a:uLnTx/>
                  <a:uFillTx/>
                  <a:latin typeface="Arial"/>
                </a:rPr>
                <a:t>RTGS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 b="1" i="0" u="none" strike="noStrike" kern="0" cap="none" spc="0" normalizeH="0" baseline="0" noProof="0" dirty="0">
                  <a:ln>
                    <a:noFill/>
                  </a:ln>
                  <a:solidFill>
                    <a:srgbClr val="000000"/>
                  </a:solidFill>
                  <a:effectLst/>
                  <a:uLnTx/>
                  <a:uFillTx/>
                  <a:latin typeface="Arial"/>
                </a:rPr>
                <a:t>System</a:t>
              </a:r>
            </a:p>
          </p:txBody>
        </p:sp>
        <p:cxnSp>
          <p:nvCxnSpPr>
            <p:cNvPr id="332" name="Straight Arrow Connector 331">
              <a:extLst>
                <a:ext uri="{FF2B5EF4-FFF2-40B4-BE49-F238E27FC236}">
                  <a16:creationId xmlns:a16="http://schemas.microsoft.com/office/drawing/2014/main" id="{EC161C77-0BBA-A0FE-1336-7B9A319E6A0F}"/>
                </a:ext>
              </a:extLst>
            </p:cNvPr>
            <p:cNvCxnSpPr>
              <a:cxnSpLocks/>
            </p:cNvCxnSpPr>
            <p:nvPr/>
          </p:nvCxnSpPr>
          <p:spPr>
            <a:xfrm>
              <a:off x="2638424" y="2974511"/>
              <a:ext cx="1136596" cy="0"/>
            </a:xfrm>
            <a:prstGeom prst="straightConnector1">
              <a:avLst/>
            </a:prstGeom>
            <a:noFill/>
            <a:ln w="9525" cap="flat" cmpd="sng" algn="ctr">
              <a:solidFill>
                <a:srgbClr val="000000"/>
              </a:solidFill>
              <a:prstDash val="solid"/>
              <a:tailEnd type="triangle" w="sm" len="sm"/>
            </a:ln>
            <a:effectLst/>
          </p:spPr>
        </p:cxnSp>
        <p:cxnSp>
          <p:nvCxnSpPr>
            <p:cNvPr id="333" name="Straight Arrow Connector 332">
              <a:extLst>
                <a:ext uri="{FF2B5EF4-FFF2-40B4-BE49-F238E27FC236}">
                  <a16:creationId xmlns:a16="http://schemas.microsoft.com/office/drawing/2014/main" id="{5206243E-4EE6-65E8-D310-D28730C11122}"/>
                </a:ext>
              </a:extLst>
            </p:cNvPr>
            <p:cNvCxnSpPr>
              <a:cxnSpLocks/>
            </p:cNvCxnSpPr>
            <p:nvPr/>
          </p:nvCxnSpPr>
          <p:spPr>
            <a:xfrm>
              <a:off x="4238304" y="3069603"/>
              <a:ext cx="878526" cy="0"/>
            </a:xfrm>
            <a:prstGeom prst="straightConnector1">
              <a:avLst/>
            </a:prstGeom>
            <a:noFill/>
            <a:ln w="9525" cap="flat" cmpd="sng" algn="ctr">
              <a:solidFill>
                <a:srgbClr val="000000"/>
              </a:solidFill>
              <a:prstDash val="solid"/>
              <a:tailEnd type="triangle" w="sm" len="sm"/>
            </a:ln>
            <a:effectLst/>
          </p:spPr>
        </p:cxnSp>
        <p:cxnSp>
          <p:nvCxnSpPr>
            <p:cNvPr id="334" name="Straight Arrow Connector 333">
              <a:extLst>
                <a:ext uri="{FF2B5EF4-FFF2-40B4-BE49-F238E27FC236}">
                  <a16:creationId xmlns:a16="http://schemas.microsoft.com/office/drawing/2014/main" id="{BAE12939-31FB-C4B5-7804-1C57130FCCED}"/>
                </a:ext>
              </a:extLst>
            </p:cNvPr>
            <p:cNvCxnSpPr>
              <a:cxnSpLocks/>
            </p:cNvCxnSpPr>
            <p:nvPr/>
          </p:nvCxnSpPr>
          <p:spPr>
            <a:xfrm flipH="1">
              <a:off x="2630804" y="3098478"/>
              <a:ext cx="1118236" cy="0"/>
            </a:xfrm>
            <a:prstGeom prst="straightConnector1">
              <a:avLst/>
            </a:prstGeom>
            <a:noFill/>
            <a:ln w="9525" cap="flat" cmpd="sng" algn="ctr">
              <a:solidFill>
                <a:srgbClr val="000000"/>
              </a:solidFill>
              <a:prstDash val="solid"/>
              <a:headEnd w="sm" len="sm"/>
              <a:tailEnd type="triangle" w="sm" len="sm"/>
            </a:ln>
            <a:effectLst/>
          </p:spPr>
        </p:cxnSp>
        <p:sp>
          <p:nvSpPr>
            <p:cNvPr id="335" name="TextBox 334">
              <a:extLst>
                <a:ext uri="{FF2B5EF4-FFF2-40B4-BE49-F238E27FC236}">
                  <a16:creationId xmlns:a16="http://schemas.microsoft.com/office/drawing/2014/main" id="{B0472963-E209-AA4D-B56F-1B8400E89B28}"/>
                </a:ext>
              </a:extLst>
            </p:cNvPr>
            <p:cNvSpPr txBox="1"/>
            <p:nvPr/>
          </p:nvSpPr>
          <p:spPr>
            <a:xfrm>
              <a:off x="2726179" y="2755598"/>
              <a:ext cx="856400" cy="215444"/>
            </a:xfrm>
            <a:prstGeom prst="rect">
              <a:avLst/>
            </a:prstGeom>
            <a:noFill/>
          </p:spPr>
          <p:txBody>
            <a:bodyPr wrap="square" lIns="0" tIns="0" rIns="0" bIns="4572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50" b="0" i="0" u="none" strike="noStrike" kern="0" cap="none" spc="0" normalizeH="0" baseline="0" noProof="0" dirty="0">
                  <a:ln>
                    <a:noFill/>
                  </a:ln>
                  <a:solidFill>
                    <a:srgbClr val="000000"/>
                  </a:solidFill>
                  <a:effectLst/>
                  <a:uLnTx/>
                  <a:uFillTx/>
                  <a:latin typeface="Arial"/>
                </a:rPr>
                <a:t>Payment Instruction </a:t>
              </a:r>
            </a:p>
            <a:p>
              <a:pPr marL="171450" marR="0" lvl="0" indent="-9144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550" b="0" i="0" u="none" strike="noStrike" kern="0" cap="none" spc="0" normalizeH="0" baseline="0" noProof="0" dirty="0">
                  <a:ln>
                    <a:noFill/>
                  </a:ln>
                  <a:solidFill>
                    <a:srgbClr val="000000"/>
                  </a:solidFill>
                  <a:effectLst/>
                  <a:uLnTx/>
                  <a:uFillTx/>
                  <a:latin typeface="Arial"/>
                </a:rPr>
                <a:t>pacs.008/.009/.004</a:t>
              </a:r>
            </a:p>
          </p:txBody>
        </p:sp>
        <p:sp>
          <p:nvSpPr>
            <p:cNvPr id="336" name="TextBox 335">
              <a:extLst>
                <a:ext uri="{FF2B5EF4-FFF2-40B4-BE49-F238E27FC236}">
                  <a16:creationId xmlns:a16="http://schemas.microsoft.com/office/drawing/2014/main" id="{0FD42C31-65B3-DBF3-8470-FC4B3BEA3ACB}"/>
                </a:ext>
              </a:extLst>
            </p:cNvPr>
            <p:cNvSpPr txBox="1"/>
            <p:nvPr/>
          </p:nvSpPr>
          <p:spPr>
            <a:xfrm>
              <a:off x="2729299" y="3119611"/>
              <a:ext cx="1045721" cy="300082"/>
            </a:xfrm>
            <a:prstGeom prst="rect">
              <a:avLst/>
            </a:prstGeom>
            <a:noFill/>
          </p:spPr>
          <p:txBody>
            <a:bodyPr wrap="square" lIns="0" tIns="0" rIns="0" bIns="4572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50" b="0" i="0" u="none" strike="noStrike" kern="0" cap="none" spc="0" normalizeH="0" baseline="0" noProof="0" dirty="0">
                  <a:ln>
                    <a:noFill/>
                  </a:ln>
                  <a:solidFill>
                    <a:srgbClr val="000000"/>
                  </a:solidFill>
                  <a:effectLst/>
                  <a:uLnTx/>
                  <a:uFillTx/>
                  <a:latin typeface="Arial"/>
                </a:rPr>
                <a:t>Payment Status</a:t>
              </a:r>
            </a:p>
            <a:p>
              <a:pPr marL="171450" marR="0" lvl="0" indent="-9144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550" b="0" i="0" u="none" strike="noStrike" kern="0" cap="none" spc="0" normalizeH="0" baseline="0" noProof="0" dirty="0">
                  <a:ln>
                    <a:noFill/>
                  </a:ln>
                  <a:solidFill>
                    <a:srgbClr val="000000"/>
                  </a:solidFill>
                  <a:effectLst/>
                  <a:uLnTx/>
                  <a:uFillTx/>
                  <a:latin typeface="Arial"/>
                </a:rPr>
                <a:t>pacs.002 or xsys.002/.003</a:t>
              </a:r>
            </a:p>
            <a:p>
              <a:pPr marL="171450" marR="0" lvl="0" indent="-9144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550" b="0" i="0" u="none" strike="noStrike" kern="0" cap="none" spc="0" normalizeH="0" baseline="0" noProof="0" dirty="0">
                  <a:ln>
                    <a:noFill/>
                  </a:ln>
                  <a:solidFill>
                    <a:srgbClr val="000000"/>
                  </a:solidFill>
                  <a:effectLst/>
                  <a:uLnTx/>
                  <a:uFillTx/>
                  <a:latin typeface="Arial"/>
                </a:rPr>
                <a:t>admi.002 rejection</a:t>
              </a:r>
            </a:p>
          </p:txBody>
        </p:sp>
        <p:sp>
          <p:nvSpPr>
            <p:cNvPr id="337" name="TextBox 336">
              <a:extLst>
                <a:ext uri="{FF2B5EF4-FFF2-40B4-BE49-F238E27FC236}">
                  <a16:creationId xmlns:a16="http://schemas.microsoft.com/office/drawing/2014/main" id="{A21641A0-87E6-C5E9-F135-22C60E62713D}"/>
                </a:ext>
              </a:extLst>
            </p:cNvPr>
            <p:cNvSpPr txBox="1"/>
            <p:nvPr/>
          </p:nvSpPr>
          <p:spPr>
            <a:xfrm>
              <a:off x="4260787" y="2874231"/>
              <a:ext cx="805866" cy="215444"/>
            </a:xfrm>
            <a:prstGeom prst="rect">
              <a:avLst/>
            </a:prstGeom>
            <a:noFill/>
          </p:spPr>
          <p:txBody>
            <a:bodyPr wrap="square" lIns="0" tIns="0" rIns="0" bIns="4572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50" b="0" i="0" u="none" strike="noStrike" kern="0" cap="none" spc="0" normalizeH="0" baseline="0" noProof="0" dirty="0">
                  <a:ln>
                    <a:noFill/>
                  </a:ln>
                  <a:solidFill>
                    <a:srgbClr val="000000"/>
                  </a:solidFill>
                  <a:effectLst/>
                  <a:uLnTx/>
                  <a:uFillTx/>
                  <a:latin typeface="Arial"/>
                </a:rPr>
                <a:t>Payment Notification  </a:t>
              </a:r>
            </a:p>
            <a:p>
              <a:pPr marL="171450" marR="0" lvl="0" indent="-9144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550" b="0" i="0" u="none" strike="noStrike" kern="0" cap="none" spc="0" normalizeH="0" baseline="0" noProof="0" dirty="0">
                  <a:ln>
                    <a:noFill/>
                  </a:ln>
                  <a:solidFill>
                    <a:srgbClr val="000000"/>
                  </a:solidFill>
                  <a:effectLst/>
                  <a:uLnTx/>
                  <a:uFillTx/>
                  <a:latin typeface="Arial"/>
                </a:rPr>
                <a:t>pacs.008/.009/.004</a:t>
              </a:r>
            </a:p>
          </p:txBody>
        </p:sp>
        <p:pic>
          <p:nvPicPr>
            <p:cNvPr id="338" name="Graphic 337" descr="Bank outline">
              <a:extLst>
                <a:ext uri="{FF2B5EF4-FFF2-40B4-BE49-F238E27FC236}">
                  <a16:creationId xmlns:a16="http://schemas.microsoft.com/office/drawing/2014/main" id="{9493255A-3DA2-5F2B-D303-39050F97A3C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51571" y="2862986"/>
              <a:ext cx="401353" cy="390278"/>
            </a:xfrm>
            <a:prstGeom prst="rect">
              <a:avLst/>
            </a:prstGeom>
          </p:spPr>
        </p:pic>
        <p:sp>
          <p:nvSpPr>
            <p:cNvPr id="339" name="TextBox 338">
              <a:extLst>
                <a:ext uri="{FF2B5EF4-FFF2-40B4-BE49-F238E27FC236}">
                  <a16:creationId xmlns:a16="http://schemas.microsoft.com/office/drawing/2014/main" id="{19D46022-C47F-FCBC-D9A7-B3C0E540FD19}"/>
                </a:ext>
              </a:extLst>
            </p:cNvPr>
            <p:cNvSpPr txBox="1"/>
            <p:nvPr/>
          </p:nvSpPr>
          <p:spPr>
            <a:xfrm>
              <a:off x="2217281" y="2703839"/>
              <a:ext cx="468769" cy="230832"/>
            </a:xfrm>
            <a:prstGeom prst="rect">
              <a:avLst/>
            </a:prstGeom>
            <a:noFill/>
          </p:spPr>
          <p:txBody>
            <a:bodyPr wrap="square" lIns="0" tIns="0" rIns="0" bIns="4572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 b="1" i="0" u="none" strike="noStrike" kern="0" cap="none" spc="0" normalizeH="0" baseline="0" noProof="0" dirty="0">
                  <a:ln>
                    <a:noFill/>
                  </a:ln>
                  <a:solidFill>
                    <a:srgbClr val="000000"/>
                  </a:solidFill>
                  <a:effectLst/>
                  <a:uLnTx/>
                  <a:uFillTx/>
                  <a:latin typeface="Arial"/>
                </a:rPr>
                <a:t>State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 b="1" i="0" u="none" strike="noStrike" kern="0" cap="none" spc="0" normalizeH="0" baseline="0" noProof="0" dirty="0">
                  <a:ln>
                    <a:noFill/>
                  </a:ln>
                  <a:solidFill>
                    <a:srgbClr val="000000"/>
                  </a:solidFill>
                  <a:effectLst/>
                  <a:uLnTx/>
                  <a:uFillTx/>
                  <a:latin typeface="Arial"/>
                </a:rPr>
                <a:t>Street</a:t>
              </a:r>
            </a:p>
          </p:txBody>
        </p:sp>
        <p:pic>
          <p:nvPicPr>
            <p:cNvPr id="340" name="Graphic 339" descr="Bank outline">
              <a:extLst>
                <a:ext uri="{FF2B5EF4-FFF2-40B4-BE49-F238E27FC236}">
                  <a16:creationId xmlns:a16="http://schemas.microsoft.com/office/drawing/2014/main" id="{1336F193-AF29-590A-0903-4712C1D9575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97133" y="2862986"/>
              <a:ext cx="402210" cy="391112"/>
            </a:xfrm>
            <a:prstGeom prst="rect">
              <a:avLst/>
            </a:prstGeom>
          </p:spPr>
        </p:pic>
      </p:grpSp>
      <p:sp>
        <p:nvSpPr>
          <p:cNvPr id="343" name="TextBox 342">
            <a:extLst>
              <a:ext uri="{FF2B5EF4-FFF2-40B4-BE49-F238E27FC236}">
                <a16:creationId xmlns:a16="http://schemas.microsoft.com/office/drawing/2014/main" id="{C2749752-54E4-52CF-C01C-03664B8C9091}"/>
              </a:ext>
            </a:extLst>
          </p:cNvPr>
          <p:cNvSpPr txBox="1"/>
          <p:nvPr/>
        </p:nvSpPr>
        <p:spPr>
          <a:xfrm>
            <a:off x="6537184" y="2688254"/>
            <a:ext cx="986662" cy="553998"/>
          </a:xfrm>
          <a:prstGeom prst="rect">
            <a:avLst/>
          </a:prstGeom>
          <a:noFill/>
        </p:spPr>
        <p:txBody>
          <a:bodyPr wrap="square" lIns="45720" tIns="91440" rIns="45720" bIns="91440" rtlCol="0">
            <a:spAutoFit/>
          </a:bodyPr>
          <a:lstStyle/>
          <a:p>
            <a:pPr algn="ctr">
              <a:buSzPct val="100000"/>
            </a:pPr>
            <a:r>
              <a:rPr lang="en-US" sz="600" dirty="0">
                <a:solidFill>
                  <a:srgbClr val="000000"/>
                </a:solidFill>
                <a:latin typeface="Arial"/>
              </a:rPr>
              <a:t>pacs.008 / .009 / .004 </a:t>
            </a:r>
            <a:r>
              <a:rPr lang="en-US" sz="600" dirty="0">
                <a:solidFill>
                  <a:srgbClr val="000000"/>
                </a:solidFill>
                <a:latin typeface="Arial"/>
                <a:sym typeface="Wingdings" panose="05000000000000000000" pitchFamily="2" charset="2"/>
              </a:rPr>
              <a:t></a:t>
            </a:r>
          </a:p>
          <a:p>
            <a:pPr algn="ctr">
              <a:buSzPct val="100000"/>
            </a:pPr>
            <a:r>
              <a:rPr lang="en-US" sz="600" dirty="0">
                <a:solidFill>
                  <a:srgbClr val="000000"/>
                </a:solidFill>
                <a:latin typeface="Arial"/>
                <a:sym typeface="Wingdings" panose="05000000000000000000" pitchFamily="2" charset="2"/>
              </a:rPr>
              <a:t> Network ACK</a:t>
            </a:r>
            <a:endParaRPr lang="en-US" sz="600" dirty="0">
              <a:solidFill>
                <a:srgbClr val="000000"/>
              </a:solidFill>
              <a:latin typeface="Arial"/>
            </a:endParaRPr>
          </a:p>
          <a:p>
            <a:pPr algn="ctr">
              <a:buSzPct val="100000"/>
            </a:pPr>
            <a:r>
              <a:rPr lang="en-US" sz="600" dirty="0">
                <a:solidFill>
                  <a:srgbClr val="000000"/>
                </a:solidFill>
                <a:latin typeface="Arial"/>
                <a:sym typeface="Wingdings" panose="05000000000000000000" pitchFamily="2" charset="2"/>
              </a:rPr>
              <a:t> </a:t>
            </a:r>
            <a:r>
              <a:rPr lang="en-US" sz="600" dirty="0">
                <a:solidFill>
                  <a:srgbClr val="000000"/>
                </a:solidFill>
                <a:latin typeface="Arial"/>
              </a:rPr>
              <a:t>pacs.002 or </a:t>
            </a:r>
            <a:r>
              <a:rPr lang="en-US" sz="600" dirty="0" err="1">
                <a:solidFill>
                  <a:srgbClr val="000000"/>
                </a:solidFill>
                <a:latin typeface="Arial"/>
              </a:rPr>
              <a:t>xsys</a:t>
            </a:r>
            <a:endParaRPr lang="en-US" sz="600" dirty="0">
              <a:solidFill>
                <a:srgbClr val="000000"/>
              </a:solidFill>
              <a:latin typeface="Arial"/>
              <a:sym typeface="Wingdings" panose="05000000000000000000" pitchFamily="2" charset="2"/>
            </a:endParaRPr>
          </a:p>
          <a:p>
            <a:pPr algn="ctr">
              <a:buSzPct val="100000"/>
            </a:pPr>
            <a:r>
              <a:rPr lang="en-US" sz="600" dirty="0">
                <a:solidFill>
                  <a:srgbClr val="000000"/>
                </a:solidFill>
                <a:latin typeface="Arial"/>
                <a:sym typeface="Wingdings" panose="05000000000000000000" pitchFamily="2" charset="2"/>
              </a:rPr>
              <a:t> admi.002</a:t>
            </a:r>
            <a:endParaRPr lang="en-US" sz="600" dirty="0">
              <a:solidFill>
                <a:srgbClr val="000000"/>
              </a:solidFill>
              <a:latin typeface="Arial"/>
            </a:endParaRPr>
          </a:p>
        </p:txBody>
      </p:sp>
      <p:cxnSp>
        <p:nvCxnSpPr>
          <p:cNvPr id="344" name="Straight Arrow Connector 137">
            <a:extLst>
              <a:ext uri="{FF2B5EF4-FFF2-40B4-BE49-F238E27FC236}">
                <a16:creationId xmlns:a16="http://schemas.microsoft.com/office/drawing/2014/main" id="{6316F0B9-BC57-CAD1-6CE7-D239F742B8D1}"/>
              </a:ext>
            </a:extLst>
          </p:cNvPr>
          <p:cNvCxnSpPr>
            <a:cxnSpLocks/>
            <a:endCxn id="351" idx="0"/>
          </p:cNvCxnSpPr>
          <p:nvPr/>
        </p:nvCxnSpPr>
        <p:spPr>
          <a:xfrm flipH="1">
            <a:off x="5992276" y="3457147"/>
            <a:ext cx="1323" cy="2000101"/>
          </a:xfrm>
          <a:prstGeom prst="straightConnector1">
            <a:avLst/>
          </a:prstGeom>
          <a:noFill/>
          <a:ln w="6350" cap="flat" cmpd="sng" algn="ctr">
            <a:solidFill>
              <a:srgbClr val="000000"/>
            </a:solidFill>
            <a:prstDash val="solid"/>
            <a:tailEnd type="triangle" w="sm" len="sm"/>
          </a:ln>
          <a:effectLst/>
        </p:spPr>
      </p:cxnSp>
      <p:cxnSp>
        <p:nvCxnSpPr>
          <p:cNvPr id="345" name="Straight Arrow Connector 137">
            <a:extLst>
              <a:ext uri="{FF2B5EF4-FFF2-40B4-BE49-F238E27FC236}">
                <a16:creationId xmlns:a16="http://schemas.microsoft.com/office/drawing/2014/main" id="{6C022E51-6638-7E91-854A-A7E1D99CD28B}"/>
              </a:ext>
            </a:extLst>
          </p:cNvPr>
          <p:cNvCxnSpPr>
            <a:cxnSpLocks/>
            <a:stCxn id="347" idx="3"/>
            <a:endCxn id="354" idx="1"/>
          </p:cNvCxnSpPr>
          <p:nvPr/>
        </p:nvCxnSpPr>
        <p:spPr>
          <a:xfrm>
            <a:off x="6241120" y="4482070"/>
            <a:ext cx="1660497" cy="4758"/>
          </a:xfrm>
          <a:prstGeom prst="straightConnector1">
            <a:avLst/>
          </a:prstGeom>
          <a:noFill/>
          <a:ln w="6350" cap="flat" cmpd="sng" algn="ctr">
            <a:solidFill>
              <a:srgbClr val="000000"/>
            </a:solidFill>
            <a:prstDash val="solid"/>
            <a:tailEnd type="triangle" w="sm" len="sm"/>
          </a:ln>
          <a:effectLst/>
        </p:spPr>
      </p:cxnSp>
      <p:sp>
        <p:nvSpPr>
          <p:cNvPr id="346" name="TextBox 345">
            <a:extLst>
              <a:ext uri="{FF2B5EF4-FFF2-40B4-BE49-F238E27FC236}">
                <a16:creationId xmlns:a16="http://schemas.microsoft.com/office/drawing/2014/main" id="{00FEE0C9-BB09-1479-3C7D-6558C8E6974E}"/>
              </a:ext>
            </a:extLst>
          </p:cNvPr>
          <p:cNvSpPr txBox="1"/>
          <p:nvPr/>
        </p:nvSpPr>
        <p:spPr>
          <a:xfrm>
            <a:off x="6533947" y="3461974"/>
            <a:ext cx="836608" cy="369332"/>
          </a:xfrm>
          <a:prstGeom prst="rect">
            <a:avLst/>
          </a:prstGeom>
          <a:noFill/>
        </p:spPr>
        <p:txBody>
          <a:bodyPr wrap="square" lIns="45720" tIns="91440" rIns="45720" bIns="91440" rtlCol="0">
            <a:spAutoFit/>
          </a:bodyPr>
          <a:lstStyle/>
          <a:p>
            <a:pPr>
              <a:spcBef>
                <a:spcPts val="600"/>
              </a:spcBef>
              <a:buSzPct val="100000"/>
            </a:pPr>
            <a:r>
              <a:rPr lang="en-US" sz="600" dirty="0">
                <a:solidFill>
                  <a:srgbClr val="000000"/>
                </a:solidFill>
                <a:latin typeface="Arial"/>
              </a:rPr>
              <a:t>RTPS performs translation to MX</a:t>
            </a:r>
          </a:p>
        </p:txBody>
      </p:sp>
      <p:sp>
        <p:nvSpPr>
          <p:cNvPr id="347" name="Rectangle 346">
            <a:extLst>
              <a:ext uri="{FF2B5EF4-FFF2-40B4-BE49-F238E27FC236}">
                <a16:creationId xmlns:a16="http://schemas.microsoft.com/office/drawing/2014/main" id="{4A8D4AD6-41CA-EA61-F3A0-85A4638CABE4}"/>
              </a:ext>
            </a:extLst>
          </p:cNvPr>
          <p:cNvSpPr/>
          <p:nvPr/>
        </p:nvSpPr>
        <p:spPr bwMode="gray">
          <a:xfrm>
            <a:off x="5737496" y="4346273"/>
            <a:ext cx="503624" cy="271594"/>
          </a:xfrm>
          <a:prstGeom prst="rect">
            <a:avLst/>
          </a:prstGeom>
          <a:solidFill>
            <a:srgbClr val="E4ECF0"/>
          </a:solidFill>
          <a:ln w="6350" algn="ctr">
            <a:no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rPr>
              <a:t>GWH  </a:t>
            </a:r>
          </a:p>
        </p:txBody>
      </p:sp>
      <p:sp>
        <p:nvSpPr>
          <p:cNvPr id="348" name="Rectangle 347">
            <a:extLst>
              <a:ext uri="{FF2B5EF4-FFF2-40B4-BE49-F238E27FC236}">
                <a16:creationId xmlns:a16="http://schemas.microsoft.com/office/drawing/2014/main" id="{6F1047E6-2546-00D2-26F1-9E5CE69FE1F9}"/>
              </a:ext>
            </a:extLst>
          </p:cNvPr>
          <p:cNvSpPr/>
          <p:nvPr/>
        </p:nvSpPr>
        <p:spPr bwMode="gray">
          <a:xfrm>
            <a:off x="5744088" y="5560962"/>
            <a:ext cx="652780" cy="240214"/>
          </a:xfrm>
          <a:prstGeom prst="rect">
            <a:avLst/>
          </a:prstGeom>
          <a:solidFill>
            <a:srgbClr val="FFFFFF">
              <a:lumMod val="85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 </a:t>
            </a:r>
          </a:p>
        </p:txBody>
      </p:sp>
      <p:sp>
        <p:nvSpPr>
          <p:cNvPr id="349" name="Rectangle 348">
            <a:extLst>
              <a:ext uri="{FF2B5EF4-FFF2-40B4-BE49-F238E27FC236}">
                <a16:creationId xmlns:a16="http://schemas.microsoft.com/office/drawing/2014/main" id="{A6723812-2E9C-59A1-4FBE-C136BC1A8960}"/>
              </a:ext>
            </a:extLst>
          </p:cNvPr>
          <p:cNvSpPr/>
          <p:nvPr/>
        </p:nvSpPr>
        <p:spPr bwMode="gray">
          <a:xfrm>
            <a:off x="5718688" y="5525402"/>
            <a:ext cx="652780" cy="246127"/>
          </a:xfrm>
          <a:prstGeom prst="rect">
            <a:avLst/>
          </a:prstGeom>
          <a:solidFill>
            <a:srgbClr val="FFFFFF">
              <a:lumMod val="85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 </a:t>
            </a:r>
          </a:p>
        </p:txBody>
      </p:sp>
      <p:sp>
        <p:nvSpPr>
          <p:cNvPr id="350" name="Rectangle 349">
            <a:extLst>
              <a:ext uri="{FF2B5EF4-FFF2-40B4-BE49-F238E27FC236}">
                <a16:creationId xmlns:a16="http://schemas.microsoft.com/office/drawing/2014/main" id="{32522E64-3371-5D36-DE4F-D997BF66E827}"/>
              </a:ext>
            </a:extLst>
          </p:cNvPr>
          <p:cNvSpPr/>
          <p:nvPr/>
        </p:nvSpPr>
        <p:spPr bwMode="gray">
          <a:xfrm>
            <a:off x="5693288" y="5484762"/>
            <a:ext cx="652780" cy="257176"/>
          </a:xfrm>
          <a:prstGeom prst="rect">
            <a:avLst/>
          </a:prstGeom>
          <a:solidFill>
            <a:srgbClr val="FFFFFF">
              <a:lumMod val="85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600" b="0" i="0" u="none" strike="noStrike" kern="0" cap="none" spc="0" normalizeH="0" baseline="0" noProof="0" dirty="0">
                <a:ln>
                  <a:noFill/>
                </a:ln>
                <a:solidFill>
                  <a:prstClr val="black"/>
                </a:solidFill>
                <a:effectLst/>
                <a:uLnTx/>
                <a:uFillTx/>
                <a:latin typeface="Arial"/>
              </a:rPr>
              <a:t> </a:t>
            </a:r>
          </a:p>
        </p:txBody>
      </p:sp>
      <p:sp>
        <p:nvSpPr>
          <p:cNvPr id="351" name="Rectangle 350">
            <a:extLst>
              <a:ext uri="{FF2B5EF4-FFF2-40B4-BE49-F238E27FC236}">
                <a16:creationId xmlns:a16="http://schemas.microsoft.com/office/drawing/2014/main" id="{F8C6BBE1-0662-1679-6671-CA4BCCAF8EE0}"/>
              </a:ext>
            </a:extLst>
          </p:cNvPr>
          <p:cNvSpPr/>
          <p:nvPr/>
        </p:nvSpPr>
        <p:spPr bwMode="gray">
          <a:xfrm>
            <a:off x="5665886" y="5457248"/>
            <a:ext cx="652780" cy="257176"/>
          </a:xfrm>
          <a:prstGeom prst="rect">
            <a:avLst/>
          </a:prstGeom>
          <a:solidFill>
            <a:srgbClr val="FFFFFF">
              <a:lumMod val="85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rPr>
              <a:t>DWH / Data Consumers</a:t>
            </a:r>
          </a:p>
        </p:txBody>
      </p:sp>
      <p:cxnSp>
        <p:nvCxnSpPr>
          <p:cNvPr id="352" name="Straight Arrow Connector 137">
            <a:extLst>
              <a:ext uri="{FF2B5EF4-FFF2-40B4-BE49-F238E27FC236}">
                <a16:creationId xmlns:a16="http://schemas.microsoft.com/office/drawing/2014/main" id="{7A7CDC94-60AE-327E-E444-FED5DDD5FC70}"/>
              </a:ext>
            </a:extLst>
          </p:cNvPr>
          <p:cNvCxnSpPr>
            <a:cxnSpLocks/>
          </p:cNvCxnSpPr>
          <p:nvPr/>
        </p:nvCxnSpPr>
        <p:spPr>
          <a:xfrm>
            <a:off x="6316695" y="3348864"/>
            <a:ext cx="137603" cy="102931"/>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
        <p:nvSpPr>
          <p:cNvPr id="353" name="TextBox 352">
            <a:extLst>
              <a:ext uri="{FF2B5EF4-FFF2-40B4-BE49-F238E27FC236}">
                <a16:creationId xmlns:a16="http://schemas.microsoft.com/office/drawing/2014/main" id="{65314082-A6D7-4E59-CF49-FA1586568C92}"/>
              </a:ext>
            </a:extLst>
          </p:cNvPr>
          <p:cNvSpPr txBox="1"/>
          <p:nvPr/>
        </p:nvSpPr>
        <p:spPr>
          <a:xfrm>
            <a:off x="6039149" y="4042382"/>
            <a:ext cx="747128" cy="276999"/>
          </a:xfrm>
          <a:prstGeom prst="rect">
            <a:avLst/>
          </a:prstGeom>
          <a:noFill/>
        </p:spPr>
        <p:txBody>
          <a:bodyPr wrap="square" lIns="45720" tIns="91440" rIns="45720" bIns="91440" rtlCol="0">
            <a:spAutoFit/>
          </a:bodyPr>
          <a:lstStyle/>
          <a:p>
            <a:pPr>
              <a:spcBef>
                <a:spcPts val="600"/>
              </a:spcBef>
              <a:buSzPct val="100000"/>
            </a:pPr>
            <a:r>
              <a:rPr lang="en-US" sz="600" dirty="0">
                <a:solidFill>
                  <a:srgbClr val="000000"/>
                </a:solidFill>
                <a:latin typeface="Arial"/>
              </a:rPr>
              <a:t>Data Distribution</a:t>
            </a:r>
          </a:p>
        </p:txBody>
      </p:sp>
      <p:sp>
        <p:nvSpPr>
          <p:cNvPr id="354" name="Rectangle 353">
            <a:extLst>
              <a:ext uri="{FF2B5EF4-FFF2-40B4-BE49-F238E27FC236}">
                <a16:creationId xmlns:a16="http://schemas.microsoft.com/office/drawing/2014/main" id="{52CB3756-3A89-142F-3479-E867CCCBF045}"/>
              </a:ext>
            </a:extLst>
          </p:cNvPr>
          <p:cNvSpPr/>
          <p:nvPr/>
        </p:nvSpPr>
        <p:spPr bwMode="gray">
          <a:xfrm>
            <a:off x="7901617" y="4313276"/>
            <a:ext cx="586871" cy="347103"/>
          </a:xfrm>
          <a:prstGeom prst="rect">
            <a:avLst/>
          </a:prstGeom>
          <a:solidFill>
            <a:srgbClr val="65CCE9">
              <a:lumMod val="20000"/>
              <a:lumOff val="8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err="1">
                <a:ln>
                  <a:noFill/>
                </a:ln>
                <a:solidFill>
                  <a:prstClr val="black"/>
                </a:solidFill>
                <a:effectLst/>
                <a:uLnTx/>
                <a:uFillTx/>
                <a:latin typeface="Arial"/>
              </a:rPr>
              <a:t>iMATCH</a:t>
            </a:r>
            <a:r>
              <a:rPr kumimoji="0" lang="en-US" sz="700" b="0" i="0" u="none" strike="noStrike" kern="0" cap="none" spc="0" normalizeH="0" baseline="0" noProof="0" dirty="0">
                <a:ln>
                  <a:noFill/>
                </a:ln>
                <a:solidFill>
                  <a:prstClr val="black"/>
                </a:solidFill>
                <a:effectLst/>
                <a:uLnTx/>
                <a:uFillTx/>
                <a:latin typeface="Arial"/>
              </a:rPr>
              <a:t> / </a:t>
            </a:r>
            <a:r>
              <a:rPr kumimoji="0" lang="en-US" sz="700" b="0" i="0" u="none" strike="noStrike" kern="0" cap="none" spc="0" normalizeH="0" baseline="0" noProof="0" dirty="0" err="1">
                <a:ln>
                  <a:noFill/>
                </a:ln>
                <a:solidFill>
                  <a:prstClr val="black"/>
                </a:solidFill>
                <a:effectLst/>
                <a:uLnTx/>
                <a:uFillTx/>
                <a:latin typeface="Arial"/>
              </a:rPr>
              <a:t>iTRACS</a:t>
            </a:r>
            <a:endParaRPr kumimoji="0" lang="en-US" sz="700" b="0" i="0" u="none" strike="noStrike" kern="0" cap="none" spc="0" normalizeH="0" baseline="0" noProof="0" dirty="0">
              <a:ln>
                <a:noFill/>
              </a:ln>
              <a:solidFill>
                <a:prstClr val="black"/>
              </a:solidFill>
              <a:effectLst/>
              <a:uLnTx/>
              <a:uFillTx/>
              <a:latin typeface="Arial"/>
            </a:endParaRPr>
          </a:p>
        </p:txBody>
      </p:sp>
      <p:sp>
        <p:nvSpPr>
          <p:cNvPr id="355" name="TextBox 354">
            <a:extLst>
              <a:ext uri="{FF2B5EF4-FFF2-40B4-BE49-F238E27FC236}">
                <a16:creationId xmlns:a16="http://schemas.microsoft.com/office/drawing/2014/main" id="{1CAF1DCE-7D2C-E847-A4F7-A71E7DB7EA4B}"/>
              </a:ext>
            </a:extLst>
          </p:cNvPr>
          <p:cNvSpPr txBox="1"/>
          <p:nvPr/>
        </p:nvSpPr>
        <p:spPr>
          <a:xfrm>
            <a:off x="8605026" y="4300247"/>
            <a:ext cx="1533011" cy="369332"/>
          </a:xfrm>
          <a:prstGeom prst="rect">
            <a:avLst/>
          </a:prstGeom>
          <a:noFill/>
        </p:spPr>
        <p:txBody>
          <a:bodyPr wrap="square" lIns="0" tIns="0" rIns="0" bIns="0" rtlCol="0">
            <a:spAutoFit/>
          </a:bodyPr>
          <a:lstStyle/>
          <a:p>
            <a:pPr>
              <a:buSzPct val="100000"/>
            </a:pPr>
            <a:r>
              <a:rPr lang="en-US" sz="600" dirty="0" err="1">
                <a:solidFill>
                  <a:srgbClr val="313131"/>
                </a:solidFill>
                <a:latin typeface="Arial"/>
              </a:rPr>
              <a:t>IntelliMATCH</a:t>
            </a:r>
            <a:r>
              <a:rPr lang="en-US" sz="600" dirty="0">
                <a:solidFill>
                  <a:srgbClr val="313131"/>
                </a:solidFill>
                <a:latin typeface="Arial"/>
              </a:rPr>
              <a:t> performs recon of payment settlements (</a:t>
            </a:r>
            <a:r>
              <a:rPr lang="en-US" sz="600" dirty="0" err="1">
                <a:solidFill>
                  <a:srgbClr val="313131"/>
                </a:solidFill>
                <a:latin typeface="Arial"/>
              </a:rPr>
              <a:t>pacs</a:t>
            </a:r>
            <a:r>
              <a:rPr lang="en-US" sz="600" dirty="0">
                <a:solidFill>
                  <a:srgbClr val="313131"/>
                </a:solidFill>
                <a:latin typeface="Arial"/>
              </a:rPr>
              <a:t> payment confirms) and account statement against the IBS nostro.  Exceptions managed in </a:t>
            </a:r>
            <a:r>
              <a:rPr lang="en-US" sz="600" dirty="0" err="1">
                <a:solidFill>
                  <a:srgbClr val="313131"/>
                </a:solidFill>
                <a:latin typeface="Arial"/>
              </a:rPr>
              <a:t>iTRACS</a:t>
            </a:r>
            <a:r>
              <a:rPr lang="en-US" sz="600" dirty="0">
                <a:solidFill>
                  <a:srgbClr val="313131"/>
                </a:solidFill>
                <a:latin typeface="Arial"/>
              </a:rPr>
              <a:t>. </a:t>
            </a:r>
          </a:p>
        </p:txBody>
      </p:sp>
      <p:sp>
        <p:nvSpPr>
          <p:cNvPr id="356" name="TextBox 355">
            <a:extLst>
              <a:ext uri="{FF2B5EF4-FFF2-40B4-BE49-F238E27FC236}">
                <a16:creationId xmlns:a16="http://schemas.microsoft.com/office/drawing/2014/main" id="{7186F68E-A29D-7E91-6453-6AEC8D7B48F0}"/>
              </a:ext>
            </a:extLst>
          </p:cNvPr>
          <p:cNvSpPr txBox="1"/>
          <p:nvPr/>
        </p:nvSpPr>
        <p:spPr>
          <a:xfrm>
            <a:off x="739257" y="4158207"/>
            <a:ext cx="4257939" cy="1877437"/>
          </a:xfrm>
          <a:prstGeom prst="rect">
            <a:avLst/>
          </a:prstGeom>
          <a:noFill/>
        </p:spPr>
        <p:txBody>
          <a:bodyPr wrap="square" lIns="0" tIns="0" rIns="0" bIns="45720" rtlCol="0">
            <a:spAutoFit/>
          </a:bodyPr>
          <a:lstStyle/>
          <a:p>
            <a:r>
              <a:rPr lang="en-US" sz="700" b="1" dirty="0">
                <a:solidFill>
                  <a:srgbClr val="000000"/>
                </a:solidFill>
                <a:latin typeface="Arial"/>
              </a:rPr>
              <a:t>High Level Outcomes Required:</a:t>
            </a:r>
            <a:endParaRPr lang="en-US" sz="700" dirty="0">
              <a:solidFill>
                <a:srgbClr val="000000"/>
              </a:solidFill>
              <a:latin typeface="Arial"/>
            </a:endParaRPr>
          </a:p>
          <a:p>
            <a:pPr marL="342900" indent="-182880">
              <a:buFont typeface="+mj-lt"/>
              <a:buAutoNum type="arabicPeriod"/>
            </a:pPr>
            <a:r>
              <a:rPr lang="en-US" sz="700" dirty="0">
                <a:solidFill>
                  <a:srgbClr val="000000"/>
                </a:solidFill>
                <a:latin typeface="Arial"/>
              </a:rPr>
              <a:t>IBS continues in its role as the core payment and banking platform.  This includes an intercompany payment leg, across the SWIFT network, when the customer deposit account resides on an IBS branch other than the currency managing branch for clearing and settlement.</a:t>
            </a:r>
          </a:p>
          <a:p>
            <a:pPr marL="342900" indent="-182880">
              <a:buFont typeface="+mj-lt"/>
              <a:buAutoNum type="arabicPeriod"/>
            </a:pPr>
            <a:r>
              <a:rPr lang="en-US" sz="700" dirty="0">
                <a:solidFill>
                  <a:srgbClr val="000000"/>
                </a:solidFill>
                <a:latin typeface="Arial"/>
              </a:rPr>
              <a:t>The IBS managing branch sends the MT payment instruction via the orchestration layer (GWH) to RTPS for translation services to ISO 20022 (MX) format, sanction screening via Firco Continuity, and  then sends the MX payment (pacs.008, pacs.009, pacs.004) outbound via the SAA gateway through the SWIFT network to the RTGS clearing system.  </a:t>
            </a:r>
          </a:p>
          <a:p>
            <a:pPr marL="342900" indent="-182880">
              <a:buFont typeface="+mj-lt"/>
              <a:buAutoNum type="arabicPeriod"/>
            </a:pPr>
            <a:r>
              <a:rPr lang="en-US" sz="700" dirty="0">
                <a:solidFill>
                  <a:srgbClr val="000000"/>
                </a:solidFill>
                <a:latin typeface="Arial"/>
              </a:rPr>
              <a:t>SWIFT forwards the message to the RTGS and sends a network acknowledgement (ACK TRN) back to State Street.  The RTGS system receives the payment instruction and responds with a payment status message (pacs.002 or xsys.002/.003) or payment rejection (admi.002), which is routed to RTPS to update the status of the payment in RTPS to complete or exception/repair. </a:t>
            </a:r>
          </a:p>
          <a:p>
            <a:pPr marL="342900" indent="-182880">
              <a:buFont typeface="+mj-lt"/>
              <a:buAutoNum type="arabicPeriod"/>
            </a:pPr>
            <a:r>
              <a:rPr lang="en-US" sz="700" dirty="0">
                <a:solidFill>
                  <a:srgbClr val="000000"/>
                </a:solidFill>
                <a:latin typeface="Arial"/>
              </a:rPr>
              <a:t>Upon receiving the SWIFT network ACK through the SAA gateway, GWH constructs a SWIFT FIN ACK and sends to IBS to update the status of the payment in IBS to complete.</a:t>
            </a:r>
          </a:p>
          <a:p>
            <a:pPr marL="342900" indent="-182880">
              <a:buFont typeface="+mj-lt"/>
              <a:buAutoNum type="arabicPeriod"/>
            </a:pPr>
            <a:r>
              <a:rPr lang="en-US" sz="700" dirty="0">
                <a:solidFill>
                  <a:srgbClr val="000000"/>
                </a:solidFill>
                <a:latin typeface="Arial"/>
              </a:rPr>
              <a:t>RTPS sends payment message and status data through the Data Distribution service, via GWH, to various downstream applications and the operational data store (DWH) via a Kafka flow.  The MT equivalent message is also persisted and stored in the data solution.</a:t>
            </a:r>
          </a:p>
        </p:txBody>
      </p:sp>
      <p:sp>
        <p:nvSpPr>
          <p:cNvPr id="357" name="TextBox 356">
            <a:extLst>
              <a:ext uri="{FF2B5EF4-FFF2-40B4-BE49-F238E27FC236}">
                <a16:creationId xmlns:a16="http://schemas.microsoft.com/office/drawing/2014/main" id="{C00676B7-04E6-EB75-8096-2A5BEE13A18A}"/>
              </a:ext>
            </a:extLst>
          </p:cNvPr>
          <p:cNvSpPr txBox="1"/>
          <p:nvPr/>
        </p:nvSpPr>
        <p:spPr>
          <a:xfrm>
            <a:off x="2008579" y="3500773"/>
            <a:ext cx="669615" cy="369332"/>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Cash Settlement (Customer)</a:t>
            </a:r>
          </a:p>
        </p:txBody>
      </p:sp>
      <p:sp>
        <p:nvSpPr>
          <p:cNvPr id="358" name="TextBox 357">
            <a:extLst>
              <a:ext uri="{FF2B5EF4-FFF2-40B4-BE49-F238E27FC236}">
                <a16:creationId xmlns:a16="http://schemas.microsoft.com/office/drawing/2014/main" id="{7309AA2B-4A6B-746A-0816-C55F01D796DD}"/>
              </a:ext>
            </a:extLst>
          </p:cNvPr>
          <p:cNvSpPr txBox="1"/>
          <p:nvPr/>
        </p:nvSpPr>
        <p:spPr>
          <a:xfrm>
            <a:off x="4134559" y="3424573"/>
            <a:ext cx="669615" cy="369332"/>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Cash Settlement (Nostro)</a:t>
            </a:r>
          </a:p>
        </p:txBody>
      </p:sp>
      <p:sp>
        <p:nvSpPr>
          <p:cNvPr id="359" name="TextBox 358">
            <a:extLst>
              <a:ext uri="{FF2B5EF4-FFF2-40B4-BE49-F238E27FC236}">
                <a16:creationId xmlns:a16="http://schemas.microsoft.com/office/drawing/2014/main" id="{EDB614D4-9075-5461-E602-76BC3FA6C5FA}"/>
              </a:ext>
            </a:extLst>
          </p:cNvPr>
          <p:cNvSpPr txBox="1"/>
          <p:nvPr/>
        </p:nvSpPr>
        <p:spPr>
          <a:xfrm>
            <a:off x="6050796" y="4778769"/>
            <a:ext cx="789616" cy="553998"/>
          </a:xfrm>
          <a:prstGeom prst="rect">
            <a:avLst/>
          </a:prstGeom>
          <a:noFill/>
        </p:spPr>
        <p:txBody>
          <a:bodyPr wrap="square" lIns="45720" tIns="91440" rIns="45720" bIns="91440" rtlCol="0">
            <a:spAutoFit/>
          </a:bodyPr>
          <a:lstStyle/>
          <a:p>
            <a:pPr>
              <a:buSzPct val="100000"/>
            </a:pPr>
            <a:r>
              <a:rPr lang="en-US" sz="600" dirty="0">
                <a:solidFill>
                  <a:srgbClr val="000000"/>
                </a:solidFill>
                <a:latin typeface="Arial"/>
              </a:rPr>
              <a:t>Kafka Flow: Payment message and status data   (MX and MT format)</a:t>
            </a:r>
          </a:p>
        </p:txBody>
      </p:sp>
      <p:sp>
        <p:nvSpPr>
          <p:cNvPr id="360" name="TextBox 359">
            <a:extLst>
              <a:ext uri="{FF2B5EF4-FFF2-40B4-BE49-F238E27FC236}">
                <a16:creationId xmlns:a16="http://schemas.microsoft.com/office/drawing/2014/main" id="{B2054C1C-B22D-B30B-5AF1-52448A245A11}"/>
              </a:ext>
            </a:extLst>
          </p:cNvPr>
          <p:cNvSpPr txBox="1"/>
          <p:nvPr/>
        </p:nvSpPr>
        <p:spPr>
          <a:xfrm>
            <a:off x="6654807" y="4178076"/>
            <a:ext cx="1086498" cy="369332"/>
          </a:xfrm>
          <a:prstGeom prst="rect">
            <a:avLst/>
          </a:prstGeom>
          <a:noFill/>
        </p:spPr>
        <p:txBody>
          <a:bodyPr wrap="square" lIns="45720" tIns="91440" rIns="45720" bIns="91440" rtlCol="0">
            <a:spAutoFit/>
          </a:bodyPr>
          <a:lstStyle/>
          <a:p>
            <a:pPr algn="ctr">
              <a:buSzPct val="100000"/>
            </a:pPr>
            <a:r>
              <a:rPr lang="en-US" sz="600" dirty="0">
                <a:solidFill>
                  <a:srgbClr val="000000"/>
                </a:solidFill>
                <a:latin typeface="Arial"/>
              </a:rPr>
              <a:t>Raw MX message routing (pacs.008 / .009 / .004)</a:t>
            </a:r>
          </a:p>
        </p:txBody>
      </p:sp>
      <p:grpSp>
        <p:nvGrpSpPr>
          <p:cNvPr id="361" name="Group 360">
            <a:extLst>
              <a:ext uri="{FF2B5EF4-FFF2-40B4-BE49-F238E27FC236}">
                <a16:creationId xmlns:a16="http://schemas.microsoft.com/office/drawing/2014/main" id="{66026710-ED3A-0D1B-2043-29FCF0E42F73}"/>
              </a:ext>
            </a:extLst>
          </p:cNvPr>
          <p:cNvGrpSpPr/>
          <p:nvPr/>
        </p:nvGrpSpPr>
        <p:grpSpPr>
          <a:xfrm>
            <a:off x="690055" y="2641913"/>
            <a:ext cx="586964" cy="1141860"/>
            <a:chOff x="974141" y="1962100"/>
            <a:chExt cx="586964" cy="1141860"/>
          </a:xfrm>
        </p:grpSpPr>
        <p:sp>
          <p:nvSpPr>
            <p:cNvPr id="362" name="Rectangle 361">
              <a:extLst>
                <a:ext uri="{FF2B5EF4-FFF2-40B4-BE49-F238E27FC236}">
                  <a16:creationId xmlns:a16="http://schemas.microsoft.com/office/drawing/2014/main" id="{1D96C668-76D0-4AFA-823C-AE92D9BF1225}"/>
                </a:ext>
              </a:extLst>
            </p:cNvPr>
            <p:cNvSpPr/>
            <p:nvPr/>
          </p:nvSpPr>
          <p:spPr>
            <a:xfrm>
              <a:off x="974141" y="1962100"/>
              <a:ext cx="586964" cy="1141860"/>
            </a:xfrm>
            <a:prstGeom prst="rect">
              <a:avLst/>
            </a:prstGeom>
            <a:noFill/>
            <a:ln w="6350" cap="flat" cmpd="sng" algn="ctr">
              <a:solidFill>
                <a:srgbClr val="000000"/>
              </a:solidFill>
              <a:prstDash val="solid"/>
            </a:ln>
            <a:effectLst/>
          </p:spPr>
          <p:txBody>
            <a:bodyPr lIns="0" tIns="27432" rIns="0" bIns="0"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Arial"/>
                  <a:ea typeface="+mn-ea"/>
                  <a:cs typeface="+mn-cs"/>
                </a:rPr>
                <a:t>Initiation Channels</a:t>
              </a:r>
            </a:p>
          </p:txBody>
        </p:sp>
        <p:pic>
          <p:nvPicPr>
            <p:cNvPr id="363" name="Picture 24" descr="Ui Ux outline">
              <a:extLst>
                <a:ext uri="{FF2B5EF4-FFF2-40B4-BE49-F238E27FC236}">
                  <a16:creationId xmlns:a16="http://schemas.microsoft.com/office/drawing/2014/main" id="{715CEA53-1A3B-CD25-3BC8-E38EB34D6BFE}"/>
                </a:ext>
              </a:extLst>
            </p:cNvPr>
            <p:cNvPicPr>
              <a:picLocks noChangeAspect="1" noChangeArrowheads="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bwMode="auto">
            <a:xfrm>
              <a:off x="1122104" y="2669268"/>
              <a:ext cx="283847" cy="274465"/>
            </a:xfrm>
            <a:prstGeom prst="rect">
              <a:avLst/>
            </a:prstGeom>
            <a:noFill/>
            <a:extLst>
              <a:ext uri="{909E8E84-426E-40DD-AFC4-6F175D3DCCD1}">
                <a14:hiddenFill xmlns:a14="http://schemas.microsoft.com/office/drawing/2010/main">
                  <a:solidFill>
                    <a:srgbClr val="FFFFFF"/>
                  </a:solidFill>
                </a14:hiddenFill>
              </a:ext>
            </a:extLst>
          </p:spPr>
        </p:pic>
        <p:pic>
          <p:nvPicPr>
            <p:cNvPr id="364" name="Picture 2" descr="Flexible payment in our Middle Ages store ageofcraft.com">
              <a:extLst>
                <a:ext uri="{FF2B5EF4-FFF2-40B4-BE49-F238E27FC236}">
                  <a16:creationId xmlns:a16="http://schemas.microsoft.com/office/drawing/2014/main" id="{38E9870B-F913-4023-02DB-C96741881B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4516" y="2280242"/>
              <a:ext cx="227892" cy="212396"/>
            </a:xfrm>
            <a:prstGeom prst="rect">
              <a:avLst/>
            </a:prstGeom>
            <a:noFill/>
            <a:extLst>
              <a:ext uri="{909E8E84-426E-40DD-AFC4-6F175D3DCCD1}">
                <a14:hiddenFill xmlns:a14="http://schemas.microsoft.com/office/drawing/2010/main">
                  <a:solidFill>
                    <a:srgbClr val="FFFFFF"/>
                  </a:solidFill>
                </a14:hiddenFill>
              </a:ext>
            </a:extLst>
          </p:spPr>
        </p:pic>
        <p:sp>
          <p:nvSpPr>
            <p:cNvPr id="365" name="TextBox 364">
              <a:extLst>
                <a:ext uri="{FF2B5EF4-FFF2-40B4-BE49-F238E27FC236}">
                  <a16:creationId xmlns:a16="http://schemas.microsoft.com/office/drawing/2014/main" id="{B67E263D-014A-ED13-79F2-08AAF4B8EC6F}"/>
                </a:ext>
              </a:extLst>
            </p:cNvPr>
            <p:cNvSpPr txBox="1"/>
            <p:nvPr/>
          </p:nvSpPr>
          <p:spPr>
            <a:xfrm>
              <a:off x="1061862" y="2513123"/>
              <a:ext cx="397331" cy="92333"/>
            </a:xfrm>
            <a:prstGeom prst="rect">
              <a:avLst/>
            </a:prstGeom>
            <a:noFill/>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 b="1"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SWIFT</a:t>
              </a:r>
            </a:p>
          </p:txBody>
        </p:sp>
        <p:sp>
          <p:nvSpPr>
            <p:cNvPr id="366" name="TextBox 365">
              <a:extLst>
                <a:ext uri="{FF2B5EF4-FFF2-40B4-BE49-F238E27FC236}">
                  <a16:creationId xmlns:a16="http://schemas.microsoft.com/office/drawing/2014/main" id="{792AF0BC-7C24-AF69-45B2-928B37F64863}"/>
                </a:ext>
              </a:extLst>
            </p:cNvPr>
            <p:cNvSpPr txBox="1"/>
            <p:nvPr/>
          </p:nvSpPr>
          <p:spPr>
            <a:xfrm>
              <a:off x="1062878" y="2943907"/>
              <a:ext cx="397331" cy="92333"/>
            </a:xfrm>
            <a:prstGeom prst="rect">
              <a:avLst/>
            </a:prstGeom>
            <a:noFill/>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 b="1" i="1" u="none" strike="noStrike" kern="0" cap="none" spc="0" normalizeH="0" baseline="0" noProof="0" dirty="0">
                  <a:ln>
                    <a:noFill/>
                  </a:ln>
                  <a:solidFill>
                    <a:srgbClr val="000000"/>
                  </a:solidFill>
                  <a:effectLst/>
                  <a:uLnTx/>
                  <a:uFillTx/>
                  <a:latin typeface="Arial"/>
                  <a:ea typeface="Calibri Light" charset="0"/>
                  <a:cs typeface="Segoe UI" panose="020B0502040204020203" pitchFamily="34" charset="0"/>
                </a:rPr>
                <a:t>Systems</a:t>
              </a:r>
            </a:p>
          </p:txBody>
        </p:sp>
      </p:grpSp>
      <p:sp>
        <p:nvSpPr>
          <p:cNvPr id="367" name="Rectangle 366">
            <a:extLst>
              <a:ext uri="{FF2B5EF4-FFF2-40B4-BE49-F238E27FC236}">
                <a16:creationId xmlns:a16="http://schemas.microsoft.com/office/drawing/2014/main" id="{0DA5BAE6-C1F9-2F98-8D91-0197CDC43FAC}"/>
              </a:ext>
            </a:extLst>
          </p:cNvPr>
          <p:cNvSpPr/>
          <p:nvPr/>
        </p:nvSpPr>
        <p:spPr bwMode="gray">
          <a:xfrm>
            <a:off x="5525398" y="2944550"/>
            <a:ext cx="936336" cy="524015"/>
          </a:xfrm>
          <a:prstGeom prst="rect">
            <a:avLst/>
          </a:prstGeom>
          <a:solidFill>
            <a:srgbClr val="FFFFFF"/>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Arial"/>
            </a:endParaRPr>
          </a:p>
        </p:txBody>
      </p:sp>
      <p:sp>
        <p:nvSpPr>
          <p:cNvPr id="368" name="Rectangle 367">
            <a:extLst>
              <a:ext uri="{FF2B5EF4-FFF2-40B4-BE49-F238E27FC236}">
                <a16:creationId xmlns:a16="http://schemas.microsoft.com/office/drawing/2014/main" id="{6EA18CBD-6E37-0D74-D495-6C9494EF635C}"/>
              </a:ext>
            </a:extLst>
          </p:cNvPr>
          <p:cNvSpPr/>
          <p:nvPr/>
        </p:nvSpPr>
        <p:spPr bwMode="gray">
          <a:xfrm>
            <a:off x="5740954" y="2968934"/>
            <a:ext cx="500225" cy="472956"/>
          </a:xfrm>
          <a:prstGeom prst="rect">
            <a:avLst/>
          </a:prstGeom>
          <a:solidFill>
            <a:srgbClr val="E4ECF0">
              <a:lumMod val="90000"/>
            </a:srgbClr>
          </a:solidFill>
          <a:ln w="6350" algn="ctr">
            <a:solidFill>
              <a:srgbClr val="000000"/>
            </a:solidFill>
            <a:miter lim="800000"/>
            <a:headEnd/>
            <a:tailEnd/>
          </a:ln>
        </p:spPr>
        <p:txBody>
          <a:bodyPr wrap="square" lIns="0" tIns="91440" rIns="0" bIns="9144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Arial"/>
              </a:rPr>
              <a:t>RTPS</a:t>
            </a:r>
          </a:p>
        </p:txBody>
      </p:sp>
      <p:sp>
        <p:nvSpPr>
          <p:cNvPr id="369" name="Rectangle 368">
            <a:extLst>
              <a:ext uri="{FF2B5EF4-FFF2-40B4-BE49-F238E27FC236}">
                <a16:creationId xmlns:a16="http://schemas.microsoft.com/office/drawing/2014/main" id="{E703D97C-03C5-4567-BB4C-1D14FB66CEFF}"/>
              </a:ext>
            </a:extLst>
          </p:cNvPr>
          <p:cNvSpPr/>
          <p:nvPr/>
        </p:nvSpPr>
        <p:spPr bwMode="gray">
          <a:xfrm>
            <a:off x="5547687" y="2970882"/>
            <a:ext cx="169712" cy="471008"/>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rPr>
              <a:t>GWH  </a:t>
            </a:r>
          </a:p>
        </p:txBody>
      </p:sp>
      <p:sp>
        <p:nvSpPr>
          <p:cNvPr id="370" name="Rectangle 369">
            <a:extLst>
              <a:ext uri="{FF2B5EF4-FFF2-40B4-BE49-F238E27FC236}">
                <a16:creationId xmlns:a16="http://schemas.microsoft.com/office/drawing/2014/main" id="{DEC15AD6-BC01-9C48-6473-5E31CB78187A}"/>
              </a:ext>
            </a:extLst>
          </p:cNvPr>
          <p:cNvSpPr/>
          <p:nvPr/>
        </p:nvSpPr>
        <p:spPr bwMode="gray">
          <a:xfrm>
            <a:off x="6263967" y="2970882"/>
            <a:ext cx="169712" cy="471008"/>
          </a:xfrm>
          <a:prstGeom prst="rect">
            <a:avLst/>
          </a:prstGeom>
          <a:solidFill>
            <a:srgbClr val="E4ECF0"/>
          </a:solidFill>
          <a:ln w="6350" algn="ctr">
            <a:solidFill>
              <a:srgbClr val="000000"/>
            </a:solidFill>
            <a:miter lim="800000"/>
            <a:headEnd/>
            <a:tailEnd/>
          </a:ln>
        </p:spPr>
        <p:txBody>
          <a:bodyPr vert="eaVert" wrap="square" lIns="0" tIns="0" rIns="0" bIns="0" rtlCol="0" anchor="ctr" anchorCtr="0"/>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Arial"/>
              </a:rPr>
              <a:t>GWH  </a:t>
            </a:r>
          </a:p>
        </p:txBody>
      </p:sp>
      <p:cxnSp>
        <p:nvCxnSpPr>
          <p:cNvPr id="375" name="Straight Arrow Connector 137">
            <a:extLst>
              <a:ext uri="{FF2B5EF4-FFF2-40B4-BE49-F238E27FC236}">
                <a16:creationId xmlns:a16="http://schemas.microsoft.com/office/drawing/2014/main" id="{6698969C-2C01-7277-675D-8E3DF2024283}"/>
              </a:ext>
            </a:extLst>
          </p:cNvPr>
          <p:cNvCxnSpPr>
            <a:cxnSpLocks/>
            <a:endCxn id="346" idx="1"/>
          </p:cNvCxnSpPr>
          <p:nvPr/>
        </p:nvCxnSpPr>
        <p:spPr>
          <a:xfrm>
            <a:off x="6224182" y="3521093"/>
            <a:ext cx="309765" cy="125547"/>
          </a:xfrm>
          <a:prstGeom prst="straightConnector1">
            <a:avLst/>
          </a:prstGeom>
          <a:noFill/>
          <a:ln w="6350" cap="flat" cmpd="sng" algn="ctr">
            <a:solidFill>
              <a:srgbClr val="000000">
                <a:lumMod val="50000"/>
                <a:lumOff val="50000"/>
              </a:srgbClr>
            </a:solidFill>
            <a:prstDash val="solid"/>
            <a:headEnd w="med" len="sm"/>
            <a:tailEnd type="none" w="med" len="sm"/>
          </a:ln>
          <a:effectLst/>
        </p:spPr>
      </p:cxnSp>
    </p:spTree>
    <p:extLst>
      <p:ext uri="{BB962C8B-B14F-4D97-AF65-F5344CB8AC3E}">
        <p14:creationId xmlns:p14="http://schemas.microsoft.com/office/powerpoint/2010/main" val="1047305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612CA-0055-8548-FCA0-C05E1B92BC0C}"/>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E5D2B357-F1CD-286B-4B92-3D0513C265D1}"/>
              </a:ext>
            </a:extLst>
          </p:cNvPr>
          <p:cNvSpPr>
            <a:spLocks noGrp="1"/>
          </p:cNvSpPr>
          <p:nvPr>
            <p:ph type="subTitle" idx="10"/>
          </p:nvPr>
        </p:nvSpPr>
        <p:spPr/>
        <p:txBody>
          <a:bodyPr/>
          <a:lstStyle/>
          <a:p>
            <a:endParaRPr lang="en-US"/>
          </a:p>
        </p:txBody>
      </p:sp>
      <p:sp>
        <p:nvSpPr>
          <p:cNvPr id="4" name="Text Placeholder 3">
            <a:extLst>
              <a:ext uri="{FF2B5EF4-FFF2-40B4-BE49-F238E27FC236}">
                <a16:creationId xmlns:a16="http://schemas.microsoft.com/office/drawing/2014/main" id="{5750C0A3-05F8-5E5E-E7E1-60A5E7110D8C}"/>
              </a:ext>
            </a:extLst>
          </p:cNvPr>
          <p:cNvSpPr>
            <a:spLocks noGrp="1"/>
          </p:cNvSpPr>
          <p:nvPr>
            <p:ph type="body" sz="half" idx="2"/>
          </p:nvPr>
        </p:nvSpPr>
        <p:spPr/>
        <p:txBody>
          <a:bodyPr/>
          <a:lstStyle/>
          <a:p>
            <a:endParaRPr lang="en-US"/>
          </a:p>
        </p:txBody>
      </p:sp>
      <p:sp>
        <p:nvSpPr>
          <p:cNvPr id="5" name="Footer Placeholder 4">
            <a:extLst>
              <a:ext uri="{FF2B5EF4-FFF2-40B4-BE49-F238E27FC236}">
                <a16:creationId xmlns:a16="http://schemas.microsoft.com/office/drawing/2014/main" id="{C80759A7-7197-B682-9C07-3CCE4B4B2D13}"/>
              </a:ext>
            </a:extLst>
          </p:cNvPr>
          <p:cNvSpPr>
            <a:spLocks noGrp="1"/>
          </p:cNvSpPr>
          <p:nvPr>
            <p:ph type="ftr" sz="quarter" idx="11"/>
          </p:nvPr>
        </p:nvSpPr>
        <p:spPr/>
        <p:txBody>
          <a:bodyPr/>
          <a:lstStyle/>
          <a:p>
            <a:r>
              <a:rPr lang="en-US"/>
              <a:t>XXXXXXX.X.X.GBL.INST</a:t>
            </a:r>
          </a:p>
        </p:txBody>
      </p:sp>
    </p:spTree>
    <p:extLst>
      <p:ext uri="{BB962C8B-B14F-4D97-AF65-F5344CB8AC3E}">
        <p14:creationId xmlns:p14="http://schemas.microsoft.com/office/powerpoint/2010/main" val="2587095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tate Street Printer-Friendly">
  <a:themeElements>
    <a:clrScheme name="State Street">
      <a:dk1>
        <a:srgbClr val="020B5B"/>
      </a:dk1>
      <a:lt1>
        <a:srgbClr val="FFFFFF"/>
      </a:lt1>
      <a:dk2>
        <a:srgbClr val="001AFF"/>
      </a:dk2>
      <a:lt2>
        <a:srgbClr val="FFFCED"/>
      </a:lt2>
      <a:accent1>
        <a:srgbClr val="020B5B"/>
      </a:accent1>
      <a:accent2>
        <a:srgbClr val="001AFF"/>
      </a:accent2>
      <a:accent3>
        <a:srgbClr val="1EFF8F"/>
      </a:accent3>
      <a:accent4>
        <a:srgbClr val="49D3FF"/>
      </a:accent4>
      <a:accent5>
        <a:srgbClr val="FFC600"/>
      </a:accent5>
      <a:accent6>
        <a:srgbClr val="EAFF00"/>
      </a:accent6>
      <a:hlink>
        <a:srgbClr val="020B5B"/>
      </a:hlink>
      <a:folHlink>
        <a:srgbClr val="001AFF"/>
      </a:folHlink>
    </a:clrScheme>
    <a:fontScheme name="State Street">
      <a:majorFont>
        <a:latin typeface="Lab Antiqua Small Condense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Navy">
      <a:srgbClr val="020B5B"/>
    </a:custClr>
    <a:custClr name="Green 5">
      <a:srgbClr val="094C2B"/>
    </a:custClr>
    <a:custClr name="Cyan 5">
      <a:srgbClr val="16404C"/>
    </a:custClr>
    <a:custClr name="Orange 5">
      <a:srgbClr val="4C3B00"/>
    </a:custClr>
    <a:custClr name="Yellow 5">
      <a:srgbClr val="464C00"/>
    </a:custClr>
    <a:custClr name="Ecru">
      <a:srgbClr val="FFFCED"/>
    </a:custClr>
    <a:custClr name="Custom Color 1">
      <a:srgbClr val="FFFFFF"/>
    </a:custClr>
    <a:custClr name="Custom Color 2">
      <a:srgbClr val="FFFFFF"/>
    </a:custClr>
    <a:custClr name="Custom Color 3">
      <a:srgbClr val="FFFFFF"/>
    </a:custClr>
    <a:custClr name="Custom Color 4">
      <a:srgbClr val="FFFFFF"/>
    </a:custClr>
    <a:custClr name="Ultramarine">
      <a:srgbClr val="001AFF"/>
    </a:custClr>
    <a:custClr name="Green 4">
      <a:srgbClr val="0F8048"/>
    </a:custClr>
    <a:custClr name="Cyan 4">
      <a:srgbClr val="256A80"/>
    </a:custClr>
    <a:custClr name="Orange 4">
      <a:srgbClr val="806300"/>
    </a:custClr>
    <a:custClr name="Yellow 4">
      <a:srgbClr val="758000"/>
    </a:custClr>
    <a:custClr name="White">
      <a:srgbClr val="FFFFFF"/>
    </a:custClr>
    <a:custClr name="Custom Color 6">
      <a:srgbClr val="FFFFFF"/>
    </a:custClr>
    <a:custClr name="Custom Color 7">
      <a:srgbClr val="FFFFFF"/>
    </a:custClr>
    <a:custClr name="Custom Color 8">
      <a:srgbClr val="FFFFFF"/>
    </a:custClr>
    <a:custClr name="Custom Color 9">
      <a:srgbClr val="FFFFFF"/>
    </a:custClr>
    <a:custClr name="Ultramarine 2">
      <a:srgbClr val="4489FF"/>
    </a:custClr>
    <a:custClr name="Green 3">
      <a:srgbClr val="17BF6B"/>
    </a:custClr>
    <a:custClr name="Cyan 3">
      <a:srgbClr val="389EBF"/>
    </a:custClr>
    <a:custClr name="Orange 3">
      <a:srgbClr val="BF9400"/>
    </a:custClr>
    <a:custClr name="Yellow 3">
      <a:srgbClr val="AFBF00"/>
    </a:custClr>
    <a:custClr name="Custom Color 11">
      <a:srgbClr val="FFFFFF"/>
    </a:custClr>
    <a:custClr name="Custom Color 12">
      <a:srgbClr val="FFFFFF"/>
    </a:custClr>
    <a:custClr name="Custom Color 13">
      <a:srgbClr val="FFFFFF"/>
    </a:custClr>
    <a:custClr name="Custom Color 14">
      <a:srgbClr val="FFFFFF"/>
    </a:custClr>
    <a:custClr name="Custom Color 15">
      <a:srgbClr val="FFFFFF"/>
    </a:custClr>
    <a:custClr name="Ultramarine 1">
      <a:srgbClr val="CBE4FE"/>
    </a:custClr>
    <a:custClr name="Green">
      <a:srgbClr val="1EFF8F"/>
    </a:custClr>
    <a:custClr name="Cyan">
      <a:srgbClr val="4AD4FF"/>
    </a:custClr>
    <a:custClr name="Orange">
      <a:srgbClr val="FFC600"/>
    </a:custClr>
    <a:custClr name="Yellow">
      <a:srgbClr val="EAFF00"/>
    </a:custClr>
    <a:custClr name="Custom Color 17">
      <a:srgbClr val="FFFFFF"/>
    </a:custClr>
    <a:custClr name="Custom Color 18">
      <a:srgbClr val="FFFFFF"/>
    </a:custClr>
    <a:custClr name="Custom Color 19">
      <a:srgbClr val="FFFFFF"/>
    </a:custClr>
    <a:custClr name="Custom Color 20">
      <a:srgbClr val="FFFFFF"/>
    </a:custClr>
    <a:custClr name="Custom Color 21">
      <a:srgbClr val="FFFFFF"/>
    </a:custClr>
    <a:custClr name="Sky">
      <a:srgbClr val="E7F5FF"/>
    </a:custClr>
    <a:custClr name="Green 1">
      <a:srgbClr val="B9FFDC"/>
    </a:custClr>
    <a:custClr name="Cyan 1">
      <a:srgbClr val="C8F2FF"/>
    </a:custClr>
    <a:custClr name="Orange 1">
      <a:srgbClr val="FFEBA6"/>
    </a:custClr>
    <a:custClr name="Yellow 1">
      <a:srgbClr val="F9FFB3"/>
    </a:custClr>
  </a:custClrLst>
  <a:extLst>
    <a:ext uri="{05A4C25C-085E-4340-85A3-A5531E510DB2}">
      <thm15:themeFamily xmlns:thm15="http://schemas.microsoft.com/office/thememl/2012/main" name="STT_PowerPoint_16x9_UniversalFonts" id="{C2B114D8-4723-3747-898E-6952EA0FCEFC}" vid="{B06618E9-B85D-0247-8D4B-49FDBA9D83B6}"/>
    </a:ext>
  </a:extLst>
</a:theme>
</file>

<file path=ppt/theme/theme2.xml><?xml version="1.0" encoding="utf-8"?>
<a:theme xmlns:a="http://schemas.openxmlformats.org/drawingml/2006/main" name="State Street">
  <a:themeElements>
    <a:clrScheme name="State Street">
      <a:dk1>
        <a:srgbClr val="000000"/>
      </a:dk1>
      <a:lt1>
        <a:srgbClr val="FFFFFF"/>
      </a:lt1>
      <a:dk2>
        <a:srgbClr val="E4ECF0"/>
      </a:dk2>
      <a:lt2>
        <a:srgbClr val="0A2F5D"/>
      </a:lt2>
      <a:accent1>
        <a:srgbClr val="007298"/>
      </a:accent1>
      <a:accent2>
        <a:srgbClr val="65CCE9"/>
      </a:accent2>
      <a:accent3>
        <a:srgbClr val="F56E00"/>
      </a:accent3>
      <a:accent4>
        <a:srgbClr val="5E4565"/>
      </a:accent4>
      <a:accent5>
        <a:srgbClr val="A5A5A5"/>
      </a:accent5>
      <a:accent6>
        <a:srgbClr val="00AE79"/>
      </a:accent6>
      <a:hlink>
        <a:srgbClr val="0A2F5D"/>
      </a:hlink>
      <a:folHlink>
        <a:srgbClr val="0A2F5D"/>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a:noFill/>
        </a:ln>
      </a:spPr>
      <a:bodyPr lIns="0" tIns="0" rIns="0" bIns="0" rtlCol="0" anchor="ctr" anchorCtr="1"/>
      <a:lstStyle>
        <a:defPPr algn="ctr">
          <a:defRPr sz="1600" dirty="0" smtClean="0">
            <a:solidFill>
              <a:schemeClr val="accent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5"/>
        </a:lnRef>
        <a:fillRef idx="0">
          <a:schemeClr val="accent5"/>
        </a:fillRef>
        <a:effectRef idx="0">
          <a:schemeClr val="accent5"/>
        </a:effectRef>
        <a:fontRef idx="minor">
          <a:schemeClr val="tx1"/>
        </a:fontRef>
      </a:style>
    </a:lnDef>
  </a:objectDefaults>
  <a:extraClrSchemeLst/>
  <a:extLst>
    <a:ext uri="{05A4C25C-085E-4340-85A3-A5531E510DB2}">
      <thm15:themeFamily xmlns:thm15="http://schemas.microsoft.com/office/thememl/2012/main" name="Presentation Template.potx" id="{C965E228-4EF7-4C23-9B75-859A2B121444}" vid="{C3BE63AA-C7A6-4D02-AAED-DDE8F674C25A}"/>
    </a:ext>
  </a:extLst>
</a:theme>
</file>

<file path=ppt/theme/theme3.xml><?xml version="1.0" encoding="utf-8"?>
<a:theme xmlns:a="http://schemas.openxmlformats.org/drawingml/2006/main" name="11_State Street Printer-Friendly">
  <a:themeElements>
    <a:clrScheme name="State Street">
      <a:dk1>
        <a:srgbClr val="020B5B"/>
      </a:dk1>
      <a:lt1>
        <a:srgbClr val="FFFFFF"/>
      </a:lt1>
      <a:dk2>
        <a:srgbClr val="001AFF"/>
      </a:dk2>
      <a:lt2>
        <a:srgbClr val="FFFCED"/>
      </a:lt2>
      <a:accent1>
        <a:srgbClr val="020B5B"/>
      </a:accent1>
      <a:accent2>
        <a:srgbClr val="001AFF"/>
      </a:accent2>
      <a:accent3>
        <a:srgbClr val="1EFF8F"/>
      </a:accent3>
      <a:accent4>
        <a:srgbClr val="49D3FF"/>
      </a:accent4>
      <a:accent5>
        <a:srgbClr val="FFC600"/>
      </a:accent5>
      <a:accent6>
        <a:srgbClr val="EAFF00"/>
      </a:accent6>
      <a:hlink>
        <a:srgbClr val="020B5B"/>
      </a:hlink>
      <a:folHlink>
        <a:srgbClr val="001AFF"/>
      </a:folHlink>
    </a:clrScheme>
    <a:fontScheme name="State Street">
      <a:majorFont>
        <a:latin typeface="Lab Antiqua Small Condense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Navy">
      <a:srgbClr val="020B5B"/>
    </a:custClr>
    <a:custClr name="Green 5">
      <a:srgbClr val="094C2B"/>
    </a:custClr>
    <a:custClr name="Cyan 5">
      <a:srgbClr val="16404C"/>
    </a:custClr>
    <a:custClr name="Orange 5">
      <a:srgbClr val="4C3B00"/>
    </a:custClr>
    <a:custClr name="Yellow 5">
      <a:srgbClr val="464C00"/>
    </a:custClr>
    <a:custClr name="Ecru">
      <a:srgbClr val="FFFCED"/>
    </a:custClr>
    <a:custClr name="Custom Color 1">
      <a:srgbClr val="FFFFFF"/>
    </a:custClr>
    <a:custClr name="Custom Color 2">
      <a:srgbClr val="FFFFFF"/>
    </a:custClr>
    <a:custClr name="Custom Color 3">
      <a:srgbClr val="FFFFFF"/>
    </a:custClr>
    <a:custClr name="Custom Color 4">
      <a:srgbClr val="FFFFFF"/>
    </a:custClr>
    <a:custClr name="Ultramarine">
      <a:srgbClr val="001AFF"/>
    </a:custClr>
    <a:custClr name="Green 4">
      <a:srgbClr val="0F8048"/>
    </a:custClr>
    <a:custClr name="Cyan 4">
      <a:srgbClr val="256A80"/>
    </a:custClr>
    <a:custClr name="Orange 4">
      <a:srgbClr val="806300"/>
    </a:custClr>
    <a:custClr name="Yellow 4">
      <a:srgbClr val="758000"/>
    </a:custClr>
    <a:custClr name="White">
      <a:srgbClr val="FFFFFF"/>
    </a:custClr>
    <a:custClr name="Custom Color 6">
      <a:srgbClr val="FFFFFF"/>
    </a:custClr>
    <a:custClr name="Custom Color 7">
      <a:srgbClr val="FFFFFF"/>
    </a:custClr>
    <a:custClr name="Custom Color 8">
      <a:srgbClr val="FFFFFF"/>
    </a:custClr>
    <a:custClr name="Custom Color 9">
      <a:srgbClr val="FFFFFF"/>
    </a:custClr>
    <a:custClr name="Ultramarine 2">
      <a:srgbClr val="4489FF"/>
    </a:custClr>
    <a:custClr name="Green 3">
      <a:srgbClr val="17BF6B"/>
    </a:custClr>
    <a:custClr name="Cyan 3">
      <a:srgbClr val="389EBF"/>
    </a:custClr>
    <a:custClr name="Orange 3">
      <a:srgbClr val="BF9400"/>
    </a:custClr>
    <a:custClr name="Yellow 3">
      <a:srgbClr val="AFBF00"/>
    </a:custClr>
    <a:custClr name="Custom Color 11">
      <a:srgbClr val="FFFFFF"/>
    </a:custClr>
    <a:custClr name="Custom Color 12">
      <a:srgbClr val="FFFFFF"/>
    </a:custClr>
    <a:custClr name="Custom Color 13">
      <a:srgbClr val="FFFFFF"/>
    </a:custClr>
    <a:custClr name="Custom Color 14">
      <a:srgbClr val="FFFFFF"/>
    </a:custClr>
    <a:custClr name="Custom Color 15">
      <a:srgbClr val="FFFFFF"/>
    </a:custClr>
    <a:custClr name="Ultramarine 1">
      <a:srgbClr val="CBE4FE"/>
    </a:custClr>
    <a:custClr name="Green">
      <a:srgbClr val="1EFF8F"/>
    </a:custClr>
    <a:custClr name="Cyan">
      <a:srgbClr val="4AD4FF"/>
    </a:custClr>
    <a:custClr name="Orange">
      <a:srgbClr val="FFC600"/>
    </a:custClr>
    <a:custClr name="Yellow">
      <a:srgbClr val="EAFF00"/>
    </a:custClr>
    <a:custClr name="Custom Color 17">
      <a:srgbClr val="FFFFFF"/>
    </a:custClr>
    <a:custClr name="Custom Color 18">
      <a:srgbClr val="FFFFFF"/>
    </a:custClr>
    <a:custClr name="Custom Color 19">
      <a:srgbClr val="FFFFFF"/>
    </a:custClr>
    <a:custClr name="Custom Color 20">
      <a:srgbClr val="FFFFFF"/>
    </a:custClr>
    <a:custClr name="Custom Color 21">
      <a:srgbClr val="FFFFFF"/>
    </a:custClr>
    <a:custClr name="Sky">
      <a:srgbClr val="E7F5FF"/>
    </a:custClr>
    <a:custClr name="Green 1">
      <a:srgbClr val="B9FFDC"/>
    </a:custClr>
    <a:custClr name="Cyan 1">
      <a:srgbClr val="C8F2FF"/>
    </a:custClr>
    <a:custClr name="Orange 1">
      <a:srgbClr val="FFEBA6"/>
    </a:custClr>
    <a:custClr name="Yellow 1">
      <a:srgbClr val="F9FFB3"/>
    </a:custClr>
  </a:custClrLst>
  <a:extLst>
    <a:ext uri="{05A4C25C-085E-4340-85A3-A5531E510DB2}">
      <thm15:themeFamily xmlns:thm15="http://schemas.microsoft.com/office/thememl/2012/main" name="State Street Presentation Template" id="{A7803CD7-40C4-4CF6-88FF-1F3D62B67CDF}" vid="{5FA33998-7EFC-42F1-8ACC-46A7214E9596}"/>
    </a:ext>
  </a:extLst>
</a:theme>
</file>

<file path=ppt/theme/theme4.xml><?xml version="1.0" encoding="utf-8"?>
<a:theme xmlns:a="http://schemas.openxmlformats.org/drawingml/2006/main" name="1_State Street Printer-Friendly">
  <a:themeElements>
    <a:clrScheme name="State Street">
      <a:dk1>
        <a:srgbClr val="020B5B"/>
      </a:dk1>
      <a:lt1>
        <a:srgbClr val="FFFFFF"/>
      </a:lt1>
      <a:dk2>
        <a:srgbClr val="001AFF"/>
      </a:dk2>
      <a:lt2>
        <a:srgbClr val="FFFCED"/>
      </a:lt2>
      <a:accent1>
        <a:srgbClr val="020B5B"/>
      </a:accent1>
      <a:accent2>
        <a:srgbClr val="001AFF"/>
      </a:accent2>
      <a:accent3>
        <a:srgbClr val="1EFF8F"/>
      </a:accent3>
      <a:accent4>
        <a:srgbClr val="49D3FF"/>
      </a:accent4>
      <a:accent5>
        <a:srgbClr val="FFC600"/>
      </a:accent5>
      <a:accent6>
        <a:srgbClr val="EAFF00"/>
      </a:accent6>
      <a:hlink>
        <a:srgbClr val="020B5B"/>
      </a:hlink>
      <a:folHlink>
        <a:srgbClr val="001AFF"/>
      </a:folHlink>
    </a:clrScheme>
    <a:fontScheme name="State Street">
      <a:majorFont>
        <a:latin typeface="Lab Antiqua Small Condense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Navy">
      <a:srgbClr val="020B5B"/>
    </a:custClr>
    <a:custClr name="Green 5">
      <a:srgbClr val="094C2B"/>
    </a:custClr>
    <a:custClr name="Cyan 5">
      <a:srgbClr val="16404C"/>
    </a:custClr>
    <a:custClr name="Orange 5">
      <a:srgbClr val="4C3B00"/>
    </a:custClr>
    <a:custClr name="Yellow 5">
      <a:srgbClr val="464C00"/>
    </a:custClr>
    <a:custClr name="Ecru">
      <a:srgbClr val="FFFCED"/>
    </a:custClr>
    <a:custClr name="Custom Color 1">
      <a:srgbClr val="FFFFFF"/>
    </a:custClr>
    <a:custClr name="Custom Color 2">
      <a:srgbClr val="FFFFFF"/>
    </a:custClr>
    <a:custClr name="Custom Color 3">
      <a:srgbClr val="FFFFFF"/>
    </a:custClr>
    <a:custClr name="Custom Color 4">
      <a:srgbClr val="FFFFFF"/>
    </a:custClr>
    <a:custClr name="Ultramarine">
      <a:srgbClr val="001AFF"/>
    </a:custClr>
    <a:custClr name="Green 4">
      <a:srgbClr val="0F8048"/>
    </a:custClr>
    <a:custClr name="Cyan 4">
      <a:srgbClr val="256A80"/>
    </a:custClr>
    <a:custClr name="Orange 4">
      <a:srgbClr val="806300"/>
    </a:custClr>
    <a:custClr name="Yellow 4">
      <a:srgbClr val="758000"/>
    </a:custClr>
    <a:custClr name="White">
      <a:srgbClr val="FFFFFF"/>
    </a:custClr>
    <a:custClr name="Custom Color 6">
      <a:srgbClr val="FFFFFF"/>
    </a:custClr>
    <a:custClr name="Custom Color 7">
      <a:srgbClr val="FFFFFF"/>
    </a:custClr>
    <a:custClr name="Custom Color 8">
      <a:srgbClr val="FFFFFF"/>
    </a:custClr>
    <a:custClr name="Custom Color 9">
      <a:srgbClr val="FFFFFF"/>
    </a:custClr>
    <a:custClr name="Ultramarine 2">
      <a:srgbClr val="4489FF"/>
    </a:custClr>
    <a:custClr name="Green 3">
      <a:srgbClr val="17BF6B"/>
    </a:custClr>
    <a:custClr name="Cyan 3">
      <a:srgbClr val="389EBF"/>
    </a:custClr>
    <a:custClr name="Orange 3">
      <a:srgbClr val="BF9400"/>
    </a:custClr>
    <a:custClr name="Yellow 3">
      <a:srgbClr val="AFBF00"/>
    </a:custClr>
    <a:custClr name="Custom Color 11">
      <a:srgbClr val="FFFFFF"/>
    </a:custClr>
    <a:custClr name="Custom Color 12">
      <a:srgbClr val="FFFFFF"/>
    </a:custClr>
    <a:custClr name="Custom Color 13">
      <a:srgbClr val="FFFFFF"/>
    </a:custClr>
    <a:custClr name="Custom Color 14">
      <a:srgbClr val="FFFFFF"/>
    </a:custClr>
    <a:custClr name="Custom Color 15">
      <a:srgbClr val="FFFFFF"/>
    </a:custClr>
    <a:custClr name="Ultramarine 1">
      <a:srgbClr val="CBE4FE"/>
    </a:custClr>
    <a:custClr name="Green">
      <a:srgbClr val="1EFF8F"/>
    </a:custClr>
    <a:custClr name="Cyan">
      <a:srgbClr val="4AD4FF"/>
    </a:custClr>
    <a:custClr name="Orange">
      <a:srgbClr val="FFC600"/>
    </a:custClr>
    <a:custClr name="Yellow">
      <a:srgbClr val="EAFF00"/>
    </a:custClr>
    <a:custClr name="Custom Color 17">
      <a:srgbClr val="FFFFFF"/>
    </a:custClr>
    <a:custClr name="Custom Color 18">
      <a:srgbClr val="FFFFFF"/>
    </a:custClr>
    <a:custClr name="Custom Color 19">
      <a:srgbClr val="FFFFFF"/>
    </a:custClr>
    <a:custClr name="Custom Color 20">
      <a:srgbClr val="FFFFFF"/>
    </a:custClr>
    <a:custClr name="Custom Color 21">
      <a:srgbClr val="FFFFFF"/>
    </a:custClr>
    <a:custClr name="Sky">
      <a:srgbClr val="E7F5FF"/>
    </a:custClr>
    <a:custClr name="Green 1">
      <a:srgbClr val="B9FFDC"/>
    </a:custClr>
    <a:custClr name="Cyan 1">
      <a:srgbClr val="C8F2FF"/>
    </a:custClr>
    <a:custClr name="Orange 1">
      <a:srgbClr val="FFEBA6"/>
    </a:custClr>
    <a:custClr name="Yellow 1">
      <a:srgbClr val="F9FFB3"/>
    </a:custClr>
  </a:custClrLst>
  <a:extLst>
    <a:ext uri="{05A4C25C-085E-4340-85A3-A5531E510DB2}">
      <thm15:themeFamily xmlns:thm15="http://schemas.microsoft.com/office/thememl/2012/main" name="STT_PowerPoint_16x9_UniversalFonts" id="{C2B114D8-4723-3747-898E-6952EA0FCEFC}" vid="{B06618E9-B85D-0247-8D4B-49FDBA9D83B6}"/>
    </a:ext>
  </a:extLst>
</a:theme>
</file>

<file path=ppt/theme/theme5.xml><?xml version="1.0" encoding="utf-8"?>
<a:theme xmlns:a="http://schemas.openxmlformats.org/drawingml/2006/main" name="3_State Street Printer-Friendly">
  <a:themeElements>
    <a:clrScheme name="State Street">
      <a:dk1>
        <a:srgbClr val="020B5B"/>
      </a:dk1>
      <a:lt1>
        <a:srgbClr val="FFFFFF"/>
      </a:lt1>
      <a:dk2>
        <a:srgbClr val="001AFF"/>
      </a:dk2>
      <a:lt2>
        <a:srgbClr val="FFFCED"/>
      </a:lt2>
      <a:accent1>
        <a:srgbClr val="020B5B"/>
      </a:accent1>
      <a:accent2>
        <a:srgbClr val="001AFF"/>
      </a:accent2>
      <a:accent3>
        <a:srgbClr val="1EFF8F"/>
      </a:accent3>
      <a:accent4>
        <a:srgbClr val="49D3FF"/>
      </a:accent4>
      <a:accent5>
        <a:srgbClr val="FFC600"/>
      </a:accent5>
      <a:accent6>
        <a:srgbClr val="EAFF00"/>
      </a:accent6>
      <a:hlink>
        <a:srgbClr val="020B5B"/>
      </a:hlink>
      <a:folHlink>
        <a:srgbClr val="001AFF"/>
      </a:folHlink>
    </a:clrScheme>
    <a:fontScheme name="State Street">
      <a:majorFont>
        <a:latin typeface="Lab Antiqua Small Condense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Navy">
      <a:srgbClr val="020B5B"/>
    </a:custClr>
    <a:custClr name="Green 5">
      <a:srgbClr val="094C2B"/>
    </a:custClr>
    <a:custClr name="Cyan 5">
      <a:srgbClr val="16404C"/>
    </a:custClr>
    <a:custClr name="Orange 5">
      <a:srgbClr val="4C3B00"/>
    </a:custClr>
    <a:custClr name="Yellow 5">
      <a:srgbClr val="464C00"/>
    </a:custClr>
    <a:custClr name="Ecru">
      <a:srgbClr val="FFFCED"/>
    </a:custClr>
    <a:custClr name="Custom Color 1">
      <a:srgbClr val="FFFFFF"/>
    </a:custClr>
    <a:custClr name="Custom Color 2">
      <a:srgbClr val="FFFFFF"/>
    </a:custClr>
    <a:custClr name="Custom Color 3">
      <a:srgbClr val="FFFFFF"/>
    </a:custClr>
    <a:custClr name="Custom Color 4">
      <a:srgbClr val="FFFFFF"/>
    </a:custClr>
    <a:custClr name="Ultramarine">
      <a:srgbClr val="001AFF"/>
    </a:custClr>
    <a:custClr name="Green 4">
      <a:srgbClr val="0F8048"/>
    </a:custClr>
    <a:custClr name="Cyan 4">
      <a:srgbClr val="256A80"/>
    </a:custClr>
    <a:custClr name="Orange 4">
      <a:srgbClr val="806300"/>
    </a:custClr>
    <a:custClr name="Yellow 4">
      <a:srgbClr val="758000"/>
    </a:custClr>
    <a:custClr name="White">
      <a:srgbClr val="FFFFFF"/>
    </a:custClr>
    <a:custClr name="Custom Color 6">
      <a:srgbClr val="FFFFFF"/>
    </a:custClr>
    <a:custClr name="Custom Color 7">
      <a:srgbClr val="FFFFFF"/>
    </a:custClr>
    <a:custClr name="Custom Color 8">
      <a:srgbClr val="FFFFFF"/>
    </a:custClr>
    <a:custClr name="Custom Color 9">
      <a:srgbClr val="FFFFFF"/>
    </a:custClr>
    <a:custClr name="Ultramarine 2">
      <a:srgbClr val="4489FF"/>
    </a:custClr>
    <a:custClr name="Green 3">
      <a:srgbClr val="17BF6B"/>
    </a:custClr>
    <a:custClr name="Cyan 3">
      <a:srgbClr val="389EBF"/>
    </a:custClr>
    <a:custClr name="Orange 3">
      <a:srgbClr val="BF9400"/>
    </a:custClr>
    <a:custClr name="Yellow 3">
      <a:srgbClr val="AFBF00"/>
    </a:custClr>
    <a:custClr name="Custom Color 11">
      <a:srgbClr val="FFFFFF"/>
    </a:custClr>
    <a:custClr name="Custom Color 12">
      <a:srgbClr val="FFFFFF"/>
    </a:custClr>
    <a:custClr name="Custom Color 13">
      <a:srgbClr val="FFFFFF"/>
    </a:custClr>
    <a:custClr name="Custom Color 14">
      <a:srgbClr val="FFFFFF"/>
    </a:custClr>
    <a:custClr name="Custom Color 15">
      <a:srgbClr val="FFFFFF"/>
    </a:custClr>
    <a:custClr name="Ultramarine 1">
      <a:srgbClr val="CBE4FE"/>
    </a:custClr>
    <a:custClr name="Green">
      <a:srgbClr val="1EFF8F"/>
    </a:custClr>
    <a:custClr name="Cyan">
      <a:srgbClr val="4AD4FF"/>
    </a:custClr>
    <a:custClr name="Orange">
      <a:srgbClr val="FFC600"/>
    </a:custClr>
    <a:custClr name="Yellow">
      <a:srgbClr val="EAFF00"/>
    </a:custClr>
    <a:custClr name="Custom Color 17">
      <a:srgbClr val="FFFFFF"/>
    </a:custClr>
    <a:custClr name="Custom Color 18">
      <a:srgbClr val="FFFFFF"/>
    </a:custClr>
    <a:custClr name="Custom Color 19">
      <a:srgbClr val="FFFFFF"/>
    </a:custClr>
    <a:custClr name="Custom Color 20">
      <a:srgbClr val="FFFFFF"/>
    </a:custClr>
    <a:custClr name="Custom Color 21">
      <a:srgbClr val="FFFFFF"/>
    </a:custClr>
    <a:custClr name="Sky">
      <a:srgbClr val="E7F5FF"/>
    </a:custClr>
    <a:custClr name="Green 1">
      <a:srgbClr val="B9FFDC"/>
    </a:custClr>
    <a:custClr name="Cyan 1">
      <a:srgbClr val="C8F2FF"/>
    </a:custClr>
    <a:custClr name="Orange 1">
      <a:srgbClr val="FFEBA6"/>
    </a:custClr>
    <a:custClr name="Yellow 1">
      <a:srgbClr val="F9FFB3"/>
    </a:custClr>
  </a:custClrLst>
  <a:extLst>
    <a:ext uri="{05A4C25C-085E-4340-85A3-A5531E510DB2}">
      <thm15:themeFamily xmlns:thm15="http://schemas.microsoft.com/office/thememl/2012/main" name="STT_PowerPoint_16x9_UniversalFonts" id="{C2B114D8-4723-3747-898E-6952EA0FCEFC}" vid="{B06618E9-B85D-0247-8D4B-49FDBA9D83B6}"/>
    </a:ext>
  </a:extLst>
</a:theme>
</file>

<file path=ppt/theme/theme6.xml><?xml version="1.0" encoding="utf-8"?>
<a:theme xmlns:a="http://schemas.openxmlformats.org/drawingml/2006/main" name="2_State Street Printer-Friendly">
  <a:themeElements>
    <a:clrScheme name="State Street">
      <a:dk1>
        <a:srgbClr val="020B5B"/>
      </a:dk1>
      <a:lt1>
        <a:srgbClr val="FFFFFF"/>
      </a:lt1>
      <a:dk2>
        <a:srgbClr val="001AFF"/>
      </a:dk2>
      <a:lt2>
        <a:srgbClr val="FFFCED"/>
      </a:lt2>
      <a:accent1>
        <a:srgbClr val="020B5B"/>
      </a:accent1>
      <a:accent2>
        <a:srgbClr val="001AFF"/>
      </a:accent2>
      <a:accent3>
        <a:srgbClr val="1EFF8F"/>
      </a:accent3>
      <a:accent4>
        <a:srgbClr val="49D3FF"/>
      </a:accent4>
      <a:accent5>
        <a:srgbClr val="FFC600"/>
      </a:accent5>
      <a:accent6>
        <a:srgbClr val="EAFF00"/>
      </a:accent6>
      <a:hlink>
        <a:srgbClr val="020B5B"/>
      </a:hlink>
      <a:folHlink>
        <a:srgbClr val="001AFF"/>
      </a:folHlink>
    </a:clrScheme>
    <a:fontScheme name="State Street">
      <a:majorFont>
        <a:latin typeface="Lab Antiqua Small Condense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Navy">
      <a:srgbClr val="020B5B"/>
    </a:custClr>
    <a:custClr name="Green 5">
      <a:srgbClr val="094C2B"/>
    </a:custClr>
    <a:custClr name="Cyan 5">
      <a:srgbClr val="16404C"/>
    </a:custClr>
    <a:custClr name="Orange 5">
      <a:srgbClr val="4C3B00"/>
    </a:custClr>
    <a:custClr name="Yellow 5">
      <a:srgbClr val="464C00"/>
    </a:custClr>
    <a:custClr name="Ecru">
      <a:srgbClr val="FFFCED"/>
    </a:custClr>
    <a:custClr name="Custom Color 1">
      <a:srgbClr val="FFFFFF"/>
    </a:custClr>
    <a:custClr name="Custom Color 2">
      <a:srgbClr val="FFFFFF"/>
    </a:custClr>
    <a:custClr name="Custom Color 3">
      <a:srgbClr val="FFFFFF"/>
    </a:custClr>
    <a:custClr name="Custom Color 4">
      <a:srgbClr val="FFFFFF"/>
    </a:custClr>
    <a:custClr name="Ultramarine">
      <a:srgbClr val="001AFF"/>
    </a:custClr>
    <a:custClr name="Green 4">
      <a:srgbClr val="0F8048"/>
    </a:custClr>
    <a:custClr name="Cyan 4">
      <a:srgbClr val="256A80"/>
    </a:custClr>
    <a:custClr name="Orange 4">
      <a:srgbClr val="806300"/>
    </a:custClr>
    <a:custClr name="Yellow 4">
      <a:srgbClr val="758000"/>
    </a:custClr>
    <a:custClr name="White">
      <a:srgbClr val="FFFFFF"/>
    </a:custClr>
    <a:custClr name="Custom Color 6">
      <a:srgbClr val="FFFFFF"/>
    </a:custClr>
    <a:custClr name="Custom Color 7">
      <a:srgbClr val="FFFFFF"/>
    </a:custClr>
    <a:custClr name="Custom Color 8">
      <a:srgbClr val="FFFFFF"/>
    </a:custClr>
    <a:custClr name="Custom Color 9">
      <a:srgbClr val="FFFFFF"/>
    </a:custClr>
    <a:custClr name="Ultramarine 2">
      <a:srgbClr val="4489FF"/>
    </a:custClr>
    <a:custClr name="Green 3">
      <a:srgbClr val="17BF6B"/>
    </a:custClr>
    <a:custClr name="Cyan 3">
      <a:srgbClr val="389EBF"/>
    </a:custClr>
    <a:custClr name="Orange 3">
      <a:srgbClr val="BF9400"/>
    </a:custClr>
    <a:custClr name="Yellow 3">
      <a:srgbClr val="AFBF00"/>
    </a:custClr>
    <a:custClr name="Custom Color 11">
      <a:srgbClr val="FFFFFF"/>
    </a:custClr>
    <a:custClr name="Custom Color 12">
      <a:srgbClr val="FFFFFF"/>
    </a:custClr>
    <a:custClr name="Custom Color 13">
      <a:srgbClr val="FFFFFF"/>
    </a:custClr>
    <a:custClr name="Custom Color 14">
      <a:srgbClr val="FFFFFF"/>
    </a:custClr>
    <a:custClr name="Custom Color 15">
      <a:srgbClr val="FFFFFF"/>
    </a:custClr>
    <a:custClr name="Ultramarine 1">
      <a:srgbClr val="CBE4FE"/>
    </a:custClr>
    <a:custClr name="Green">
      <a:srgbClr val="1EFF8F"/>
    </a:custClr>
    <a:custClr name="Cyan">
      <a:srgbClr val="4AD4FF"/>
    </a:custClr>
    <a:custClr name="Orange">
      <a:srgbClr val="FFC600"/>
    </a:custClr>
    <a:custClr name="Yellow">
      <a:srgbClr val="EAFF00"/>
    </a:custClr>
    <a:custClr name="Custom Color 17">
      <a:srgbClr val="FFFFFF"/>
    </a:custClr>
    <a:custClr name="Custom Color 18">
      <a:srgbClr val="FFFFFF"/>
    </a:custClr>
    <a:custClr name="Custom Color 19">
      <a:srgbClr val="FFFFFF"/>
    </a:custClr>
    <a:custClr name="Custom Color 20">
      <a:srgbClr val="FFFFFF"/>
    </a:custClr>
    <a:custClr name="Custom Color 21">
      <a:srgbClr val="FFFFFF"/>
    </a:custClr>
    <a:custClr name="Sky">
      <a:srgbClr val="E7F5FF"/>
    </a:custClr>
    <a:custClr name="Green 1">
      <a:srgbClr val="B9FFDC"/>
    </a:custClr>
    <a:custClr name="Cyan 1">
      <a:srgbClr val="C8F2FF"/>
    </a:custClr>
    <a:custClr name="Orange 1">
      <a:srgbClr val="FFEBA6"/>
    </a:custClr>
    <a:custClr name="Yellow 1">
      <a:srgbClr val="F9FFB3"/>
    </a:custClr>
  </a:custClrLst>
  <a:extLst>
    <a:ext uri="{05A4C25C-085E-4340-85A3-A5531E510DB2}">
      <thm15:themeFamily xmlns:thm15="http://schemas.microsoft.com/office/thememl/2012/main" name="Presentation6" id="{4470B56F-BFEA-B74D-BBFA-6088CCAB3370}" vid="{AFE3081B-94C8-B64D-87C1-EE112498CE2F}"/>
    </a:ext>
  </a:extLst>
</a:theme>
</file>

<file path=ppt/theme/theme7.xml><?xml version="1.0" encoding="utf-8"?>
<a:theme xmlns:a="http://schemas.openxmlformats.org/drawingml/2006/main" name="4_State Street Printer-Friendly">
  <a:themeElements>
    <a:clrScheme name="State Street">
      <a:dk1>
        <a:srgbClr val="020B5B"/>
      </a:dk1>
      <a:lt1>
        <a:srgbClr val="FFFFFF"/>
      </a:lt1>
      <a:dk2>
        <a:srgbClr val="001AFF"/>
      </a:dk2>
      <a:lt2>
        <a:srgbClr val="FFFCED"/>
      </a:lt2>
      <a:accent1>
        <a:srgbClr val="020B5B"/>
      </a:accent1>
      <a:accent2>
        <a:srgbClr val="001AFF"/>
      </a:accent2>
      <a:accent3>
        <a:srgbClr val="1EFF8F"/>
      </a:accent3>
      <a:accent4>
        <a:srgbClr val="49D3FF"/>
      </a:accent4>
      <a:accent5>
        <a:srgbClr val="FFC600"/>
      </a:accent5>
      <a:accent6>
        <a:srgbClr val="EAFF00"/>
      </a:accent6>
      <a:hlink>
        <a:srgbClr val="020B5B"/>
      </a:hlink>
      <a:folHlink>
        <a:srgbClr val="001A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5_State Street Printer-Friendly">
  <a:themeElements>
    <a:clrScheme name="State Street">
      <a:dk1>
        <a:srgbClr val="020B5B"/>
      </a:dk1>
      <a:lt1>
        <a:srgbClr val="FFFFFF"/>
      </a:lt1>
      <a:dk2>
        <a:srgbClr val="001AFF"/>
      </a:dk2>
      <a:lt2>
        <a:srgbClr val="FFFCED"/>
      </a:lt2>
      <a:accent1>
        <a:srgbClr val="020B5B"/>
      </a:accent1>
      <a:accent2>
        <a:srgbClr val="001AFF"/>
      </a:accent2>
      <a:accent3>
        <a:srgbClr val="1EFF8F"/>
      </a:accent3>
      <a:accent4>
        <a:srgbClr val="49D3FF"/>
      </a:accent4>
      <a:accent5>
        <a:srgbClr val="FFC600"/>
      </a:accent5>
      <a:accent6>
        <a:srgbClr val="EAFF00"/>
      </a:accent6>
      <a:hlink>
        <a:srgbClr val="020B5B"/>
      </a:hlink>
      <a:folHlink>
        <a:srgbClr val="001AFF"/>
      </a:folHlink>
    </a:clrScheme>
    <a:fontScheme name="State Street">
      <a:majorFont>
        <a:latin typeface="Lab Antiqua Small Condense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Navy">
      <a:srgbClr val="020B5B"/>
    </a:custClr>
    <a:custClr name="Green 5">
      <a:srgbClr val="094C2B"/>
    </a:custClr>
    <a:custClr name="Cyan 5">
      <a:srgbClr val="16404C"/>
    </a:custClr>
    <a:custClr name="Orange 5">
      <a:srgbClr val="4C3B00"/>
    </a:custClr>
    <a:custClr name="Yellow 5">
      <a:srgbClr val="464C00"/>
    </a:custClr>
    <a:custClr name="Ecru">
      <a:srgbClr val="FFFCED"/>
    </a:custClr>
    <a:custClr name="Custom Color 1">
      <a:srgbClr val="FFFFFF"/>
    </a:custClr>
    <a:custClr name="Custom Color 2">
      <a:srgbClr val="FFFFFF"/>
    </a:custClr>
    <a:custClr name="Custom Color 3">
      <a:srgbClr val="FFFFFF"/>
    </a:custClr>
    <a:custClr name="Custom Color 4">
      <a:srgbClr val="FFFFFF"/>
    </a:custClr>
    <a:custClr name="Ultramarine">
      <a:srgbClr val="001AFF"/>
    </a:custClr>
    <a:custClr name="Green 4">
      <a:srgbClr val="0F8048"/>
    </a:custClr>
    <a:custClr name="Cyan 4">
      <a:srgbClr val="256A80"/>
    </a:custClr>
    <a:custClr name="Orange 4">
      <a:srgbClr val="806300"/>
    </a:custClr>
    <a:custClr name="Yellow 4">
      <a:srgbClr val="758000"/>
    </a:custClr>
    <a:custClr name="White">
      <a:srgbClr val="FFFFFF"/>
    </a:custClr>
    <a:custClr name="Custom Color 6">
      <a:srgbClr val="FFFFFF"/>
    </a:custClr>
    <a:custClr name="Custom Color 7">
      <a:srgbClr val="FFFFFF"/>
    </a:custClr>
    <a:custClr name="Custom Color 8">
      <a:srgbClr val="FFFFFF"/>
    </a:custClr>
    <a:custClr name="Custom Color 9">
      <a:srgbClr val="FFFFFF"/>
    </a:custClr>
    <a:custClr name="Ultramarine 2">
      <a:srgbClr val="4489FF"/>
    </a:custClr>
    <a:custClr name="Green 3">
      <a:srgbClr val="17BF6B"/>
    </a:custClr>
    <a:custClr name="Cyan 3">
      <a:srgbClr val="389EBF"/>
    </a:custClr>
    <a:custClr name="Orange 3">
      <a:srgbClr val="BF9400"/>
    </a:custClr>
    <a:custClr name="Yellow 3">
      <a:srgbClr val="AFBF00"/>
    </a:custClr>
    <a:custClr name="Custom Color 11">
      <a:srgbClr val="FFFFFF"/>
    </a:custClr>
    <a:custClr name="Custom Color 12">
      <a:srgbClr val="FFFFFF"/>
    </a:custClr>
    <a:custClr name="Custom Color 13">
      <a:srgbClr val="FFFFFF"/>
    </a:custClr>
    <a:custClr name="Custom Color 14">
      <a:srgbClr val="FFFFFF"/>
    </a:custClr>
    <a:custClr name="Custom Color 15">
      <a:srgbClr val="FFFFFF"/>
    </a:custClr>
    <a:custClr name="Ultramarine 1">
      <a:srgbClr val="CBE4FE"/>
    </a:custClr>
    <a:custClr name="Green">
      <a:srgbClr val="1EFF8F"/>
    </a:custClr>
    <a:custClr name="Cyan">
      <a:srgbClr val="4AD4FF"/>
    </a:custClr>
    <a:custClr name="Orange">
      <a:srgbClr val="FFC600"/>
    </a:custClr>
    <a:custClr name="Yellow">
      <a:srgbClr val="EAFF00"/>
    </a:custClr>
    <a:custClr name="Custom Color 17">
      <a:srgbClr val="FFFFFF"/>
    </a:custClr>
    <a:custClr name="Custom Color 18">
      <a:srgbClr val="FFFFFF"/>
    </a:custClr>
    <a:custClr name="Custom Color 19">
      <a:srgbClr val="FFFFFF"/>
    </a:custClr>
    <a:custClr name="Custom Color 20">
      <a:srgbClr val="FFFFFF"/>
    </a:custClr>
    <a:custClr name="Custom Color 21">
      <a:srgbClr val="FFFFFF"/>
    </a:custClr>
    <a:custClr name="Sky">
      <a:srgbClr val="E7F5FF"/>
    </a:custClr>
    <a:custClr name="Green 1">
      <a:srgbClr val="B9FFDC"/>
    </a:custClr>
    <a:custClr name="Cyan 1">
      <a:srgbClr val="C8F2FF"/>
    </a:custClr>
    <a:custClr name="Orange 1">
      <a:srgbClr val="FFEBA6"/>
    </a:custClr>
    <a:custClr name="Yellow 1">
      <a:srgbClr val="F9FFB3"/>
    </a:custClr>
  </a:custClrLst>
  <a:extLst>
    <a:ext uri="{05A4C25C-085E-4340-85A3-A5531E510DB2}">
      <thm15:themeFamily xmlns:thm15="http://schemas.microsoft.com/office/thememl/2012/main" name="Presentation6" id="{4470B56F-BFEA-B74D-BBFA-6088CCAB3370}" vid="{AFE3081B-94C8-B64D-87C1-EE112498CE2F}"/>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202a21f-30de-4fd1-b547-e7d4361e1fc9}" enabled="1" method="Privileged" siteId="{3f0bdd77-1711-49bc-9b8c-6f2ba3e1c085}" removed="0"/>
  <clbl:label id="{d1b7f118-5cb2-4d4e-85a3-82e07efb07e9}" enabled="0" method="" siteId="{d1b7f118-5cb2-4d4e-85a3-82e07efb07e9}" removed="1"/>
</clbl:labelList>
</file>

<file path=docProps/app.xml><?xml version="1.0" encoding="utf-8"?>
<Properties xmlns="http://schemas.openxmlformats.org/officeDocument/2006/extended-properties" xmlns:vt="http://schemas.openxmlformats.org/officeDocument/2006/docPropsVTypes">
  <Template>Two year Gantt chart</Template>
  <TotalTime>0</TotalTime>
  <Words>5740</Words>
  <Application>Microsoft Office PowerPoint</Application>
  <PresentationFormat>Widescreen</PresentationFormat>
  <Paragraphs>907</Paragraphs>
  <Slides>20</Slides>
  <Notes>10</Notes>
  <HiddenSlides>0</HiddenSlides>
  <MMClips>0</MMClips>
  <ScaleCrop>false</ScaleCrop>
  <HeadingPairs>
    <vt:vector size="8" baseType="variant">
      <vt:variant>
        <vt:lpstr>Fonts Used</vt:lpstr>
      </vt:variant>
      <vt:variant>
        <vt:i4>5</vt:i4>
      </vt:variant>
      <vt:variant>
        <vt:lpstr>Theme</vt:lpstr>
      </vt:variant>
      <vt:variant>
        <vt:i4>8</vt:i4>
      </vt:variant>
      <vt:variant>
        <vt:lpstr>Embedded OLE Servers</vt:lpstr>
      </vt:variant>
      <vt:variant>
        <vt:i4>2</vt:i4>
      </vt:variant>
      <vt:variant>
        <vt:lpstr>Slide Titles</vt:lpstr>
      </vt:variant>
      <vt:variant>
        <vt:i4>20</vt:i4>
      </vt:variant>
    </vt:vector>
  </HeadingPairs>
  <TitlesOfParts>
    <vt:vector size="35" baseType="lpstr">
      <vt:lpstr>Arial</vt:lpstr>
      <vt:lpstr>Calibri</vt:lpstr>
      <vt:lpstr>Courier New</vt:lpstr>
      <vt:lpstr>Inter</vt:lpstr>
      <vt:lpstr>Lab Antiqua Small Condensed</vt:lpstr>
      <vt:lpstr>State Street Printer-Friendly</vt:lpstr>
      <vt:lpstr>State Street</vt:lpstr>
      <vt:lpstr>11_State Street Printer-Friendly</vt:lpstr>
      <vt:lpstr>1_State Street Printer-Friendly</vt:lpstr>
      <vt:lpstr>3_State Street Printer-Friendly</vt:lpstr>
      <vt:lpstr>2_State Street Printer-Friendly</vt:lpstr>
      <vt:lpstr>4_State Street Printer-Friendly</vt:lpstr>
      <vt:lpstr>5_State Street Printer-Friendly</vt:lpstr>
      <vt:lpstr>Worksheet</vt:lpstr>
      <vt:lpstr>think-cell Slide</vt:lpstr>
      <vt:lpstr>ACI Strategy Session</vt:lpstr>
      <vt:lpstr>Payments and Banking Roadmaps</vt:lpstr>
      <vt:lpstr>RTPS Payments Roadmap (2025 – 2027)</vt:lpstr>
      <vt:lpstr>Transact Banking Migration Timeline</vt:lpstr>
      <vt:lpstr>Deep Dive:  RTPS Integration with Transact Banking</vt:lpstr>
      <vt:lpstr>PowerPoint Presentation</vt:lpstr>
      <vt:lpstr>PowerPoint Presentation</vt:lpstr>
      <vt:lpstr>Considerations for Target State Payments (RTPS) and Banking (Transact) Integration</vt:lpstr>
      <vt:lpstr>PCC Target State:  Payment Platform Integrated with Transact Banking</vt:lpstr>
      <vt:lpstr>RTPS Integration with Transact including Intercompany Settlement  - Approach 1 (Not Recommended)</vt:lpstr>
      <vt:lpstr>RTPS Integration with Transact including Intercompany Settlement  - Approach 2 (Recommended)</vt:lpstr>
      <vt:lpstr>US RTPS Integration with Transact Boston &amp; NY:   Near-Term Intercompany Settlement Requirement</vt:lpstr>
      <vt:lpstr>Current State Split Model - US RTPS (RPH) Integration with Transact New York</vt:lpstr>
      <vt:lpstr>US RTPS (RPH) Integration with Transact Boston and NY – Target State Intercompany Approach 1</vt:lpstr>
      <vt:lpstr>US RTPS (RPH) Integration with Transact Boston and NY – Target State Intercompany Approach 2</vt:lpstr>
      <vt:lpstr>US RTPS (RPH) Integration with Transact Boston and NY – Potential Short-Term Approach through IBS</vt:lpstr>
      <vt:lpstr>Appendix</vt:lpstr>
      <vt:lpstr>IBS Payment / Banking Branch BIC’s</vt:lpstr>
      <vt:lpstr>Interim ISO 20022 Solution: RTPS Conduit Model (Outbound Custody Payment)</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 Migration Roadmap – Bank 52</dc:title>
  <dc:subject/>
  <dc:creator>Keating, Derek</dc:creator>
  <cp:keywords>Limited Access</cp:keywords>
  <dc:description/>
  <cp:lastModifiedBy>Myers, Matt A</cp:lastModifiedBy>
  <cp:revision>127</cp:revision>
  <cp:lastPrinted>2025-07-24T17:40:05Z</cp:lastPrinted>
  <dcterms:created xsi:type="dcterms:W3CDTF">2024-10-25T13:14:52Z</dcterms:created>
  <dcterms:modified xsi:type="dcterms:W3CDTF">2025-07-24T17:40:15Z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Theme:8\State Street Printer-Friendly:8</vt:lpwstr>
  </property>
  <property fmtid="{D5CDD505-2E9C-101B-9397-08002B2CF9AE}" pid="3" name="ClassificationContentMarkingFooterText">
    <vt:lpwstr>Information Classification: Limited Access</vt:lpwstr>
  </property>
  <property fmtid="{D5CDD505-2E9C-101B-9397-08002B2CF9AE}" pid="4" name="_AdHocReviewCycleID">
    <vt:i4>-1320880168</vt:i4>
  </property>
  <property fmtid="{D5CDD505-2E9C-101B-9397-08002B2CF9AE}" pid="5" name="_NewReviewCycle">
    <vt:lpwstr/>
  </property>
  <property fmtid="{D5CDD505-2E9C-101B-9397-08002B2CF9AE}" pid="6" name="_EmailSubject">
    <vt:lpwstr>ACI Strategy Session - Onsite in Quincy </vt:lpwstr>
  </property>
  <property fmtid="{D5CDD505-2E9C-101B-9397-08002B2CF9AE}" pid="7" name="_AuthorEmail">
    <vt:lpwstr>mamyers@statestreet.com</vt:lpwstr>
  </property>
  <property fmtid="{D5CDD505-2E9C-101B-9397-08002B2CF9AE}" pid="8" name="_AuthorEmailDisplayName">
    <vt:lpwstr>Myers, Matt A</vt:lpwstr>
  </property>
  <property fmtid="{D5CDD505-2E9C-101B-9397-08002B2CF9AE}" pid="9" name="TitusGUID">
    <vt:lpwstr>ee8a33e8-11de-449e-a9c6-dcd4e2c2a9fc</vt:lpwstr>
  </property>
  <property fmtid="{D5CDD505-2E9C-101B-9397-08002B2CF9AE}" pid="10" name="SSCClassification">
    <vt:lpwstr>LA</vt:lpwstr>
  </property>
  <property fmtid="{D5CDD505-2E9C-101B-9397-08002B2CF9AE}" pid="11" name="SSCVisualMarks">
    <vt:lpwstr>N</vt:lpwstr>
  </property>
  <property fmtid="{D5CDD505-2E9C-101B-9397-08002B2CF9AE}" pid="12" name="_PreviousAdHocReviewCycleID">
    <vt:i4>-1461495518</vt:i4>
  </property>
</Properties>
</file>