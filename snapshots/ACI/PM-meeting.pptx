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418A-5859-3CC1-EA5A-58F19FAF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F302B-A207-AFCA-21E4-50945BDC0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52593-FC16-F40A-270D-6BBC77F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292D-26B6-DCA5-55F0-1083CCC6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FA398-4A41-F74A-566D-FD3BF24F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1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1649-0CF9-3B8C-1931-E03EF62B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797A-A6C8-8C21-3853-74CA9C7C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1FA9E-5E23-2CE6-C7E4-F8AEA443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BE2EF-8C5E-3F79-2498-68630A4E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A672E-898C-3228-7F43-DA33F4B5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6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E57B-875E-7740-6261-C2E8B857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E2937-A80F-CDF4-BE63-6AFC5D4E2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E858C-57BC-6A17-A357-726019E5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C9FDF-38C8-7B52-5D5D-C7A1DAD9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AC959-5CB4-0F47-5A53-1D4AE047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9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151C-BA42-7F48-9379-DF2E47C6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FF53-DB3C-4107-86E0-5BE6C564F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C1E05-1BF1-0714-A720-0526D50F1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767AD-339D-B4B9-2D76-AE2AB3AA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6A6F9-BF45-E4AE-04E6-8074F6C8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DA85-39C5-7F0A-A0F7-E6D671A9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9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1F15-D0C7-6EAF-30B0-A8C73DEB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BD4-800A-A8B5-1306-6FC588343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49242-515C-69E8-204E-047DF777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E0999-1297-8779-5012-4D81BB006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12CBE-275D-6572-0501-49D226263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671DC-578C-5FF0-FB18-C111C6D9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B29A7-1D8A-650A-20D4-308BDB12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E7A8B-DDFF-EA93-D8EA-C175FC5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3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C113-994C-1E8D-EAA1-63182A42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1C005-B331-C3B6-B544-CDA3A904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E41D8-433B-E4A6-E846-04B8A484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A2EC4-8BBF-8806-AE34-18F8A1BE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8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64605-0267-DFDA-B29B-A788EC40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979A1-F6BE-E479-A8FC-7865B693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B4E6-6B89-B7B4-69B5-B9808453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0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8E9CC-22CE-F2AD-D323-87D0ECEAB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2F79-25CB-F145-7CBE-283340A89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DDBAB-0249-383C-A6A9-D11370B83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C0E80-18B6-D0C7-32BB-03D67910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F1076-3F59-452F-362F-A3047247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4818E-E529-4FA7-18EA-0CF36BD5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6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64ED-28C2-FB5C-9E55-234896C0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7F3DA-81D2-332C-DC9A-494AE1145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82304-616F-ECC5-937B-B9A545E47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E4C3E-60A9-9D4B-57BE-C19E4232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6F8BE-708A-5F9C-BE72-35937134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B432B-1150-755F-60F8-8742EB1A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8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3DB8-E144-CEB6-8568-6019672A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AC586-0082-5EBA-8953-8E74A3772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A04B7-D47E-1A0E-83A2-37478561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9B1AA-5FF0-51D4-9C89-D80D8F9D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2D953-579E-EB8A-3FDB-22FF9343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7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F61B8-A7FE-2822-E327-0964E59BE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B157-6F60-A661-E459-DCFBE2A16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D5F27-94B0-33C4-F587-15257584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074FA-2B49-889F-970D-27D0BB12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F3E87-B886-ABA4-9DFD-66910603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6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3EA00-F811-2137-8B3D-9313C307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49B8C-9F8B-07BD-635C-12EC025D8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5A6ED-8159-D5E4-0D01-EC6789289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C3533-2382-481E-8D2D-F85BFE0A31C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43DDD-E4A6-D851-7063-1C568D1C1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EF7C-CC80-5DE3-D1F9-1FEAA5B57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9A3D2-B776-4427-973C-1982C1166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5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3AEE-5E01-EDD6-21D3-9C022B7F4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6769D-9085-0300-0D71-BD3B18C16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D987E-75D9-9379-4DE3-D5778C71B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775917"/>
            <a:ext cx="11002911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7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8BB2-752B-A584-AB24-A2054AF6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7EFB-9422-C56D-277D-91D277AA4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703F1-89BA-B96C-7C4C-D6C3086F3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60"/>
            <a:ext cx="12192000" cy="605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2EC8-6813-6A55-3457-6DECCA72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Internal</a:t>
            </a:r>
            <a:r>
              <a:rPr lang="es-CO" dirty="0"/>
              <a:t> meeting.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3FF9E5-EF59-95B6-CE84-E45A2F3F4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064" y="1825625"/>
            <a:ext cx="8575872" cy="4351338"/>
          </a:xfrm>
        </p:spPr>
      </p:pic>
    </p:spTree>
    <p:extLst>
      <p:ext uri="{BB962C8B-B14F-4D97-AF65-F5344CB8AC3E}">
        <p14:creationId xmlns:p14="http://schemas.microsoft.com/office/powerpoint/2010/main" val="368218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8C51-176D-0375-EFF8-C51C583F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SME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AAB05E-7D63-FA81-9EBE-1B4635CCD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159" y="1825625"/>
            <a:ext cx="8547681" cy="4351338"/>
          </a:xfrm>
        </p:spPr>
      </p:pic>
    </p:spTree>
    <p:extLst>
      <p:ext uri="{BB962C8B-B14F-4D97-AF65-F5344CB8AC3E}">
        <p14:creationId xmlns:p14="http://schemas.microsoft.com/office/powerpoint/2010/main" val="131765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C71A-4070-A01E-F693-1558FAB1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39160-41D6-4B6B-1A10-CDA78B702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353D5-6C99-C99C-241E-BC16FECDF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618"/>
            <a:ext cx="12192000" cy="520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9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Internal meeting.</vt:lpstr>
      <vt:lpstr>SME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Herrera, Oscar</dc:creator>
  <cp:lastModifiedBy>Herrera, Oscar</cp:lastModifiedBy>
  <cp:revision>1</cp:revision>
  <dcterms:created xsi:type="dcterms:W3CDTF">2025-06-10T20:57:12Z</dcterms:created>
  <dcterms:modified xsi:type="dcterms:W3CDTF">2025-06-10T21:06:29Z</dcterms:modified>
</cp:coreProperties>
</file>